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Lst>
  <p:notesMasterIdLst>
    <p:notesMasterId r:id="rId24"/>
  </p:notesMasterIdLst>
  <p:sldIdLst>
    <p:sldId id="258" r:id="rId3"/>
    <p:sldId id="259" r:id="rId4"/>
    <p:sldId id="260" r:id="rId5"/>
    <p:sldId id="262" r:id="rId6"/>
    <p:sldId id="263" r:id="rId7"/>
    <p:sldId id="264" r:id="rId8"/>
    <p:sldId id="266" r:id="rId9"/>
    <p:sldId id="267" r:id="rId10"/>
    <p:sldId id="418" r:id="rId11"/>
    <p:sldId id="413" r:id="rId12"/>
    <p:sldId id="414" r:id="rId13"/>
    <p:sldId id="416" r:id="rId14"/>
    <p:sldId id="417" r:id="rId15"/>
    <p:sldId id="419" r:id="rId16"/>
    <p:sldId id="420" r:id="rId17"/>
    <p:sldId id="421" r:id="rId18"/>
    <p:sldId id="423" r:id="rId19"/>
    <p:sldId id="424" r:id="rId20"/>
    <p:sldId id="425" r:id="rId21"/>
    <p:sldId id="426" r:id="rId22"/>
    <p:sldId id="427"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ABC"/>
    <a:srgbClr val="009BD2"/>
    <a:srgbClr val="8E00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88" autoAdjust="0"/>
    <p:restoredTop sz="92643" autoAdjust="0"/>
  </p:normalViewPr>
  <p:slideViewPr>
    <p:cSldViewPr snapToGrid="0">
      <p:cViewPr varScale="1">
        <p:scale>
          <a:sx n="86" d="100"/>
          <a:sy n="86" d="100"/>
        </p:scale>
        <p:origin x="60" y="14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0" d="100"/>
          <a:sy n="80" d="100"/>
        </p:scale>
        <p:origin x="2856"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2FD4D6-071D-49E0-A0E6-CBED1B9F0AE6}" type="datetimeFigureOut">
              <a:rPr lang="zh-CN" altLang="en-US" smtClean="0"/>
              <a:t>2025/10/25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22505-B285-46DF-A8C7-BE179E568906}" type="slidenum">
              <a:rPr lang="zh-CN" altLang="en-US" smtClean="0"/>
              <a:t>‹#›</a:t>
            </a:fld>
            <a:endParaRPr lang="zh-CN" altLang="en-US"/>
          </a:p>
        </p:txBody>
      </p:sp>
    </p:spTree>
    <p:extLst>
      <p:ext uri="{BB962C8B-B14F-4D97-AF65-F5344CB8AC3E}">
        <p14:creationId xmlns:p14="http://schemas.microsoft.com/office/powerpoint/2010/main" val="391409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E22505-B285-46DF-A8C7-BE179E568906}" type="slidenum">
              <a:rPr lang="zh-CN" altLang="en-US" smtClean="0"/>
              <a:t>9</a:t>
            </a:fld>
            <a:endParaRPr lang="zh-CN" altLang="en-US"/>
          </a:p>
        </p:txBody>
      </p:sp>
    </p:spTree>
    <p:extLst>
      <p:ext uri="{BB962C8B-B14F-4D97-AF65-F5344CB8AC3E}">
        <p14:creationId xmlns:p14="http://schemas.microsoft.com/office/powerpoint/2010/main" val="2118186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p:cNvSpPr>
          <p:nvPr>
            <p:ph type="sldImg"/>
          </p:nvPr>
        </p:nvSpPr>
        <p:spPr>
          <a:xfrm>
            <a:off x="139700" y="768350"/>
            <a:ext cx="6819900" cy="3836988"/>
          </a:xfrm>
        </p:spPr>
      </p:sp>
      <p:sp>
        <p:nvSpPr>
          <p:cNvPr id="56322" name="备注占位符 2"/>
          <p:cNvSpPr>
            <a:spLocks noGrp="1"/>
          </p:cNvSpPr>
          <p:nvPr>
            <p:ph type="body" idx="1"/>
          </p:nvPr>
        </p:nvSpPr>
        <p:spPr>
          <a:noFill/>
        </p:spPr>
        <p:txBody>
          <a:bodyPr/>
          <a:lstStyle/>
          <a:p>
            <a:pPr marL="4572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现在假设在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main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函数的第</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行调用了</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hanoi</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函数，此时发生了第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层的汉诺塔函数调用。我们来模拟执行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Hanoi(3, A, B, 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这一句函数调用，以此了解递归函数的执行过程。</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当前传递过来的实参是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 A, B ,C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，由于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 = 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，所以不执行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分句，而是执行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else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分句，也就是执行到第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行。在第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行接收到的实参是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，也就是说，这一句函数调用的作用是将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 ~ 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号圆盘从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柱移动到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柱为中转柱。</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执行第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行，进入下一层，也就是第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层汉诺塔函数调用。为了便于理解，我们把汉诺塔程序复印一份，那么汉诺塔函数的递归调用就像是转移到了复印件上继续执行。从这样的角度去理解的话，递归函数调用跟普通的函数调用就基本相似了。</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此时在执行栈会压入一个新的栈帧，参数列表就是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返回地址是第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层调用中，由于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 = 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，所以仍然是执行到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else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分句中的第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行。该行也是一句汉诺塔递归函数调用，实参是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 A, B, 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，其作用是将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号盘子从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柱移动到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柱作为中转柱。</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现在进入第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层递归函数调用，</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同样会在运行栈中压入一个栈帧，参数列表是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 A, B, 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，返回地址是第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层中的第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层调用中，由于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 = 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，所以会执行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分解中的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move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函数，该函数的实参是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 1, 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那么，该函数的运行结果是将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号盘从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柱移动到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当</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分句执行完毕，那么第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层调用中的汉诺塔函数就执行完毕，</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根据当前栈顶中的返回地址</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，返回至第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行继续执行。</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此时运行栈执行出栈操作，即将执行第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行中的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move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move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函数的参数列表是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 2, 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mj-lt"/>
              <a:buAutoNum type="arabicPeriod"/>
              <a:tabLst>
                <a:tab pos="457200" algn="l"/>
              </a:tabLst>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执行结果将会是将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号盘从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柱移动到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a:t>
            </a:r>
          </a:p>
        </p:txBody>
      </p:sp>
      <p:sp>
        <p:nvSpPr>
          <p:cNvPr id="56323" name="灯片编号占位符 3"/>
          <p:cNvSpPr>
            <a:spLocks noGrp="1"/>
          </p:cNvSpPr>
          <p:nvPr>
            <p:ph type="sldNum" sz="quarter" idx="5"/>
          </p:nvPr>
        </p:nvSpPr>
        <p:spPr>
          <a:noFill/>
          <a:ln>
            <a:miter lim="800000"/>
          </a:ln>
        </p:spPr>
        <p: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fld id="{1CF53649-C6F2-4A09-AAD9-3E24E18584FE}"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t>10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347945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p:cNvSpPr>
          <p:nvPr>
            <p:ph type="sldImg"/>
          </p:nvPr>
        </p:nvSpPr>
        <p:spPr>
          <a:xfrm>
            <a:off x="139700" y="768350"/>
            <a:ext cx="6819900" cy="3836988"/>
          </a:xfrm>
        </p:spPr>
      </p:sp>
      <p:sp>
        <p:nvSpPr>
          <p:cNvPr id="56322" name="备注占位符 2"/>
          <p:cNvSpPr>
            <a:spLocks noGrp="1"/>
          </p:cNvSpPr>
          <p:nvPr>
            <p:ph type="body" idx="1"/>
          </p:nvPr>
        </p:nvSpPr>
        <p:spPr>
          <a:noFill/>
        </p:spPr>
        <p:txBody>
          <a:bodyPr/>
          <a:lstStyle/>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现在继续执行第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该行也是一句汉诺塔递归调用， </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也就是又进入第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层递归函数调用继续执行，</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实参列表是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 C, A, 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再次向运行栈压入第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层递归函数调用的栈帧，但此时要注意的是，返回地址是第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层中的第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继续执行第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层递归函数调用，此时</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还是等于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move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函数的实参是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 1, 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也就是将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号盘子从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柱移动到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这样第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层调用执行完毕，根据当前栈帧的返回地址，返回第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行继续执行，</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运行栈执行出栈操作。</a:t>
            </a:r>
          </a:p>
        </p:txBody>
      </p:sp>
      <p:sp>
        <p:nvSpPr>
          <p:cNvPr id="56323" name="灯片编号占位符 3"/>
          <p:cNvSpPr>
            <a:spLocks noGrp="1"/>
          </p:cNvSpPr>
          <p:nvPr>
            <p:ph type="sldNum" sz="quarter" idx="5"/>
          </p:nvPr>
        </p:nvSpPr>
        <p:spPr>
          <a:noFill/>
          <a:ln>
            <a:miter lim="800000"/>
          </a:ln>
        </p:spPr>
        <p:txBody>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fld id="{1CF53649-C6F2-4A09-AAD9-3E24E18584FE}"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t>11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747114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p:cNvSpPr>
          <p:nvPr>
            <p:ph type="sldImg"/>
          </p:nvPr>
        </p:nvSpPr>
        <p:spPr>
          <a:xfrm>
            <a:off x="139700" y="768350"/>
            <a:ext cx="6819900" cy="3836988"/>
          </a:xfrm>
        </p:spPr>
      </p:sp>
      <p:sp>
        <p:nvSpPr>
          <p:cNvPr id="56322" name="备注占位符 2"/>
          <p:cNvSpPr>
            <a:spLocks noGrp="1"/>
          </p:cNvSpPr>
          <p:nvPr>
            <p:ph type="body" idx="1"/>
          </p:nvPr>
        </p:nvSpPr>
        <p:spPr>
          <a:noFill/>
        </p:spPr>
        <p:txBody>
          <a:bodyPr/>
          <a:lstStyle/>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根据当前栈帧的返回地址，应当返回至第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行继续执行。</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当前栈帧出栈。</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执行在第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move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函数，实参列表是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 3, 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也就是将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号圆盘从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柱移动到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柱。</a:t>
            </a:r>
          </a:p>
        </p:txBody>
      </p:sp>
      <p:sp>
        <p:nvSpPr>
          <p:cNvPr id="56323" name="灯片编号占位符 3"/>
          <p:cNvSpPr>
            <a:spLocks noGrp="1"/>
          </p:cNvSpPr>
          <p:nvPr>
            <p:ph type="sldNum" sz="quarter" idx="5"/>
          </p:nvPr>
        </p:nvSpPr>
        <p:spPr>
          <a:noFill/>
          <a:ln>
            <a:miter lim="800000"/>
          </a:ln>
        </p:spPr>
        <p:txBody>
          <a:bodyPr/>
          <a:lstStyle/>
          <a:p>
            <a:pPr>
              <a:buFont typeface="Arial" panose="020B0604020202020204" pitchFamily="34" charset="0"/>
              <a:buNone/>
            </a:pPr>
            <a:fld id="{1CF53649-C6F2-4A09-AAD9-3E24E18584FE}" type="slidenum">
              <a:rPr lang="zh-CN" altLang="en-US" smtClean="0">
                <a:solidFill>
                  <a:srgbClr val="000000"/>
                </a:solidFill>
                <a:latin typeface="Arial" panose="020B0604020202020204" pitchFamily="34" charset="0"/>
                <a:ea typeface="宋体" panose="02010600030101010101" pitchFamily="2" charset="-122"/>
              </a:rPr>
              <a:t>12</a:t>
            </a:fld>
            <a:endParaRPr lang="en-US" altLang="zh-CN">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21695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p:cNvSpPr>
          <p:nvPr>
            <p:ph type="sldImg"/>
          </p:nvPr>
        </p:nvSpPr>
        <p:spPr>
          <a:xfrm>
            <a:off x="139700" y="768350"/>
            <a:ext cx="6819900" cy="3836988"/>
          </a:xfrm>
        </p:spPr>
      </p:sp>
      <p:sp>
        <p:nvSpPr>
          <p:cNvPr id="56322" name="备注占位符 2"/>
          <p:cNvSpPr>
            <a:spLocks noGrp="1"/>
          </p:cNvSpPr>
          <p:nvPr>
            <p:ph type="body" idx="1"/>
          </p:nvPr>
        </p:nvSpPr>
        <p:spPr>
          <a:noFill/>
        </p:spPr>
        <p:txBody>
          <a:bodyPr/>
          <a:lstStyle/>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接下来在第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6</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行又是一句汉诺塔递归函数调用，</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实参列表是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 B, A, 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由此进入第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层递归函数调用，</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传递过来的实参列表就是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 B, A, 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buFont typeface="+mj-lt"/>
              <a:buAutoNum type="arabicPeriod"/>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同时运行栈压入一个栈帧，返回地址是第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层的第</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行。接下来的执行过程跟前面的步骤类似，在此就不再重复讲解。</a:t>
            </a:r>
          </a:p>
        </p:txBody>
      </p:sp>
      <p:sp>
        <p:nvSpPr>
          <p:cNvPr id="56323" name="灯片编号占位符 3"/>
          <p:cNvSpPr>
            <a:spLocks noGrp="1"/>
          </p:cNvSpPr>
          <p:nvPr>
            <p:ph type="sldNum" sz="quarter" idx="5"/>
          </p:nvPr>
        </p:nvSpPr>
        <p:spPr>
          <a:noFill/>
          <a:ln>
            <a:miter lim="800000"/>
          </a:ln>
        </p:spPr>
        <p:txBody>
          <a:bodyPr/>
          <a:lstStyle/>
          <a:p>
            <a:pPr>
              <a:buFont typeface="Arial" panose="020B0604020202020204" pitchFamily="34" charset="0"/>
              <a:buNone/>
            </a:pPr>
            <a:fld id="{1CF53649-C6F2-4A09-AAD9-3E24E18584FE}" type="slidenum">
              <a:rPr lang="zh-CN" altLang="en-US" smtClean="0">
                <a:solidFill>
                  <a:srgbClr val="000000"/>
                </a:solidFill>
                <a:latin typeface="Arial" panose="020B0604020202020204" pitchFamily="34" charset="0"/>
                <a:ea typeface="宋体" panose="02010600030101010101" pitchFamily="2" charset="-122"/>
              </a:rPr>
              <a:t>13</a:t>
            </a:fld>
            <a:endParaRPr lang="en-US" altLang="zh-CN">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26934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400" dirty="0"/>
              <a:t>（</a:t>
            </a:r>
            <a:r>
              <a:rPr lang="en-US" altLang="zh-CN" sz="2400" dirty="0"/>
              <a:t>1</a:t>
            </a:r>
            <a:r>
              <a:rPr lang="zh-CN" altLang="en-US" sz="2400" dirty="0"/>
              <a:t>）</a:t>
            </a:r>
            <a:r>
              <a:rPr lang="zh-CN" altLang="en-US" sz="2400" b="0" dirty="0">
                <a:effectLst>
                  <a:outerShdw blurRad="38100" dist="38100" dir="2700000" algn="tl">
                    <a:srgbClr val="000000">
                      <a:alpha val="43137"/>
                    </a:srgbClr>
                  </a:outerShdw>
                </a:effectLst>
              </a:rPr>
              <a:t>链队列是带头结点的单链表，设头、尾指针。</a:t>
            </a:r>
            <a:endParaRPr lang="en-US" altLang="zh-CN" sz="2400" b="0" dirty="0">
              <a:effectLst>
                <a:outerShdw blurRad="38100" dist="38100" dir="2700000" algn="tl">
                  <a:srgbClr val="000000">
                    <a:alpha val="43137"/>
                  </a:srgbClr>
                </a:outerShdw>
              </a:effectLst>
            </a:endParaRPr>
          </a:p>
          <a:p>
            <a:r>
              <a:rPr lang="zh-CN" altLang="en-US" sz="2400" b="0" dirty="0">
                <a:effectLst>
                  <a:outerShdw blurRad="38100" dist="38100" dir="2700000" algn="tl">
                    <a:srgbClr val="000000">
                      <a:alpha val="43137"/>
                    </a:srgbClr>
                  </a:outerShdw>
                </a:effectLst>
              </a:rPr>
              <a:t>（</a:t>
            </a:r>
            <a:r>
              <a:rPr lang="en-US" altLang="zh-CN" sz="2400" b="0" dirty="0">
                <a:effectLst>
                  <a:outerShdw blurRad="38100" dist="38100" dir="2700000" algn="tl">
                    <a:srgbClr val="000000">
                      <a:alpha val="43137"/>
                    </a:srgbClr>
                  </a:outerShdw>
                </a:effectLst>
              </a:rPr>
              <a:t>2</a:t>
            </a:r>
            <a:r>
              <a:rPr lang="zh-CN" altLang="en-US" sz="2400" b="0" dirty="0">
                <a:effectLst>
                  <a:outerShdw blurRad="38100" dist="38100" dir="2700000" algn="tl">
                    <a:srgbClr val="000000">
                      <a:alpha val="43137"/>
                    </a:srgbClr>
                  </a:outerShdw>
                </a:effectLst>
              </a:rPr>
              <a:t>）出队操作要区分三种情形：队列长度为</a:t>
            </a:r>
            <a:r>
              <a:rPr lang="en-US" altLang="zh-CN" sz="2400" b="0" dirty="0">
                <a:effectLst>
                  <a:outerShdw blurRad="38100" dist="38100" dir="2700000" algn="tl">
                    <a:srgbClr val="000000">
                      <a:alpha val="43137"/>
                    </a:srgbClr>
                  </a:outerShdw>
                </a:effectLst>
              </a:rPr>
              <a:t>0</a:t>
            </a:r>
            <a:r>
              <a:rPr lang="zh-CN" altLang="en-US" sz="2400" b="0" dirty="0">
                <a:effectLst>
                  <a:outerShdw blurRad="38100" dist="38100" dir="2700000" algn="tl">
                    <a:srgbClr val="000000">
                      <a:alpha val="43137"/>
                    </a:srgbClr>
                  </a:outerShdw>
                </a:effectLst>
              </a:rPr>
              <a:t>、</a:t>
            </a:r>
            <a:r>
              <a:rPr lang="en-US" altLang="zh-CN" sz="2400" b="0" dirty="0">
                <a:effectLst>
                  <a:outerShdw blurRad="38100" dist="38100" dir="2700000" algn="tl">
                    <a:srgbClr val="000000">
                      <a:alpha val="43137"/>
                    </a:srgbClr>
                  </a:outerShdw>
                </a:effectLst>
              </a:rPr>
              <a:t>1</a:t>
            </a:r>
            <a:r>
              <a:rPr lang="zh-CN" altLang="en-US" sz="2400" b="0" dirty="0">
                <a:effectLst>
                  <a:outerShdw blurRad="38100" dist="38100" dir="2700000" algn="tl">
                    <a:srgbClr val="000000">
                      <a:alpha val="43137"/>
                    </a:srgbClr>
                  </a:outerShdw>
                </a:effectLst>
              </a:rPr>
              <a:t>和大于</a:t>
            </a:r>
            <a:r>
              <a:rPr lang="en-US" altLang="zh-CN" sz="2400" b="0" dirty="0">
                <a:effectLst>
                  <a:outerShdw blurRad="38100" dist="38100" dir="2700000" algn="tl">
                    <a:srgbClr val="000000">
                      <a:alpha val="43137"/>
                    </a:srgbClr>
                  </a:outerShdw>
                </a:effectLst>
              </a:rPr>
              <a:t>1</a:t>
            </a:r>
            <a:r>
              <a:rPr lang="zh-CN" altLang="en-US" sz="2400" b="0" dirty="0">
                <a:effectLst>
                  <a:outerShdw blurRad="38100" dist="38100" dir="2700000" algn="tl">
                    <a:srgbClr val="000000">
                      <a:alpha val="43137"/>
                    </a:srgbClr>
                  </a:outerShdw>
                </a:effectLst>
              </a:rPr>
              <a:t>。</a:t>
            </a:r>
            <a:endParaRPr lang="en-US" altLang="zh-CN" sz="2400" b="0" dirty="0">
              <a:effectLst>
                <a:outerShdw blurRad="38100" dist="38100" dir="2700000" algn="tl">
                  <a:srgbClr val="000000">
                    <a:alpha val="43137"/>
                  </a:srgbClr>
                </a:outerShdw>
              </a:effectLst>
            </a:endParaRPr>
          </a:p>
          <a:p>
            <a:r>
              <a:rPr lang="zh-CN" altLang="en-US" sz="2400" b="0" dirty="0">
                <a:effectLst>
                  <a:outerShdw blurRad="38100" dist="38100" dir="2700000" algn="tl">
                    <a:srgbClr val="000000">
                      <a:alpha val="43137"/>
                    </a:srgbClr>
                  </a:outerShdw>
                </a:effectLst>
              </a:rPr>
              <a:t>（</a:t>
            </a:r>
            <a:r>
              <a:rPr lang="en-US" altLang="zh-CN" sz="2400" b="0" dirty="0">
                <a:effectLst>
                  <a:outerShdw blurRad="38100" dist="38100" dir="2700000" algn="tl">
                    <a:srgbClr val="000000">
                      <a:alpha val="43137"/>
                    </a:srgbClr>
                  </a:outerShdw>
                </a:effectLst>
              </a:rPr>
              <a:t>3</a:t>
            </a:r>
            <a:r>
              <a:rPr lang="zh-CN" altLang="en-US" sz="2400" b="0" dirty="0">
                <a:effectLst>
                  <a:outerShdw blurRad="38100" dist="38100" dir="2700000" algn="tl">
                    <a:srgbClr val="000000">
                      <a:alpha val="43137"/>
                    </a:srgbClr>
                  </a:outerShdw>
                </a:effectLst>
              </a:rPr>
              <a:t>）情形</a:t>
            </a:r>
            <a:r>
              <a:rPr lang="en-US" altLang="zh-CN" sz="2400" b="0" dirty="0">
                <a:effectLst>
                  <a:outerShdw blurRad="38100" dist="38100" dir="2700000" algn="tl">
                    <a:srgbClr val="000000">
                      <a:alpha val="43137"/>
                    </a:srgbClr>
                  </a:outerShdw>
                </a:effectLst>
              </a:rPr>
              <a:t>1</a:t>
            </a:r>
            <a:r>
              <a:rPr lang="zh-CN" altLang="en-US" sz="2400" b="0" dirty="0"/>
              <a:t>：队列长度为</a:t>
            </a:r>
            <a:r>
              <a:rPr lang="en-US" altLang="zh-CN" sz="2400" b="0" dirty="0"/>
              <a:t>0</a:t>
            </a:r>
            <a:r>
              <a:rPr lang="zh-CN" altLang="en-US" sz="2400" b="0" dirty="0"/>
              <a:t>，无元素可退，报错！</a:t>
            </a:r>
            <a:endParaRPr lang="en-US" altLang="zh-CN" sz="2400" b="0"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17</a:t>
            </a:fld>
            <a:endParaRPr lang="zh-CN" altLang="en-US" dirty="0"/>
          </a:p>
        </p:txBody>
      </p:sp>
    </p:spTree>
    <p:extLst>
      <p:ext uri="{BB962C8B-B14F-4D97-AF65-F5344CB8AC3E}">
        <p14:creationId xmlns:p14="http://schemas.microsoft.com/office/powerpoint/2010/main" val="907946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E22505-B285-46DF-A8C7-BE179E568906}" type="slidenum">
              <a:rPr lang="zh-CN" altLang="en-US" smtClean="0"/>
              <a:t>20</a:t>
            </a:fld>
            <a:endParaRPr lang="zh-CN" altLang="en-US"/>
          </a:p>
        </p:txBody>
      </p:sp>
    </p:spTree>
    <p:extLst>
      <p:ext uri="{BB962C8B-B14F-4D97-AF65-F5344CB8AC3E}">
        <p14:creationId xmlns:p14="http://schemas.microsoft.com/office/powerpoint/2010/main" val="22162838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238100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A4E304D-4302-9926-B9E4-A4F22949FF29}"/>
              </a:ext>
            </a:extLst>
          </p:cNvPr>
          <p:cNvSpPr>
            <a:spLocks noGrp="1"/>
          </p:cNvSpPr>
          <p:nvPr>
            <p:ph type="dt" sz="half" idx="10"/>
          </p:nvPr>
        </p:nvSpPr>
        <p:spPr/>
        <p:txBody>
          <a:bodyPr/>
          <a:lstStyle/>
          <a:p>
            <a:fld id="{9D5BE773-4813-48BD-A50D-5974BFBD6D7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B4BA000-FB47-BDF4-4935-3280248825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CFA3F2-32A8-6E83-CD3C-B6BFA5A1C16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531711" y="18704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58269" y="94585"/>
            <a:ext cx="1988226" cy="470079"/>
          </a:xfrm>
          <a:prstGeom prst="rect">
            <a:avLst/>
          </a:prstGeom>
        </p:spPr>
      </p:pic>
    </p:spTree>
    <p:extLst>
      <p:ext uri="{BB962C8B-B14F-4D97-AF65-F5344CB8AC3E}">
        <p14:creationId xmlns:p14="http://schemas.microsoft.com/office/powerpoint/2010/main" val="144546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2025/10/25</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819697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3132184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890894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1641572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130414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2025/10/25</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3458367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62359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82052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555159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1020D6-47F3-4714-85DB-2BABA54AC46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8A5D494-B37F-469C-8BD6-22F44B8017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128BAF7-4E5C-4B10-85EF-C2AE6D7AA2D3}"/>
              </a:ext>
            </a:extLst>
          </p:cNvPr>
          <p:cNvSpPr>
            <a:spLocks noGrp="1"/>
          </p:cNvSpPr>
          <p:nvPr>
            <p:ph type="dt" sz="half" idx="10"/>
          </p:nvPr>
        </p:nvSpPr>
        <p:spPr/>
        <p:txBody>
          <a:bodyPr/>
          <a:lstStyle/>
          <a:p>
            <a:fld id="{7A1BF030-7CEC-43C3-82F2-3C37B4D480B8}"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80A65872-004A-4E05-B23E-B0FF8D8387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8E190A-D185-425E-8EFA-497DEC057723}"/>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3908891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16FC74-BED8-4A02-BEB8-F3FEE4408CA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EDBD844-EE67-41CD-B568-F43DE0FD91C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DC75EF-23D5-4B74-97FF-A9C3E475DA11}"/>
              </a:ext>
            </a:extLst>
          </p:cNvPr>
          <p:cNvSpPr>
            <a:spLocks noGrp="1"/>
          </p:cNvSpPr>
          <p:nvPr>
            <p:ph type="dt" sz="half" idx="10"/>
          </p:nvPr>
        </p:nvSpPr>
        <p:spPr/>
        <p:txBody>
          <a:bodyPr/>
          <a:lstStyle/>
          <a:p>
            <a:fld id="{FBBB1174-5001-472B-AC79-3119DEF14A36}"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C3CF861B-6F8C-4217-974D-0C53798522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488DD8-F310-47FB-8A04-C3DF89C4CC15}"/>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3227822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0ED24A-0DF0-43FB-82FB-60318A7E304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00F0CDE-4D1F-4324-AD6F-CB38C20291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81D57A5-86CF-49CA-8D91-B684A51FD428}"/>
              </a:ext>
            </a:extLst>
          </p:cNvPr>
          <p:cNvSpPr>
            <a:spLocks noGrp="1"/>
          </p:cNvSpPr>
          <p:nvPr>
            <p:ph type="dt" sz="half" idx="10"/>
          </p:nvPr>
        </p:nvSpPr>
        <p:spPr/>
        <p:txBody>
          <a:bodyPr/>
          <a:lstStyle/>
          <a:p>
            <a:fld id="{EF3541E8-C402-4AC9-A335-81FAC8BCAF67}"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137F0FAA-4B93-404E-AAEF-C18A52BD61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FF1005F-2E82-4A3B-9DDF-DCCFAE4D4594}"/>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3360912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28480-AC93-4A4B-9322-C5035DA4802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A92E2C-66F5-4EA0-A0FD-41AA7215AB8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94FA2BE-9708-423E-8634-00C8E3E48A8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8E78675-AED1-4A55-B410-DE0AC09599BE}"/>
              </a:ext>
            </a:extLst>
          </p:cNvPr>
          <p:cNvSpPr>
            <a:spLocks noGrp="1"/>
          </p:cNvSpPr>
          <p:nvPr>
            <p:ph type="dt" sz="half" idx="10"/>
          </p:nvPr>
        </p:nvSpPr>
        <p:spPr/>
        <p:txBody>
          <a:bodyPr/>
          <a:lstStyle/>
          <a:p>
            <a:fld id="{2F954E13-CF3B-46E2-BA17-334961C4C64F}"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31B28DFC-E4B3-4155-A839-4FFAE9ACB6A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9E98F9A-191A-42B5-940A-23C61605D984}"/>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3502059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3CAFB0-4933-479D-8615-E9812567B39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4CC79D7-E44F-495E-9211-3471CB36B2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75C0DEB-541D-49EE-8D9C-59AB63345F5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A5178D1-8059-438E-982C-A8E4AA7EC2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25D4069-2EE2-4F76-9792-2C5B9FE7781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5E33324-B008-4ADC-B9E1-FA454088288D}"/>
              </a:ext>
            </a:extLst>
          </p:cNvPr>
          <p:cNvSpPr>
            <a:spLocks noGrp="1"/>
          </p:cNvSpPr>
          <p:nvPr>
            <p:ph type="dt" sz="half" idx="10"/>
          </p:nvPr>
        </p:nvSpPr>
        <p:spPr/>
        <p:txBody>
          <a:bodyPr/>
          <a:lstStyle/>
          <a:p>
            <a:fld id="{D27FADAA-AB82-4057-B9D6-87B48B158F8F}" type="datetime1">
              <a:rPr lang="zh-CN" altLang="en-US" smtClean="0"/>
              <a:t>2025/10/25</a:t>
            </a:fld>
            <a:endParaRPr lang="zh-CN" altLang="en-US"/>
          </a:p>
        </p:txBody>
      </p:sp>
      <p:sp>
        <p:nvSpPr>
          <p:cNvPr id="8" name="页脚占位符 7">
            <a:extLst>
              <a:ext uri="{FF2B5EF4-FFF2-40B4-BE49-F238E27FC236}">
                <a16:creationId xmlns:a16="http://schemas.microsoft.com/office/drawing/2014/main" id="{73DEA766-AFAC-455E-99AE-1D469A58FAD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3E62A5B-4DE4-4E01-B435-646713B5530C}"/>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25648385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D816BD-E823-4107-8F2E-39393EF88AF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CB7144B-CD1A-493F-B82E-E637A9E07F22}"/>
              </a:ext>
            </a:extLst>
          </p:cNvPr>
          <p:cNvSpPr>
            <a:spLocks noGrp="1"/>
          </p:cNvSpPr>
          <p:nvPr>
            <p:ph type="dt" sz="half" idx="10"/>
          </p:nvPr>
        </p:nvSpPr>
        <p:spPr/>
        <p:txBody>
          <a:bodyPr/>
          <a:lstStyle/>
          <a:p>
            <a:fld id="{6E72B01B-C2DE-46C2-8D4E-2EFD7F752693}"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81071F9B-50E7-4A96-8B45-50ADE68548F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CD6D294-605F-458D-B835-DDFEC76BF45E}"/>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13928949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E614AE5-86B5-4A91-A2C9-BA224D7053EC}"/>
              </a:ext>
            </a:extLst>
          </p:cNvPr>
          <p:cNvSpPr>
            <a:spLocks noGrp="1"/>
          </p:cNvSpPr>
          <p:nvPr>
            <p:ph type="dt" sz="half" idx="10"/>
          </p:nvPr>
        </p:nvSpPr>
        <p:spPr/>
        <p:txBody>
          <a:bodyPr/>
          <a:lstStyle/>
          <a:p>
            <a:fld id="{033B1831-BB58-44D9-BEA3-BB49DD4BBBCB}" type="datetime1">
              <a:rPr lang="zh-CN" altLang="en-US" smtClean="0"/>
              <a:t>2025/10/25</a:t>
            </a:fld>
            <a:endParaRPr lang="zh-CN" altLang="en-US"/>
          </a:p>
        </p:txBody>
      </p:sp>
      <p:sp>
        <p:nvSpPr>
          <p:cNvPr id="3" name="页脚占位符 2">
            <a:extLst>
              <a:ext uri="{FF2B5EF4-FFF2-40B4-BE49-F238E27FC236}">
                <a16:creationId xmlns:a16="http://schemas.microsoft.com/office/drawing/2014/main" id="{CB4F5938-51AB-432B-B80B-377EC09ECB6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F0C6A41-20AC-4EBF-B577-809A2A827D22}"/>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2747633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040E9-0CAC-46BC-A7FF-2DAA3BD98F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B6D9C44-BA0F-4B1F-AD68-30BF0140ED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07A5C2E-99B9-439B-8D48-C04A5E0469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EF9ADCE-C5C0-4FFF-B30D-47A41A80379A}"/>
              </a:ext>
            </a:extLst>
          </p:cNvPr>
          <p:cNvSpPr>
            <a:spLocks noGrp="1"/>
          </p:cNvSpPr>
          <p:nvPr>
            <p:ph type="dt" sz="half" idx="10"/>
          </p:nvPr>
        </p:nvSpPr>
        <p:spPr/>
        <p:txBody>
          <a:bodyPr/>
          <a:lstStyle/>
          <a:p>
            <a:fld id="{E1591D26-1C86-4B3F-9611-34A03E0C49D3}"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D2A8E447-0873-449C-8DDF-7372AC1D8BF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E290CD0-01DD-4904-B153-FF415870225E}"/>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3233132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211EB6-4CC5-4158-9C6E-F624C8D0C22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D7326CD-F14F-41C5-B492-C4C5196A2C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44527E6-FDBB-4A2E-A4FF-1BAAD7D74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D6C888B-8722-4D57-AEF1-3D894964347E}"/>
              </a:ext>
            </a:extLst>
          </p:cNvPr>
          <p:cNvSpPr>
            <a:spLocks noGrp="1"/>
          </p:cNvSpPr>
          <p:nvPr>
            <p:ph type="dt" sz="half" idx="10"/>
          </p:nvPr>
        </p:nvSpPr>
        <p:spPr/>
        <p:txBody>
          <a:bodyPr/>
          <a:lstStyle/>
          <a:p>
            <a:fld id="{F215B038-DC31-4F05-824A-0F5F68FCB700}"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82130A09-D2FF-422C-8354-25755FA174F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14558D5-E24B-4995-8371-19E9367C05D7}"/>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21442110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8E2176-9085-4B9D-BAAC-0B13BD8C1E3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5031828-E286-483D-AE98-4D470891C97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A6C2B8-A954-46BA-9B50-D6495AEE5A1A}"/>
              </a:ext>
            </a:extLst>
          </p:cNvPr>
          <p:cNvSpPr>
            <a:spLocks noGrp="1"/>
          </p:cNvSpPr>
          <p:nvPr>
            <p:ph type="dt" sz="half" idx="10"/>
          </p:nvPr>
        </p:nvSpPr>
        <p:spPr/>
        <p:txBody>
          <a:bodyPr/>
          <a:lstStyle/>
          <a:p>
            <a:fld id="{7782AF9D-777E-4789-BF22-EC850419202A}"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DEB82960-962E-43DE-8C02-8FFF3A4FDB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7D2D2D7-9F26-4466-A6C7-C6868C606584}"/>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28900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AF94C2C-6375-4CA0-96C0-60AB7FB381D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DFC688E-4C2A-4E8A-A2F6-B758A466456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7B03FFF-6358-49B2-84F9-7F2F4F203350}"/>
              </a:ext>
            </a:extLst>
          </p:cNvPr>
          <p:cNvSpPr>
            <a:spLocks noGrp="1"/>
          </p:cNvSpPr>
          <p:nvPr>
            <p:ph type="dt" sz="half" idx="10"/>
          </p:nvPr>
        </p:nvSpPr>
        <p:spPr/>
        <p:txBody>
          <a:bodyPr/>
          <a:lstStyle/>
          <a:p>
            <a:fld id="{290C9B1A-656E-46F4-BE92-A740302A38D7}"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5DE6D775-A578-4964-ACDF-23EA537806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C3C7B59-7C09-4CEC-AA94-78D2A4714310}"/>
              </a:ext>
            </a:extLst>
          </p:cNvPr>
          <p:cNvSpPr>
            <a:spLocks noGrp="1"/>
          </p:cNvSpPr>
          <p:nvPr>
            <p:ph type="sldNum" sz="quarter" idx="12"/>
          </p:nvPr>
        </p:nvSpPr>
        <p:spPr/>
        <p:txBody>
          <a:body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4121591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9325887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1210762-AAE8-4BCB-86B5-B09783DD15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23D24BA-CA1D-4630-A3FB-FFD3870870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26F2CF2-8803-4AFD-A61C-A07183F83E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6D65D0-23B3-4958-92B7-9CFDBBCF5869}"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3B4B76CA-87F8-4D60-AACC-5E350EFB0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45DD0DF-AD23-4EF8-9518-44863A91C0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90ABB2-A917-4554-8133-39C629CD8CC3}" type="slidenum">
              <a:rPr lang="zh-CN" altLang="en-US" smtClean="0"/>
              <a:t>‹#›</a:t>
            </a:fld>
            <a:endParaRPr lang="zh-CN" altLang="en-US"/>
          </a:p>
        </p:txBody>
      </p:sp>
    </p:spTree>
    <p:extLst>
      <p:ext uri="{BB962C8B-B14F-4D97-AF65-F5344CB8AC3E}">
        <p14:creationId xmlns:p14="http://schemas.microsoft.com/office/powerpoint/2010/main" val="153271450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file:///C:\Users\WuWMi\Desktop\025648-02-05%5b&#21516;002368%5d%20&#25968;&#25454;&#32467;&#26500;&#65288;C&#35821;&#35328;&#29256;&#65289;TO%20WORD\3.1.tif"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file:///C:\Users\WuWMi\Desktop\025648-02-05%5b&#21516;002368%5d%20&#25968;&#25454;&#32467;&#26500;&#65288;C&#35821;&#35328;&#29256;&#65289;TO%20WORD\3.8.tif"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file:///C:\Users\WuWMi\Desktop\025648-02-05%5b&#21516;002368%5d%20&#25968;&#25454;&#32467;&#26500;&#65288;C&#35821;&#35328;&#29256;&#65289;TO%20WORD\3.10.tif" TargetMode="External"/><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file:///C:\Users\WuWMi\Desktop\025648-02-05%5b&#21516;002368%5d%20&#25968;&#25454;&#32467;&#26500;&#65288;C&#35821;&#35328;&#29256;&#65289;TO%20WORD\3.11.tif" TargetMode="Externa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file:///C:\Users\WuWMi\Desktop\025648-02-05%5b&#21516;002368%5d%20&#25968;&#25454;&#32467;&#26500;&#65288;C&#35821;&#35328;&#29256;&#65289;TO%20WORD\3.12.tif"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file:///C:\Users\WuWMi\Desktop\025648-02-05%5b&#21516;002368%5d%20&#25968;&#25454;&#32467;&#26500;&#65288;C&#35821;&#35328;&#29256;&#65289;TO%20WORD\3.13.tif" TargetMode="External"/><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file:///C:\Users\WuWMi\Desktop\025648-02-05%5b&#21516;002368%5d%20&#25968;&#25454;&#32467;&#26500;&#65288;C&#35821;&#35328;&#29256;&#65289;TO%20WORD\3.14.tif" TargetMode="Externa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560F8BA-EDBF-2910-36F9-4BB297220ED8}"/>
              </a:ext>
            </a:extLst>
          </p:cNvPr>
          <p:cNvSpPr/>
          <p:nvPr/>
        </p:nvSpPr>
        <p:spPr>
          <a:xfrm>
            <a:off x="6096000" y="1900591"/>
            <a:ext cx="5093804" cy="3056818"/>
          </a:xfrm>
          <a:prstGeom prst="roundRect">
            <a:avLst/>
          </a:prstGeom>
          <a:blipFill>
            <a:blip r:embed="rId2"/>
            <a:tile tx="0" ty="0" sx="100000" sy="100000" flip="none" algn="tl"/>
          </a:blipFill>
          <a:ln w="92075" cmpd="thickThi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第 </a:t>
            </a:r>
            <a:r>
              <a:rPr kumimoji="0" lang="en-US" altLang="zh-CN"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Wide Latin" panose="020A0A07050505020404" pitchFamily="18" charset="0"/>
                <a:ea typeface="华文彩云" panose="02010800040101010101" pitchFamily="2" charset="-122"/>
                <a:cs typeface="Times New Roman" panose="02020603050405020304" pitchFamily="18" charset="0"/>
              </a:rPr>
              <a:t>3</a:t>
            </a:r>
            <a:r>
              <a:rPr lang="en-US" altLang="zh-CN" sz="4000" dirty="0">
                <a:solidFill>
                  <a:schemeClr val="accent4">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cs typeface="Times New Roman" panose="02020603050405020304" pitchFamily="18" charset="0"/>
              </a:rPr>
              <a:t> </a:t>
            </a: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章</a:t>
            </a:r>
            <a:r>
              <a:rPr kumimoji="0" lang="zh-CN" altLang="en-US"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    </a:t>
            </a:r>
            <a:endParaRPr kumimoji="0" lang="en-US" altLang="zh-CN"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栈和队列</a:t>
            </a:r>
            <a:endParaRPr kumimoji="0" lang="zh-CN" altLang="en-US" sz="6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等线" panose="02010600030101010101" pitchFamily="2" charset="-122"/>
              <a:cs typeface="+mn-cs"/>
            </a:endParaRPr>
          </a:p>
        </p:txBody>
      </p:sp>
      <p:sp>
        <p:nvSpPr>
          <p:cNvPr id="3" name="灯片编号占位符 2">
            <a:extLst>
              <a:ext uri="{FF2B5EF4-FFF2-40B4-BE49-F238E27FC236}">
                <a16:creationId xmlns:a16="http://schemas.microsoft.com/office/drawing/2014/main" id="{87153214-7B01-5997-7E63-571F2D9BDE4A}"/>
              </a:ext>
            </a:extLst>
          </p:cNvPr>
          <p:cNvSpPr>
            <a:spLocks noGrp="1"/>
          </p:cNvSpPr>
          <p:nvPr>
            <p:ph type="sldNum" sz="quarter" idx="12"/>
          </p:nvPr>
        </p:nvSpPr>
        <p:spPr/>
        <p:txBody>
          <a:bodyPr/>
          <a:lstStyle/>
          <a:p>
            <a:fld id="{D7C0FE0B-717B-41AE-9FA2-CA4BF851D1C3}" type="slidenum">
              <a:rPr lang="zh-CN" altLang="en-US" smtClean="0"/>
              <a:t>1</a:t>
            </a:fld>
            <a:endParaRPr lang="zh-CN" altLang="en-US"/>
          </a:p>
        </p:txBody>
      </p:sp>
      <p:pic>
        <p:nvPicPr>
          <p:cNvPr id="4" name="图片 3">
            <a:extLst>
              <a:ext uri="{FF2B5EF4-FFF2-40B4-BE49-F238E27FC236}">
                <a16:creationId xmlns:a16="http://schemas.microsoft.com/office/drawing/2014/main" id="{7F3E0640-F6A6-1CEE-0D03-C1ADB7F771B2}"/>
              </a:ext>
            </a:extLst>
          </p:cNvPr>
          <p:cNvPicPr>
            <a:picLocks noChangeAspect="1"/>
          </p:cNvPicPr>
          <p:nvPr/>
        </p:nvPicPr>
        <p:blipFill>
          <a:blip r:embed="rId3"/>
          <a:stretch>
            <a:fillRect/>
          </a:stretch>
        </p:blipFill>
        <p:spPr>
          <a:xfrm>
            <a:off x="0" y="0"/>
            <a:ext cx="5553083" cy="6858000"/>
          </a:xfrm>
          <a:prstGeom prst="rect">
            <a:avLst/>
          </a:prstGeom>
        </p:spPr>
      </p:pic>
    </p:spTree>
    <p:extLst>
      <p:ext uri="{BB962C8B-B14F-4D97-AF65-F5344CB8AC3E}">
        <p14:creationId xmlns:p14="http://schemas.microsoft.com/office/powerpoint/2010/main" val="1294507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78C400E-9456-CCFF-D7DD-9929F77ECAA7}"/>
              </a:ext>
            </a:extLst>
          </p:cNvPr>
          <p:cNvSpPr>
            <a:spLocks noGrp="1"/>
          </p:cNvSpPr>
          <p:nvPr>
            <p:ph type="sldNum" sz="quarter" idx="12"/>
          </p:nvPr>
        </p:nvSpPr>
        <p:spPr/>
        <p:txBody>
          <a:bodyPr/>
          <a:lstStyle/>
          <a:p>
            <a:fld id="{D7C0FE0B-717B-41AE-9FA2-CA4BF851D1C3}" type="slidenum">
              <a:rPr lang="zh-CN" altLang="en-US" smtClean="0"/>
              <a:t>2</a:t>
            </a:fld>
            <a:endParaRPr lang="zh-CN" altLang="en-US"/>
          </a:p>
        </p:txBody>
      </p:sp>
      <p:sp>
        <p:nvSpPr>
          <p:cNvPr id="4" name="文本框 3">
            <a:extLst>
              <a:ext uri="{FF2B5EF4-FFF2-40B4-BE49-F238E27FC236}">
                <a16:creationId xmlns:a16="http://schemas.microsoft.com/office/drawing/2014/main" id="{B25CE2BA-5382-D7A8-2D5B-7F02D0043C80}"/>
              </a:ext>
            </a:extLst>
          </p:cNvPr>
          <p:cNvSpPr txBox="1"/>
          <p:nvPr/>
        </p:nvSpPr>
        <p:spPr>
          <a:xfrm>
            <a:off x="1238250" y="1098668"/>
            <a:ext cx="9999093" cy="5138907"/>
          </a:xfrm>
          <a:prstGeom prst="rect">
            <a:avLst/>
          </a:prstGeom>
          <a:noFill/>
        </p:spPr>
        <p:txBody>
          <a:bodyPr wrap="square">
            <a:spAutoFit/>
          </a:bodyPr>
          <a:lstStyle/>
          <a:p>
            <a:pPr indent="266700" algn="just">
              <a:lnSpc>
                <a:spcPct val="130000"/>
              </a:lnSpc>
              <a:spcBef>
                <a:spcPts val="1200"/>
              </a:spcBef>
              <a:buNone/>
            </a:pP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栈</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队列</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是两种重要的</a:t>
            </a:r>
            <a:r>
              <a:rPr lang="zh-CN" altLang="zh-CN" sz="2400" b="1" kern="100" dirty="0">
                <a:solidFill>
                  <a:srgbClr val="009BD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线性结构</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30000"/>
              </a:lnSpc>
              <a:spcBef>
                <a:spcPts val="1200"/>
              </a:spcBef>
              <a:buNone/>
            </a:pPr>
            <a:r>
              <a:rPr lang="en-US" altLang="zh-CN" sz="2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从结构特点看，栈和队列也属</a:t>
            </a:r>
            <a:r>
              <a:rPr lang="zh-CN" altLang="zh-CN" sz="2400" b="1" kern="100" dirty="0">
                <a:solidFill>
                  <a:srgbClr val="009BD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线性表</a:t>
            </a:r>
            <a:r>
              <a:rPr lang="zh-CN" altLang="en-US" sz="2400" b="1" kern="1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kern="1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30000"/>
              </a:lnSpc>
              <a:spcBef>
                <a:spcPts val="1200"/>
              </a:spcBef>
              <a:buNone/>
            </a:pPr>
            <a:r>
              <a:rPr lang="en-US" altLang="zh-CN" sz="2400" b="1" kern="100" dirty="0">
                <a:solidFill>
                  <a:srgbClr val="00B0F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其特殊性在于栈和队列的基本操作是线性表操作的子集，它们是</a:t>
            </a:r>
            <a:r>
              <a:rPr lang="zh-CN" altLang="zh-CN" sz="2400" b="1" kern="100" dirty="0">
                <a:solidFill>
                  <a:schemeClr val="accent5">
                    <a:lumMod val="50000"/>
                  </a:schemeClr>
                </a:solidFill>
                <a:effectLst/>
                <a:latin typeface="Times New Roman" panose="02020603050405020304" pitchFamily="18" charset="0"/>
                <a:ea typeface="宋体" panose="02010600030101010101" pitchFamily="2" charset="-122"/>
                <a:cs typeface="Times New Roman" panose="02020603050405020304" pitchFamily="18" charset="0"/>
              </a:rPr>
              <a:t>操作受限</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的线性表，因而也称为</a:t>
            </a:r>
            <a:r>
              <a:rPr lang="zh-CN" altLang="zh-CN" sz="2400" b="1" kern="100" dirty="0">
                <a:solidFill>
                  <a:schemeClr val="accent5">
                    <a:lumMod val="50000"/>
                  </a:schemeClr>
                </a:solidFill>
                <a:effectLst/>
                <a:latin typeface="Times New Roman" panose="02020603050405020304" pitchFamily="18" charset="0"/>
                <a:ea typeface="宋体" panose="02010600030101010101" pitchFamily="2" charset="-122"/>
                <a:cs typeface="Times New Roman" panose="02020603050405020304" pitchFamily="18" charset="0"/>
              </a:rPr>
              <a:t>限定性</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的数据结构。</a:t>
            </a:r>
            <a:endPar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30000"/>
              </a:lnSpc>
              <a:spcBef>
                <a:spcPts val="1200"/>
              </a:spcBef>
              <a:buNone/>
            </a:pPr>
            <a:r>
              <a:rPr lang="en-US" altLang="zh-CN" sz="2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但从数据类型看，它们是和线性表不同的两类重要的</a:t>
            </a:r>
            <a:r>
              <a:rPr lang="zh-CN" altLang="zh-CN" sz="2400" b="1" kern="100" dirty="0">
                <a:solidFill>
                  <a:srgbClr val="009BD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抽象数据类型</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30000"/>
              </a:lnSpc>
              <a:spcBef>
                <a:spcPts val="1200"/>
              </a:spcBef>
              <a:buNone/>
            </a:pP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由于广泛应用在各种软件系统中，因此在面向对象的程序设计中，它们是</a:t>
            </a:r>
            <a:r>
              <a:rPr lang="zh-CN" altLang="zh-CN" sz="2400" b="1" kern="100" dirty="0">
                <a:solidFill>
                  <a:srgbClr val="009BD2"/>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多型数据类型</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30000"/>
              </a:lnSpc>
              <a:spcBef>
                <a:spcPts val="1200"/>
              </a:spcBef>
              <a:buNone/>
            </a:pPr>
            <a:r>
              <a:rPr lang="en-US" altLang="zh-CN" sz="2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本章除了讨论栈和队列的</a:t>
            </a:r>
            <a:r>
              <a:rPr lang="zh-CN"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定义</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表示方法</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实现</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外，还将给出一些</a:t>
            </a:r>
            <a:r>
              <a:rPr lang="zh-CN"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应用</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的例子。</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1344D7B5-6A17-A2D5-6D17-2BCC30F13C34}"/>
              </a:ext>
            </a:extLst>
          </p:cNvPr>
          <p:cNvSpPr txBox="1"/>
          <p:nvPr/>
        </p:nvSpPr>
        <p:spPr>
          <a:xfrm>
            <a:off x="1356015" y="209263"/>
            <a:ext cx="3169457" cy="584775"/>
          </a:xfrm>
          <a:prstGeom prst="rect">
            <a:avLst/>
          </a:prstGeom>
          <a:noFill/>
        </p:spPr>
        <p:txBody>
          <a:bodyPr wrap="none" rtlCol="0">
            <a:spAutoFit/>
          </a:bodyPr>
          <a:lstStyle/>
          <a:p>
            <a:r>
              <a:rPr lang="zh-CN" altLang="en-US" sz="3200" b="1" dirty="0">
                <a:solidFill>
                  <a:srgbClr val="041ABC"/>
                </a:solidFill>
                <a:effectLst>
                  <a:outerShdw blurRad="38100" dist="38100" dir="2700000" algn="tl">
                    <a:srgbClr val="000000">
                      <a:alpha val="43137"/>
                    </a:srgbClr>
                  </a:outerShdw>
                </a:effectLst>
              </a:rPr>
              <a:t>第</a:t>
            </a:r>
            <a:r>
              <a:rPr lang="en-US" altLang="zh-CN" sz="3200" b="1" dirty="0">
                <a:solidFill>
                  <a:srgbClr val="041ABC"/>
                </a:solidFill>
                <a:effectLst>
                  <a:outerShdw blurRad="38100" dist="38100" dir="2700000" algn="tl">
                    <a:srgbClr val="000000">
                      <a:alpha val="43137"/>
                    </a:srgbClr>
                  </a:outerShdw>
                </a:effectLst>
              </a:rPr>
              <a:t>3</a:t>
            </a:r>
            <a:r>
              <a:rPr lang="zh-CN" altLang="en-US" sz="3200" b="1" dirty="0">
                <a:solidFill>
                  <a:srgbClr val="041ABC"/>
                </a:solidFill>
                <a:effectLst>
                  <a:outerShdw blurRad="38100" dist="38100" dir="2700000" algn="tl">
                    <a:srgbClr val="000000">
                      <a:alpha val="43137"/>
                    </a:srgbClr>
                  </a:outerShdw>
                </a:effectLst>
              </a:rPr>
              <a:t>章   栈和队列</a:t>
            </a:r>
          </a:p>
        </p:txBody>
      </p:sp>
    </p:spTree>
    <p:extLst>
      <p:ext uri="{BB962C8B-B14F-4D97-AF65-F5344CB8AC3E}">
        <p14:creationId xmlns:p14="http://schemas.microsoft.com/office/powerpoint/2010/main" val="92336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C52302E-92F0-4C15-63ED-9445498033D3}"/>
              </a:ext>
            </a:extLst>
          </p:cNvPr>
          <p:cNvSpPr>
            <a:spLocks noGrp="1"/>
          </p:cNvSpPr>
          <p:nvPr>
            <p:ph type="sldNum" sz="quarter" idx="12"/>
          </p:nvPr>
        </p:nvSpPr>
        <p:spPr/>
        <p:txBody>
          <a:bodyPr/>
          <a:lstStyle/>
          <a:p>
            <a:fld id="{D7C0FE0B-717B-41AE-9FA2-CA4BF851D1C3}" type="slidenum">
              <a:rPr lang="zh-CN" altLang="en-US" smtClean="0"/>
              <a:t>3</a:t>
            </a:fld>
            <a:endParaRPr lang="zh-CN" altLang="en-US" dirty="0"/>
          </a:p>
        </p:txBody>
      </p:sp>
      <p:sp>
        <p:nvSpPr>
          <p:cNvPr id="3" name="Rectangle 2">
            <a:extLst>
              <a:ext uri="{FF2B5EF4-FFF2-40B4-BE49-F238E27FC236}">
                <a16:creationId xmlns:a16="http://schemas.microsoft.com/office/drawing/2014/main" id="{F3C6F210-D2CB-ADBE-D4C9-A0D80D0D0DD2}"/>
              </a:ext>
            </a:extLst>
          </p:cNvPr>
          <p:cNvSpPr>
            <a:spLocks noChangeArrowheads="1"/>
          </p:cNvSpPr>
          <p:nvPr/>
        </p:nvSpPr>
        <p:spPr bwMode="auto">
          <a:xfrm>
            <a:off x="597196" y="771924"/>
            <a:ext cx="5668521" cy="5869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just" defTabSz="914400" rtl="0" eaLnBrk="0" fontAlgn="base" latinLnBrk="0" hangingPunct="0">
              <a:lnSpc>
                <a:spcPct val="130000"/>
              </a:lnSpc>
              <a:spcBef>
                <a:spcPts val="600"/>
              </a:spcBef>
              <a:spcAft>
                <a:spcPct val="0"/>
              </a:spcAft>
              <a:buClrTx/>
              <a:buSzTx/>
              <a:buFontTx/>
              <a:buNone/>
              <a:tabLst/>
            </a:pPr>
            <a:r>
              <a:rPr kumimoji="0" lang="en-US" altLang="zh-CN" sz="2400" b="1" i="0" u="none" strike="noStrike" cap="none" normalizeH="0" baseline="0" dirty="0">
                <a:ln>
                  <a:noFill/>
                </a:ln>
                <a:solidFill>
                  <a:srgbClr val="002060"/>
                </a:solidFill>
                <a:effectLst/>
                <a:latin typeface="黑体" panose="02010609060101010101" pitchFamily="49" charset="-122"/>
                <a:ea typeface="黑体" panose="02010609060101010101" pitchFamily="49" charset="-122"/>
                <a:cs typeface="Times New Roman" panose="02020603050405020304" pitchFamily="18" charset="0"/>
              </a:rPr>
              <a:t>3.1.1  </a:t>
            </a:r>
            <a:r>
              <a:rPr kumimoji="0" lang="zh-CN" altLang="en-US" sz="2400" b="1" i="0" u="none" strike="noStrike" cap="none" normalizeH="0" baseline="0" dirty="0">
                <a:ln>
                  <a:noFill/>
                </a:ln>
                <a:solidFill>
                  <a:srgbClr val="002060"/>
                </a:solidFill>
                <a:effectLst/>
                <a:latin typeface="黑体" panose="02010609060101010101" pitchFamily="49" charset="-122"/>
                <a:ea typeface="黑体" panose="02010609060101010101" pitchFamily="49" charset="-122"/>
                <a:cs typeface="Times New Roman" panose="02020603050405020304" pitchFamily="18" charset="0"/>
              </a:rPr>
              <a:t>抽象数据类型栈的定义</a:t>
            </a:r>
            <a:endParaRPr lang="en-US" altLang="zh-CN" sz="2400" dirty="0">
              <a:solidFill>
                <a:srgbClr val="002060"/>
              </a:solidFill>
            </a:endParaRPr>
          </a:p>
          <a:p>
            <a:pPr marL="0" marR="0" lvl="0" indent="266700" algn="just" defTabSz="914400" rtl="0" eaLnBrk="0" fontAlgn="base" latinLnBrk="0" hangingPunct="0">
              <a:lnSpc>
                <a:spcPct val="130000"/>
              </a:lnSpc>
              <a:spcBef>
                <a:spcPts val="600"/>
              </a:spcBef>
              <a:spcAft>
                <a:spcPct val="0"/>
              </a:spcAft>
              <a:buClrTx/>
              <a:buSzTx/>
              <a:buFontTx/>
              <a:buNone/>
              <a:tabLst/>
            </a:pPr>
            <a:r>
              <a:rPr kumimoji="0" lang="zh-CN" altLang="en-US" sz="2000"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  栈</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stack</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）是限定仅在表尾进行插入或删除操作的线性表。</a:t>
            </a:r>
            <a:endParaRPr kumimoji="0" lang="en-US" altLang="zh-CN"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0" marR="0" lvl="0" indent="266700" algn="just" defTabSz="914400" rtl="0" eaLnBrk="0" fontAlgn="base" latinLnBrk="0" hangingPunct="0">
              <a:lnSpc>
                <a:spcPct val="130000"/>
              </a:lnSpc>
              <a:spcBef>
                <a:spcPts val="600"/>
              </a:spcBef>
              <a:spcAft>
                <a:spcPct val="0"/>
              </a:spcAft>
              <a:buClrTx/>
              <a:buSzTx/>
              <a:buFontTx/>
              <a:buNone/>
              <a:tabLst/>
            </a:pP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表尾端有其特殊含义，称为</a:t>
            </a:r>
            <a:r>
              <a:rPr lang="zh-CN" altLang="en-US"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栈顶</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top</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0" marR="0" lvl="0" indent="266700" algn="just" defTabSz="914400" rtl="0" eaLnBrk="0" fontAlgn="base" latinLnBrk="0" hangingPunct="0">
              <a:lnSpc>
                <a:spcPct val="130000"/>
              </a:lnSpc>
              <a:spcBef>
                <a:spcPts val="600"/>
              </a:spcBef>
              <a:spcAft>
                <a:spcPct val="0"/>
              </a:spcAft>
              <a:buClrTx/>
              <a:buSzTx/>
              <a:buFontTx/>
              <a:buNone/>
              <a:tabLst/>
            </a:pP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表头端相应称为</a:t>
            </a:r>
            <a:r>
              <a:rPr lang="zh-CN" altLang="en-US"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栈底</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lang="en-US" altLang="zh-CN" sz="2000" b="1" dirty="0">
                <a:latin typeface="+mn-lt"/>
                <a:ea typeface="宋体" panose="02010600030101010101" pitchFamily="2" charset="-122"/>
                <a:cs typeface="Times New Roman" panose="02020603050405020304" pitchFamily="18" charset="0"/>
              </a:rPr>
              <a:t>bottom</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0" marR="0" lvl="0" indent="266700" algn="just" defTabSz="914400" rtl="0" eaLnBrk="0" fontAlgn="base" latinLnBrk="0" hangingPunct="0">
              <a:lnSpc>
                <a:spcPct val="130000"/>
              </a:lnSpc>
              <a:spcBef>
                <a:spcPts val="600"/>
              </a:spcBef>
              <a:spcAft>
                <a:spcPct val="0"/>
              </a:spcAft>
              <a:buClrTx/>
              <a:buSzTx/>
              <a:buFontTx/>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不含元素的空表称为</a:t>
            </a:r>
            <a:r>
              <a:rPr lang="zh-CN" altLang="en-US"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空栈</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dirty="0">
              <a:ln>
                <a:noFill/>
              </a:ln>
              <a:solidFill>
                <a:schemeClr val="tx1"/>
              </a:solidFill>
              <a:effectLst/>
            </a:endParaRPr>
          </a:p>
          <a:p>
            <a:pPr marL="0" marR="0" lvl="0" indent="266700" algn="just" defTabSz="914400" rtl="0" eaLnBrk="0" fontAlgn="base" latinLnBrk="0" hangingPunct="0">
              <a:lnSpc>
                <a:spcPct val="130000"/>
              </a:lnSpc>
              <a:spcBef>
                <a:spcPts val="600"/>
              </a:spcBef>
              <a:spcAft>
                <a:spcPct val="0"/>
              </a:spcAft>
              <a:buClrTx/>
              <a:buSzTx/>
              <a:buFontTx/>
              <a:buNone/>
              <a:tabLst/>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对于</a:t>
            </a:r>
            <a:r>
              <a:rPr lang="zh-CN" altLang="en-US" sz="2000" b="1" dirty="0">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栈</a:t>
            </a:r>
            <a:r>
              <a:rPr kumimoji="0" lang="en-US" altLang="zh-CN" sz="2000" b="1" u="none" strike="noStrike" cap="none" normalizeH="0" baseline="0" dirty="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S</a:t>
            </a:r>
            <a:r>
              <a:rPr kumimoji="0" lang="en-US" altLang="zh-CN" sz="20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sz="2000"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sz="2000"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sz="2000"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1</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sz="2000"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sz="2000"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2</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sz="2000"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sz="2000" b="1" i="1"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en-US" altLang="zh-CN" sz="2000"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，称</a:t>
            </a:r>
            <a:r>
              <a:rPr kumimoji="0" lang="en-US" altLang="zh-CN" sz="2000"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sz="2000"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1</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为</a:t>
            </a:r>
            <a:r>
              <a:rPr kumimoji="0" lang="zh-CN" altLang="en-US" sz="2000" b="1" i="0" u="none" strike="noStrike" cap="none" normalizeH="0" baseline="0" dirty="0">
                <a:ln>
                  <a:noFill/>
                </a:ln>
                <a:solidFill>
                  <a:srgbClr val="041ABC"/>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栈底元素</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sz="2000"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sz="2000" b="1" i="1"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为</a:t>
            </a:r>
            <a:r>
              <a:rPr lang="zh-CN" altLang="en-US" sz="2000" b="1" dirty="0">
                <a:solidFill>
                  <a:srgbClr val="041ABC"/>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栈顶元素</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。栈中元素按</a:t>
            </a:r>
            <a:r>
              <a:rPr kumimoji="0" lang="en-US" altLang="zh-CN" sz="2000"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sz="2000"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1</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sz="2000"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sz="2000"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2</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sz="2000"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sz="2000" b="1" i="1"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的次序进栈，退栈的第一个元素应为栈顶元素。</a:t>
            </a:r>
            <a:endParaRPr kumimoji="0" lang="en-US" altLang="zh-CN"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0" marR="0" lvl="0" indent="266700" algn="just" defTabSz="914400" rtl="0" eaLnBrk="0" fontAlgn="base" latinLnBrk="0" hangingPunct="0">
              <a:lnSpc>
                <a:spcPct val="130000"/>
              </a:lnSpc>
              <a:spcBef>
                <a:spcPts val="600"/>
              </a:spcBef>
              <a:spcAft>
                <a:spcPct val="0"/>
              </a:spcAft>
              <a:buClrTx/>
              <a:buSzTx/>
              <a:buFontTx/>
              <a:buNone/>
              <a:tabLst/>
            </a:pPr>
            <a:r>
              <a:rPr kumimoji="0" lang="zh-CN" altLang="en-US" sz="2000" b="1" i="0" u="none" strike="noStrike" cap="none" normalizeH="0" baseline="0" dirty="0">
                <a:ln>
                  <a:noFill/>
                </a:ln>
                <a:solidFill>
                  <a:schemeClr val="tx1"/>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    栈</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的修改按后进先出的原则进行（如图</a:t>
            </a:r>
            <a:r>
              <a:rPr kumimoji="0" lang="en-US" altLang="zh-CN"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3.1(a)</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所示）。</a:t>
            </a:r>
            <a:r>
              <a:rPr lang="zh-CN" altLang="en-US" sz="2000" b="1" dirty="0">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栈</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又称为</a:t>
            </a:r>
            <a:r>
              <a:rPr lang="zh-CN" altLang="en-US" sz="20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后进先出</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lang="en-US" altLang="zh-CN" sz="2000" b="1" dirty="0">
                <a:latin typeface="+mn-lt"/>
                <a:ea typeface="宋体" panose="02010600030101010101" pitchFamily="2" charset="-122"/>
                <a:cs typeface="Times New Roman" panose="02020603050405020304" pitchFamily="18" charset="0"/>
              </a:rPr>
              <a:t>last in first out</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a:t>
            </a:r>
            <a:r>
              <a:rPr lang="zh-CN" altLang="en-US" sz="2000" b="1" dirty="0">
                <a:solidFill>
                  <a:srgbClr val="041ABC"/>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线性表</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（简称</a:t>
            </a:r>
            <a:r>
              <a:rPr kumimoji="0" lang="en-US" altLang="zh-CN" sz="2000"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LIFO</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结构），</a:t>
            </a:r>
            <a:endParaRPr kumimoji="0" lang="en-US" altLang="zh-CN"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0" marR="0" lvl="0" indent="266700" algn="just" defTabSz="914400" rtl="0" eaLnBrk="0" fontAlgn="base" latinLnBrk="0" hangingPunct="0">
              <a:lnSpc>
                <a:spcPct val="130000"/>
              </a:lnSpc>
              <a:spcBef>
                <a:spcPts val="600"/>
              </a:spcBef>
              <a:spcAft>
                <a:spcPct val="0"/>
              </a:spcAft>
              <a:buClrTx/>
              <a:buSzTx/>
              <a:buFontTx/>
              <a:buNone/>
              <a:tabLst/>
            </a:pP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可用图</a:t>
            </a:r>
            <a:r>
              <a:rPr kumimoji="0" lang="en-US" altLang="zh-CN"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3.1(b)</a:t>
            </a:r>
            <a:r>
              <a:rPr kumimoji="0" lang="zh-CN" altLang="en-US" sz="2000"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的铁路调度站形象表示</a:t>
            </a: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2000" b="0" i="0" u="none" strike="noStrike" cap="none" normalizeH="0" baseline="0" dirty="0">
              <a:ln>
                <a:noFill/>
              </a:ln>
              <a:solidFill>
                <a:schemeClr val="tx1"/>
              </a:solidFill>
              <a:effectLst/>
            </a:endParaRPr>
          </a:p>
        </p:txBody>
      </p:sp>
      <p:pic>
        <p:nvPicPr>
          <p:cNvPr id="1025" name="Picture 1">
            <a:extLst>
              <a:ext uri="{FF2B5EF4-FFF2-40B4-BE49-F238E27FC236}">
                <a16:creationId xmlns:a16="http://schemas.microsoft.com/office/drawing/2014/main" id="{F6627264-2B0D-2DD4-50CF-D82581D19232}"/>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648688" y="1465118"/>
            <a:ext cx="5223872" cy="345273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49324AA-FD71-8571-C12C-4D20B3FBD837}"/>
              </a:ext>
            </a:extLst>
          </p:cNvPr>
          <p:cNvSpPr>
            <a:spLocks noChangeArrowheads="1"/>
          </p:cNvSpPr>
          <p:nvPr/>
        </p:nvSpPr>
        <p:spPr bwMode="auto">
          <a:xfrm rot="10800000" flipV="1">
            <a:off x="6696698" y="5126193"/>
            <a:ext cx="4976036"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2000" b="0" i="0" u="none" strike="noStrike" cap="none" normalizeH="0" baseline="0" dirty="0">
                <a:ln>
                  <a:noFill/>
                </a:ln>
                <a:solidFill>
                  <a:schemeClr val="tx1"/>
                </a:solidFill>
                <a:effectLst/>
                <a:latin typeface="+mj-ea"/>
                <a:ea typeface="+mj-ea"/>
                <a:cs typeface="Times New Roman" panose="02020603050405020304" pitchFamily="18" charset="0"/>
              </a:rPr>
              <a:t>3.1  </a:t>
            </a:r>
            <a:r>
              <a:rPr kumimoji="0" lang="zh-CN" altLang="en-US" sz="2000" b="1"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栈</a:t>
            </a:r>
            <a:endParaRPr kumimoji="0" lang="zh-CN" altLang="en-US" sz="2000" b="1" i="0" u="none" strike="noStrike" cap="none" normalizeH="0" baseline="0" dirty="0">
              <a:ln>
                <a:noFill/>
              </a:ln>
              <a:solidFill>
                <a:schemeClr val="tx1"/>
              </a:solidFill>
              <a:effectLst>
                <a:outerShdw blurRad="38100" dist="38100" dir="2700000" algn="tl">
                  <a:srgbClr val="000000">
                    <a:alpha val="43137"/>
                  </a:srgbClr>
                </a:outerShdw>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b="1"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栈</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的示意图；</a:t>
            </a:r>
            <a:r>
              <a:rPr kumimoji="0" lang="zh-CN" altLang="en-US"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用</a:t>
            </a:r>
            <a:r>
              <a:rPr kumimoji="0" lang="zh-CN" altLang="en-US"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铁路调度站</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表示</a:t>
            </a:r>
            <a:r>
              <a:rPr kumimoji="0" lang="zh-CN" altLang="en-US" b="1"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栈</a:t>
            </a:r>
            <a:endParaRPr kumimoji="0" lang="zh-CN" altLang="en-US" b="1" i="0" u="none" strike="noStrike" cap="none" normalizeH="0" baseline="0" dirty="0">
              <a:ln>
                <a:noFill/>
              </a:ln>
              <a:solidFill>
                <a:schemeClr val="tx1"/>
              </a:solidFill>
              <a:effectLst>
                <a:outerShdw blurRad="38100" dist="38100" dir="2700000" algn="tl">
                  <a:srgbClr val="000000">
                    <a:alpha val="43137"/>
                  </a:srgbClr>
                </a:outerShdw>
              </a:effectLst>
              <a:latin typeface="Arial" panose="020B0604020202020204" pitchFamily="34" charset="0"/>
            </a:endParaRPr>
          </a:p>
        </p:txBody>
      </p:sp>
      <p:sp>
        <p:nvSpPr>
          <p:cNvPr id="6" name="文本框 5">
            <a:extLst>
              <a:ext uri="{FF2B5EF4-FFF2-40B4-BE49-F238E27FC236}">
                <a16:creationId xmlns:a16="http://schemas.microsoft.com/office/drawing/2014/main" id="{A01FA104-B2F9-6A30-5EF1-E56411D03802}"/>
              </a:ext>
            </a:extLst>
          </p:cNvPr>
          <p:cNvSpPr txBox="1"/>
          <p:nvPr/>
        </p:nvSpPr>
        <p:spPr>
          <a:xfrm>
            <a:off x="1141701" y="246556"/>
            <a:ext cx="1985962" cy="523220"/>
          </a:xfrm>
          <a:prstGeom prst="rect">
            <a:avLst/>
          </a:prstGeom>
          <a:noFill/>
        </p:spPr>
        <p:txBody>
          <a:bodyPr wrap="square">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C00000"/>
                </a:solidFill>
                <a:effectLst>
                  <a:outerShdw blurRad="38100" dist="38100" dir="2700000" algn="tl">
                    <a:srgbClr val="000000">
                      <a:alpha val="43137"/>
                    </a:srgbClr>
                  </a:outerShdw>
                </a:effectLst>
                <a:ea typeface="+mj-ea"/>
                <a:cs typeface="Times New Roman" panose="02020603050405020304" pitchFamily="18" charset="0"/>
              </a:rPr>
              <a:t>3.1  </a:t>
            </a:r>
            <a:r>
              <a:rPr kumimoji="0" lang="zh-CN" altLang="en-US" sz="2800" b="1" i="0" u="none" strike="noStrike" cap="none" normalizeH="0" baseline="0" dirty="0">
                <a:ln>
                  <a:noFill/>
                </a:ln>
                <a:solidFill>
                  <a:srgbClr val="C00000"/>
                </a:solidFill>
                <a:effectLst>
                  <a:outerShdw blurRad="38100" dist="38100" dir="2700000" algn="tl">
                    <a:srgbClr val="000000">
                      <a:alpha val="43137"/>
                    </a:srgbClr>
                  </a:outerShdw>
                </a:effectLst>
                <a:ea typeface="+mj-ea"/>
                <a:cs typeface="Times New Roman" panose="02020603050405020304" pitchFamily="18" charset="0"/>
              </a:rPr>
              <a:t>栈</a:t>
            </a:r>
            <a:endParaRPr kumimoji="0" lang="zh-CN" altLang="en-US" sz="2800" b="0" i="0" u="none" strike="noStrike" cap="none" normalizeH="0" baseline="0" dirty="0">
              <a:ln>
                <a:noFill/>
              </a:ln>
              <a:solidFill>
                <a:srgbClr val="C00000"/>
              </a:solidFill>
              <a:effectLst>
                <a:outerShdw blurRad="38100" dist="38100" dir="2700000" algn="tl">
                  <a:srgbClr val="000000">
                    <a:alpha val="43137"/>
                  </a:srgbClr>
                </a:outerShdw>
              </a:effectLst>
              <a:ea typeface="+mj-ea"/>
            </a:endParaRPr>
          </a:p>
        </p:txBody>
      </p:sp>
    </p:spTree>
    <p:extLst>
      <p:ext uri="{BB962C8B-B14F-4D97-AF65-F5344CB8AC3E}">
        <p14:creationId xmlns:p14="http://schemas.microsoft.com/office/powerpoint/2010/main" val="4027611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1000"/>
                                        <p:tgtEl>
                                          <p:spTgt spid="3">
                                            <p:txEl>
                                              <p:pRg st="7" end="7"/>
                                            </p:txEl>
                                          </p:spTgt>
                                        </p:tgtEl>
                                      </p:cBhvr>
                                    </p:animEffect>
                                    <p:anim calcmode="lin" valueType="num">
                                      <p:cBhvr>
                                        <p:cTn id="4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par>
                          <p:cTn id="49" fill="hold">
                            <p:stCondLst>
                              <p:cond delay="1000"/>
                            </p:stCondLst>
                            <p:childTnLst>
                              <p:par>
                                <p:cTn id="50" presetID="42" presetClass="entr" presetSubtype="0" fill="hold" nodeType="afterEffect">
                                  <p:stCondLst>
                                    <p:cond delay="0"/>
                                  </p:stCondLst>
                                  <p:childTnLst>
                                    <p:set>
                                      <p:cBhvr>
                                        <p:cTn id="51" dur="1" fill="hold">
                                          <p:stCondLst>
                                            <p:cond delay="0"/>
                                          </p:stCondLst>
                                        </p:cTn>
                                        <p:tgtEl>
                                          <p:spTgt spid="1025"/>
                                        </p:tgtEl>
                                        <p:attrNameLst>
                                          <p:attrName>style.visibility</p:attrName>
                                        </p:attrNameLst>
                                      </p:cBhvr>
                                      <p:to>
                                        <p:strVal val="visible"/>
                                      </p:to>
                                    </p:set>
                                    <p:animEffect transition="in" filter="fade">
                                      <p:cBhvr>
                                        <p:cTn id="52" dur="1000"/>
                                        <p:tgtEl>
                                          <p:spTgt spid="1025"/>
                                        </p:tgtEl>
                                      </p:cBhvr>
                                    </p:animEffect>
                                    <p:anim calcmode="lin" valueType="num">
                                      <p:cBhvr>
                                        <p:cTn id="53" dur="1000" fill="hold"/>
                                        <p:tgtEl>
                                          <p:spTgt spid="1025"/>
                                        </p:tgtEl>
                                        <p:attrNameLst>
                                          <p:attrName>ppt_x</p:attrName>
                                        </p:attrNameLst>
                                      </p:cBhvr>
                                      <p:tavLst>
                                        <p:tav tm="0">
                                          <p:val>
                                            <p:strVal val="#ppt_x"/>
                                          </p:val>
                                        </p:tav>
                                        <p:tav tm="100000">
                                          <p:val>
                                            <p:strVal val="#ppt_x"/>
                                          </p:val>
                                        </p:tav>
                                      </p:tavLst>
                                    </p:anim>
                                    <p:anim calcmode="lin" valueType="num">
                                      <p:cBhvr>
                                        <p:cTn id="54" dur="1000" fill="hold"/>
                                        <p:tgtEl>
                                          <p:spTgt spid="1025"/>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1000"/>
                                        <p:tgtEl>
                                          <p:spTgt spid="4"/>
                                        </p:tgtEl>
                                      </p:cBhvr>
                                    </p:animEffect>
                                    <p:anim calcmode="lin" valueType="num">
                                      <p:cBhvr>
                                        <p:cTn id="58" dur="1000" fill="hold"/>
                                        <p:tgtEl>
                                          <p:spTgt spid="4"/>
                                        </p:tgtEl>
                                        <p:attrNameLst>
                                          <p:attrName>ppt_x</p:attrName>
                                        </p:attrNameLst>
                                      </p:cBhvr>
                                      <p:tavLst>
                                        <p:tav tm="0">
                                          <p:val>
                                            <p:strVal val="#ppt_x"/>
                                          </p:val>
                                        </p:tav>
                                        <p:tav tm="100000">
                                          <p:val>
                                            <p:strVal val="#ppt_x"/>
                                          </p:val>
                                        </p:tav>
                                      </p:tavLst>
                                    </p:anim>
                                    <p:anim calcmode="lin" valueType="num">
                                      <p:cBhvr>
                                        <p:cTn id="5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26AD100-BF8B-5886-EADD-F2C7BFB838DF}"/>
              </a:ext>
            </a:extLst>
          </p:cNvPr>
          <p:cNvSpPr>
            <a:spLocks noGrp="1"/>
          </p:cNvSpPr>
          <p:nvPr>
            <p:ph type="sldNum" sz="quarter" idx="12"/>
          </p:nvPr>
        </p:nvSpPr>
        <p:spPr/>
        <p:txBody>
          <a:bodyPr/>
          <a:lstStyle/>
          <a:p>
            <a:fld id="{D7C0FE0B-717B-41AE-9FA2-CA4BF851D1C3}" type="slidenum">
              <a:rPr lang="zh-CN" altLang="en-US" smtClean="0"/>
              <a:t>4</a:t>
            </a:fld>
            <a:endParaRPr lang="zh-CN" altLang="en-US"/>
          </a:p>
        </p:txBody>
      </p:sp>
      <p:sp>
        <p:nvSpPr>
          <p:cNvPr id="3" name="文本框 3">
            <a:extLst>
              <a:ext uri="{FF2B5EF4-FFF2-40B4-BE49-F238E27FC236}">
                <a16:creationId xmlns:a16="http://schemas.microsoft.com/office/drawing/2014/main" id="{BFB3200E-EE02-64AF-8107-42F038499CFA}"/>
              </a:ext>
            </a:extLst>
          </p:cNvPr>
          <p:cNvSpPr txBox="1"/>
          <p:nvPr/>
        </p:nvSpPr>
        <p:spPr>
          <a:xfrm>
            <a:off x="217" y="751678"/>
            <a:ext cx="6095783" cy="5909310"/>
          </a:xfrm>
          <a:prstGeom prst="rect">
            <a:avLst/>
          </a:prstGeom>
          <a:solidFill>
            <a:schemeClr val="tx2">
              <a:lumMod val="10000"/>
              <a:lumOff val="90000"/>
            </a:schemeClr>
          </a:solid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69240" algn="just">
              <a:spcBef>
                <a:spcPts val="600"/>
              </a:spcBef>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ADT Stack { </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55600">
              <a:buNone/>
            </a:pPr>
            <a:r>
              <a:rPr lang="zh-CN" altLang="zh-CN" sz="1800" kern="100" dirty="0">
                <a:effectLst/>
                <a:latin typeface="Courier New" panose="02070309020205020404" pitchFamily="49" charset="0"/>
                <a:ea typeface="黑体" panose="02010609060101010101" pitchFamily="49" charset="-122"/>
                <a:cs typeface="Courier New" panose="02070309020205020404" pitchFamily="49" charset="0"/>
              </a:rPr>
              <a:t>数据对象：</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D={</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ElemSet,i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=1,2,…,n,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n≥0</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55600" algn="just">
              <a:buNone/>
            </a:pPr>
            <a:r>
              <a:rPr lang="zh-CN" altLang="zh-CN" sz="1800" kern="100" dirty="0">
                <a:effectLst/>
                <a:latin typeface="Courier New" panose="02070309020205020404" pitchFamily="49" charset="0"/>
                <a:ea typeface="黑体" panose="02010609060101010101" pitchFamily="49" charset="-122"/>
                <a:cs typeface="Courier New" panose="02070309020205020404" pitchFamily="49" charset="0"/>
              </a:rPr>
              <a:t>数据关系：</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R1</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&lt;a</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1</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i-1</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D</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=2,…,n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p>
          <a:p>
            <a:pPr indent="355600" algn="just">
              <a:buNone/>
            </a:pPr>
            <a:r>
              <a:rPr lang="en-US" altLang="zh-CN" kern="100" dirty="0">
                <a:latin typeface="Courier New" panose="02070309020205020404" pitchFamily="49" charset="0"/>
                <a:ea typeface="宋体" panose="02010600030101010101" pitchFamily="2" charset="-122"/>
                <a:cs typeface="Times New Roman" panose="02020603050405020304" pitchFamily="18"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约定</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端为栈顶，</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端为栈底。</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55600" algn="just">
              <a:buNone/>
            </a:pPr>
            <a:r>
              <a:rPr lang="zh-CN" altLang="zh-CN" sz="1800" kern="100" dirty="0">
                <a:effectLst/>
                <a:latin typeface="Courier New" panose="02070309020205020404" pitchFamily="49" charset="0"/>
                <a:ea typeface="黑体" panose="02010609060101010101" pitchFamily="49" charset="-122"/>
                <a:cs typeface="Courier New" panose="02070309020205020404" pitchFamily="49" charset="0"/>
              </a:rPr>
              <a:t>基本操作：</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08000" algn="just">
              <a:buNone/>
            </a:pP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InitStack</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(size);</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660400" algn="just">
              <a:buNone/>
            </a:pP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操作结果：构造并返回一个空栈，容量为</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size</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08000" algn="just"/>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FreeStack</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(S);</a:t>
            </a:r>
            <a:endParaRPr lang="zh-CN"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indent="677545" algn="just">
              <a:buNone/>
            </a:pP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初始条件：栈</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已存在。</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77545" algn="just">
              <a:buNone/>
            </a:pP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操作结果：回收栈</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占用的存储空间，</a:t>
            </a:r>
            <a:endParaRPr lang="en-US"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endParaRPr>
          </a:p>
          <a:p>
            <a:pPr indent="677545" algn="just">
              <a:buNone/>
            </a:pPr>
            <a:r>
              <a:rPr lang="en-US" altLang="zh-CN" kern="100" dirty="0">
                <a:solidFill>
                  <a:srgbClr val="000000"/>
                </a:solidFill>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栈</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不再可用，返回</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NULL</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08000" algn="just"/>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ClearStack</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(S);</a:t>
            </a:r>
            <a:endParaRPr lang="zh-CN"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indent="677545" algn="just">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初始条件：栈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已存在。</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77545" algn="just">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操作结果：将</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清为空栈。</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08000" algn="just"/>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StackEmpty</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(S);</a:t>
            </a:r>
            <a:endParaRPr lang="zh-CN"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indent="677545" algn="just">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初始条件：栈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已存在。</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77545" algn="just">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操作结果：若栈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为空栈，则返回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TRUE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indent="677545" algn="just">
              <a:buNone/>
            </a:pPr>
            <a:r>
              <a:rPr lang="en-US" altLang="zh-CN" kern="100" dirty="0">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否则</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FALSE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08000" algn="just"/>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StackLen</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(S);</a:t>
            </a:r>
            <a:endParaRPr lang="zh-CN"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indent="677545" algn="just">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初始条件：栈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已存在。</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77545" algn="just">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操作结果：返回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的元素个数，即栈的长度。</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文本框 5">
            <a:extLst>
              <a:ext uri="{FF2B5EF4-FFF2-40B4-BE49-F238E27FC236}">
                <a16:creationId xmlns:a16="http://schemas.microsoft.com/office/drawing/2014/main" id="{943C3EFB-E035-0A3D-129C-BFEC2E52FE7F}"/>
              </a:ext>
            </a:extLst>
          </p:cNvPr>
          <p:cNvSpPr txBox="1"/>
          <p:nvPr/>
        </p:nvSpPr>
        <p:spPr>
          <a:xfrm>
            <a:off x="6434570" y="663355"/>
            <a:ext cx="3496368" cy="775084"/>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称</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插入元素</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的操作为</a:t>
            </a: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入栈</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删除栈顶元素</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的操作为</a:t>
            </a:r>
            <a:r>
              <a:rPr lang="zh-CN" altLang="zh-CN" sz="2000" b="1" kern="100" dirty="0">
                <a:solidFill>
                  <a:srgbClr val="C00000"/>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出栈</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0484BCD5-A94D-5BB7-1C9D-F137A65AA80E}"/>
              </a:ext>
            </a:extLst>
          </p:cNvPr>
          <p:cNvSpPr txBox="1"/>
          <p:nvPr/>
        </p:nvSpPr>
        <p:spPr>
          <a:xfrm>
            <a:off x="6434570" y="1484023"/>
            <a:ext cx="5418859" cy="795667"/>
          </a:xfrm>
          <a:prstGeom prst="rect">
            <a:avLst/>
          </a:prstGeom>
          <a:noFill/>
        </p:spPr>
        <p:txBody>
          <a:bodyPr wrap="square">
            <a:spAutoFit/>
          </a:bodyPr>
          <a:lstStyle/>
          <a:p>
            <a:pPr>
              <a:lnSpc>
                <a:spcPct val="120000"/>
              </a:lnSpc>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栈的基本操作除了在栈顶进行插入或删除外，</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常用的</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还有</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栈的初始化</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判空</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及</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取栈顶元素</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等。</a:t>
            </a:r>
            <a:endParaRPr lang="zh-CN" altLang="en-US" sz="2000" dirty="0"/>
          </a:p>
        </p:txBody>
      </p:sp>
      <p:sp>
        <p:nvSpPr>
          <p:cNvPr id="8" name="文本框 7">
            <a:extLst>
              <a:ext uri="{FF2B5EF4-FFF2-40B4-BE49-F238E27FC236}">
                <a16:creationId xmlns:a16="http://schemas.microsoft.com/office/drawing/2014/main" id="{6FB1902C-76CC-8BE9-F4E7-FA6BEB676050}"/>
              </a:ext>
            </a:extLst>
          </p:cNvPr>
          <p:cNvSpPr txBox="1"/>
          <p:nvPr/>
        </p:nvSpPr>
        <p:spPr>
          <a:xfrm>
            <a:off x="5762191" y="2413671"/>
            <a:ext cx="6429809" cy="4247317"/>
          </a:xfrm>
          <a:prstGeom prst="rect">
            <a:avLst/>
          </a:prstGeom>
          <a:solidFill>
            <a:schemeClr val="tx2">
              <a:lumMod val="10000"/>
              <a:lumOff val="90000"/>
            </a:schemeClr>
          </a:solidFill>
        </p:spPr>
        <p:txBody>
          <a:bodyPr wrap="square">
            <a:spAutoFit/>
          </a:bodyPr>
          <a:lstStyle/>
          <a:p>
            <a:pPr indent="508000" algn="just"/>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GetTop</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(S);</a:t>
            </a:r>
            <a:endParaRPr lang="zh-CN"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indent="660400" algn="just">
              <a:buNone/>
            </a:pP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初始条件：栈</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已存在且非空。</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60400" algn="just">
              <a:buNone/>
            </a:pP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操作结果：返回</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的栈顶元素。</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08000" algn="just"/>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Push(S, e);</a:t>
            </a:r>
            <a:endParaRPr lang="zh-CN"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indent="660400" algn="just">
              <a:buNone/>
            </a:pP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初始条件：栈</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已存在。</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60400" algn="just">
              <a:buNone/>
            </a:pP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操作结果：插入元素</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为新的栈顶元素。</a:t>
            </a:r>
            <a:endParaRPr lang="en-US"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endParaRPr>
          </a:p>
          <a:p>
            <a:pPr indent="660400" algn="just">
              <a:buNone/>
            </a:pPr>
            <a:r>
              <a:rPr lang="en-US" altLang="zh-CN" kern="100" dirty="0">
                <a:solidFill>
                  <a:srgbClr val="000000"/>
                </a:solidFill>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每当容量不足时，按约定方式扩容。</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08000" algn="just"/>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Pop(S);</a:t>
            </a:r>
            <a:endParaRPr lang="zh-CN"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indent="660400" algn="just">
              <a:buNone/>
            </a:pP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初始条件：栈</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已存在且非空。</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60400" algn="just">
              <a:buNone/>
            </a:pP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操作结果：删除</a:t>
            </a:r>
            <a:r>
              <a:rPr lang="en-US" altLang="zh-CN" sz="1800"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solidFill>
                  <a:srgbClr val="000000"/>
                </a:solidFill>
                <a:effectLst/>
                <a:latin typeface="Courier New" panose="02070309020205020404" pitchFamily="49" charset="0"/>
                <a:ea typeface="宋体" panose="02010600030101010101" pitchFamily="2" charset="-122"/>
                <a:cs typeface="Courier New" panose="02070309020205020404" pitchFamily="49" charset="0"/>
              </a:rPr>
              <a:t>的栈顶元素，并返回其值。</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508000" algn="just"/>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StackTrav</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(S, visit());</a:t>
            </a:r>
            <a:endParaRPr lang="zh-CN"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indent="660400" algn="just">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初始条件：栈</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已存在且非空。</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60400" algn="just">
              <a:buNone/>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操作结果：从栈底到栈顶依次对</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S</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每个数据元素调</a:t>
            </a:r>
            <a:r>
              <a:rPr lang="zh-CN" altLang="zh-CN" kern="100" dirty="0">
                <a:latin typeface="Courier New" panose="02070309020205020404" pitchFamily="49" charset="0"/>
                <a:cs typeface="Courier New" panose="02070309020205020404" pitchFamily="49" charset="0"/>
              </a:rPr>
              <a:t>用</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indent="660400" algn="just">
              <a:buNone/>
            </a:pP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函数</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visit(),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一旦失败，则操作终止。</a:t>
            </a:r>
            <a:endParaRPr lang="zh-CN" altLang="zh-CN" sz="2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9240" algn="just">
              <a:spcAft>
                <a:spcPts val="600"/>
              </a:spcAf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}ADT Stack</a:t>
            </a:r>
            <a:endParaRPr lang="zh-CN" altLang="en-US" dirty="0"/>
          </a:p>
        </p:txBody>
      </p:sp>
      <p:sp>
        <p:nvSpPr>
          <p:cNvPr id="10" name="文本框 9">
            <a:extLst>
              <a:ext uri="{FF2B5EF4-FFF2-40B4-BE49-F238E27FC236}">
                <a16:creationId xmlns:a16="http://schemas.microsoft.com/office/drawing/2014/main" id="{248AC933-E779-59DA-E349-0B8EF379635E}"/>
              </a:ext>
            </a:extLst>
          </p:cNvPr>
          <p:cNvSpPr txBox="1"/>
          <p:nvPr/>
        </p:nvSpPr>
        <p:spPr>
          <a:xfrm>
            <a:off x="93141" y="264811"/>
            <a:ext cx="4432100" cy="461665"/>
          </a:xfrm>
          <a:prstGeom prst="rect">
            <a:avLst/>
          </a:prstGeom>
          <a:noFill/>
        </p:spPr>
        <p:txBody>
          <a:bodyPr wrap="square">
            <a:spAutoFit/>
          </a:bodyPr>
          <a:lstStyle/>
          <a:p>
            <a:pPr indent="266700" algn="just">
              <a:buNone/>
            </a:pP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栈</a:t>
            </a:r>
            <a:r>
              <a:rPr lang="zh-CN" altLang="zh-CN" sz="2400" kern="10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的</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抽象数据类型</a:t>
            </a:r>
            <a:r>
              <a:rPr lang="zh-CN" altLang="zh-CN" sz="2400" b="1" kern="100" dirty="0">
                <a:solidFill>
                  <a:srgbClr val="00206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b="1" kern="100" dirty="0">
              <a:solidFill>
                <a:srgbClr val="00206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33489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3A04DA7-9C07-540F-735B-3670732B3CDD}"/>
              </a:ext>
            </a:extLst>
          </p:cNvPr>
          <p:cNvSpPr>
            <a:spLocks noGrp="1"/>
          </p:cNvSpPr>
          <p:nvPr>
            <p:ph type="sldNum" sz="quarter" idx="12"/>
          </p:nvPr>
        </p:nvSpPr>
        <p:spPr/>
        <p:txBody>
          <a:bodyPr/>
          <a:lstStyle/>
          <a:p>
            <a:fld id="{D7C0FE0B-717B-41AE-9FA2-CA4BF851D1C3}" type="slidenum">
              <a:rPr lang="zh-CN" altLang="en-US" smtClean="0"/>
              <a:t>5</a:t>
            </a:fld>
            <a:endParaRPr lang="zh-CN" altLang="en-US"/>
          </a:p>
        </p:txBody>
      </p:sp>
      <p:sp>
        <p:nvSpPr>
          <p:cNvPr id="4" name="文本框 3">
            <a:extLst>
              <a:ext uri="{FF2B5EF4-FFF2-40B4-BE49-F238E27FC236}">
                <a16:creationId xmlns:a16="http://schemas.microsoft.com/office/drawing/2014/main" id="{4630EFEA-A11D-99CD-D4E3-227C848988D8}"/>
              </a:ext>
            </a:extLst>
          </p:cNvPr>
          <p:cNvSpPr txBox="1"/>
          <p:nvPr/>
        </p:nvSpPr>
        <p:spPr>
          <a:xfrm>
            <a:off x="517379" y="1118111"/>
            <a:ext cx="11157241" cy="4621778"/>
          </a:xfrm>
          <a:prstGeom prst="rect">
            <a:avLst/>
          </a:prstGeom>
          <a:noFill/>
        </p:spPr>
        <p:txBody>
          <a:bodyPr wrap="square">
            <a:spAutoFit/>
          </a:bodyPr>
          <a:lstStyle/>
          <a:p>
            <a:pPr algn="just">
              <a:lnSpc>
                <a:spcPct val="115000"/>
              </a:lnSpc>
              <a:buNone/>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线性表</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类似，</a:t>
            </a: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栈</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也有两种存储表示方法</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顺序栈</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en-US"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链栈</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lgn="just">
              <a:lnSpc>
                <a:spcPct val="115000"/>
              </a:lnSpc>
              <a:spcBef>
                <a:spcPts val="600"/>
              </a:spcBef>
              <a:buClr>
                <a:srgbClr val="0070C0"/>
              </a:buClr>
              <a:buFont typeface="Wingdings" panose="05000000000000000000" pitchFamily="2" charset="2"/>
              <a:buChar char="Ø"/>
            </a:pPr>
            <a:r>
              <a:rPr lang="zh-CN" altLang="zh-CN" sz="20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顺序栈</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，即栈的顺序存储结构</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15000"/>
              </a:lnSpc>
              <a:spcBef>
                <a:spcPts val="600"/>
              </a:spcBef>
              <a:buClr>
                <a:srgbClr val="0070C0"/>
              </a:buClr>
              <a:buFont typeface="Wingdings" panose="05000000000000000000" pitchFamily="2" charset="2"/>
              <a:buChar char="Ø"/>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利用一组地址连续的存储单元依次存放</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自栈底到栈顶</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的数据元素</a:t>
            </a: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15000"/>
              </a:lnSpc>
              <a:spcBef>
                <a:spcPts val="600"/>
              </a:spcBef>
              <a:buClr>
                <a:srgbClr val="0070C0"/>
              </a:buClr>
              <a:buFont typeface="Wingdings" panose="05000000000000000000" pitchFamily="2" charset="2"/>
              <a:buChar char="Ø"/>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附设指针</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top</a:t>
            </a:r>
            <a:r>
              <a:rPr lang="zh-CN" altLang="zh-CN" sz="2000" kern="100" dirty="0">
                <a:effectLst/>
                <a:latin typeface="Courier New" panose="02070309020205020404" pitchFamily="49" charset="0"/>
                <a:ea typeface="宋体" panose="02010600030101010101" pitchFamily="2" charset="-122"/>
                <a:cs typeface="Courier New" panose="02070309020205020404" pitchFamily="49" charset="0"/>
              </a:rPr>
              <a:t>指示栈顶元素在顺序栈中的位置。通常的习惯做法是以</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top=0</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表示</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空栈</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15000"/>
              </a:lnSpc>
              <a:spcBef>
                <a:spcPts val="600"/>
              </a:spcBef>
              <a:buClr>
                <a:srgbClr val="0070C0"/>
              </a:buClr>
              <a:buFont typeface="Wingdings" panose="05000000000000000000" pitchFamily="2" charset="2"/>
              <a:buChar char="Ø"/>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栈所需最大空间很难估计，初始化设空栈时不应限定栈的最大容量。</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15000"/>
              </a:lnSpc>
              <a:spcBef>
                <a:spcPts val="600"/>
              </a:spcBef>
              <a:buClr>
                <a:srgbClr val="0070C0"/>
              </a:buClr>
              <a:buFont typeface="Wingdings" panose="05000000000000000000" pitchFamily="2" charset="2"/>
              <a:buChar char="Ø"/>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合理做法是类似于顺序表：先为栈分配一个</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基本容量</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，每当栈的空间不够时</a:t>
            </a:r>
            <a:r>
              <a:rPr lang="zh-CN" altLang="en-US"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定增</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或</a:t>
            </a:r>
            <a:r>
              <a:rPr lang="zh-CN" altLang="zh-CN" sz="20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倍增扩容</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en-US" altLang="zh-CN" sz="20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以下类型说明定义了顺序栈。</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39725" algn="just">
              <a:spcBef>
                <a:spcPts val="360"/>
              </a:spcBef>
              <a:buNone/>
            </a:pPr>
            <a:r>
              <a:rPr lang="en-US" altLang="zh-CN" sz="2000"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typedef struct {</a:t>
            </a:r>
            <a:endParaRPr lang="zh-CN" altLang="zh-CN" sz="2000" b="1" kern="100"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indent="490855" algn="just">
              <a:buNone/>
            </a:pP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   *base;   </a:t>
            </a:r>
            <a:r>
              <a:rPr lang="en-US" altLang="zh-CN" sz="20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20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基址，也称为栈底指针，初始化时指向分配的元素存储空间</a:t>
            </a:r>
            <a:endParaRPr lang="zh-CN" altLang="zh-CN" sz="20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490855" algn="just">
              <a:buNone/>
            </a:pP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   *top;    </a:t>
            </a:r>
            <a:r>
              <a:rPr lang="en-US" altLang="zh-CN" sz="20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栈顶指针</a:t>
            </a:r>
          </a:p>
          <a:p>
            <a:pPr indent="492760" algn="just">
              <a:buNone/>
            </a:pP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size;</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元素存储空间容量</a:t>
            </a:r>
          </a:p>
          <a:p>
            <a:pPr indent="339725" algn="just">
              <a:spcAft>
                <a:spcPts val="360"/>
              </a:spcAft>
              <a:buNone/>
            </a:pPr>
            <a:r>
              <a:rPr lang="en-US" altLang="zh-CN" sz="2000"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2000" b="1" kern="100" dirty="0" err="1">
                <a:effectLst/>
                <a:latin typeface="Courier New" panose="02070309020205020404" pitchFamily="49" charset="0"/>
                <a:ea typeface="宋体" panose="02010600030101010101" pitchFamily="2" charset="-122"/>
                <a:cs typeface="Times New Roman" panose="02020603050405020304" pitchFamily="18" charset="0"/>
              </a:rPr>
              <a:t>SqStack</a:t>
            </a:r>
            <a:r>
              <a:rPr lang="en-US" altLang="zh-CN" sz="20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20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20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顺序栈指针类型</a:t>
            </a:r>
          </a:p>
        </p:txBody>
      </p:sp>
      <p:sp>
        <p:nvSpPr>
          <p:cNvPr id="6" name="文本框 5">
            <a:extLst>
              <a:ext uri="{FF2B5EF4-FFF2-40B4-BE49-F238E27FC236}">
                <a16:creationId xmlns:a16="http://schemas.microsoft.com/office/drawing/2014/main" id="{706D070B-537B-321D-060F-402A2FB45A8E}"/>
              </a:ext>
            </a:extLst>
          </p:cNvPr>
          <p:cNvSpPr txBox="1"/>
          <p:nvPr/>
        </p:nvSpPr>
        <p:spPr>
          <a:xfrm>
            <a:off x="1094943" y="264041"/>
            <a:ext cx="4703184" cy="523220"/>
          </a:xfrm>
          <a:prstGeom prst="rect">
            <a:avLst/>
          </a:prstGeom>
          <a:noFill/>
        </p:spPr>
        <p:txBody>
          <a:bodyPr wrap="square">
            <a:spAutoFit/>
          </a:bodyPr>
          <a:lstStyle/>
          <a:p>
            <a:pPr indent="267970">
              <a:buNone/>
            </a:pPr>
            <a:r>
              <a:rPr lang="en-US" altLang="zh-CN" sz="2800" b="1" kern="10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3.1.2  </a:t>
            </a:r>
            <a:r>
              <a:rPr lang="zh-CN" altLang="zh-CN" sz="28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栈的表示和实现</a:t>
            </a:r>
            <a:endParaRPr lang="zh-CN" altLang="zh-CN" sz="28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906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1000"/>
                                        <p:tgtEl>
                                          <p:spTgt spid="4">
                                            <p:txEl>
                                              <p:pRg st="4" end="4"/>
                                            </p:txEl>
                                          </p:spTgt>
                                        </p:tgtEl>
                                      </p:cBhvr>
                                    </p:animEffect>
                                    <p:anim calcmode="lin" valueType="num">
                                      <p:cBhvr>
                                        <p:cTn id="3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Effect transition="in" filter="fade">
                                      <p:cBhvr>
                                        <p:cTn id="38" dur="1000"/>
                                        <p:tgtEl>
                                          <p:spTgt spid="4">
                                            <p:txEl>
                                              <p:pRg st="5" end="5"/>
                                            </p:txEl>
                                          </p:spTgt>
                                        </p:tgtEl>
                                      </p:cBhvr>
                                    </p:animEffect>
                                    <p:anim calcmode="lin" valueType="num">
                                      <p:cBhvr>
                                        <p:cTn id="3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animEffect transition="in" filter="fade">
                                      <p:cBhvr>
                                        <p:cTn id="45" dur="1000"/>
                                        <p:tgtEl>
                                          <p:spTgt spid="4">
                                            <p:txEl>
                                              <p:pRg st="6" end="6"/>
                                            </p:txEl>
                                          </p:spTgt>
                                        </p:tgtEl>
                                      </p:cBhvr>
                                    </p:animEffect>
                                    <p:anim calcmode="lin" valueType="num">
                                      <p:cBhvr>
                                        <p:cTn id="4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4">
                                            <p:txEl>
                                              <p:pRg st="7" end="7"/>
                                            </p:txEl>
                                          </p:spTgt>
                                        </p:tgtEl>
                                        <p:attrNameLst>
                                          <p:attrName>style.visibility</p:attrName>
                                        </p:attrNameLst>
                                      </p:cBhvr>
                                      <p:to>
                                        <p:strVal val="visible"/>
                                      </p:to>
                                    </p:set>
                                    <p:animEffect transition="in" filter="fade">
                                      <p:cBhvr>
                                        <p:cTn id="50" dur="1000"/>
                                        <p:tgtEl>
                                          <p:spTgt spid="4">
                                            <p:txEl>
                                              <p:pRg st="7" end="7"/>
                                            </p:txEl>
                                          </p:spTgt>
                                        </p:tgtEl>
                                      </p:cBhvr>
                                    </p:animEffect>
                                    <p:anim calcmode="lin" valueType="num">
                                      <p:cBhvr>
                                        <p:cTn id="51"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7" end="7"/>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Effect transition="in" filter="fade">
                                      <p:cBhvr>
                                        <p:cTn id="55" dur="1000"/>
                                        <p:tgtEl>
                                          <p:spTgt spid="4">
                                            <p:txEl>
                                              <p:pRg st="8" end="8"/>
                                            </p:txEl>
                                          </p:spTgt>
                                        </p:tgtEl>
                                      </p:cBhvr>
                                    </p:animEffect>
                                    <p:anim calcmode="lin" valueType="num">
                                      <p:cBhvr>
                                        <p:cTn id="5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4">
                                            <p:txEl>
                                              <p:pRg st="9" end="9"/>
                                            </p:txEl>
                                          </p:spTgt>
                                        </p:tgtEl>
                                        <p:attrNameLst>
                                          <p:attrName>style.visibility</p:attrName>
                                        </p:attrNameLst>
                                      </p:cBhvr>
                                      <p:to>
                                        <p:strVal val="visible"/>
                                      </p:to>
                                    </p:set>
                                    <p:animEffect transition="in" filter="fade">
                                      <p:cBhvr>
                                        <p:cTn id="60" dur="1000"/>
                                        <p:tgtEl>
                                          <p:spTgt spid="4">
                                            <p:txEl>
                                              <p:pRg st="9" end="9"/>
                                            </p:txEl>
                                          </p:spTgt>
                                        </p:tgtEl>
                                      </p:cBhvr>
                                    </p:animEffect>
                                    <p:anim calcmode="lin" valueType="num">
                                      <p:cBhvr>
                                        <p:cTn id="61"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2" dur="1000" fill="hold"/>
                                        <p:tgtEl>
                                          <p:spTgt spid="4">
                                            <p:txEl>
                                              <p:pRg st="9" end="9"/>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animEffect transition="in" filter="fade">
                                      <p:cBhvr>
                                        <p:cTn id="65" dur="1000"/>
                                        <p:tgtEl>
                                          <p:spTgt spid="4">
                                            <p:txEl>
                                              <p:pRg st="10" end="10"/>
                                            </p:txEl>
                                          </p:spTgt>
                                        </p:tgtEl>
                                      </p:cBhvr>
                                    </p:animEffect>
                                    <p:anim calcmode="lin" valueType="num">
                                      <p:cBhvr>
                                        <p:cTn id="6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7"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4">
                                            <p:txEl>
                                              <p:pRg st="11" end="11"/>
                                            </p:txEl>
                                          </p:spTgt>
                                        </p:tgtEl>
                                        <p:attrNameLst>
                                          <p:attrName>style.visibility</p:attrName>
                                        </p:attrNameLst>
                                      </p:cBhvr>
                                      <p:to>
                                        <p:strVal val="visible"/>
                                      </p:to>
                                    </p:set>
                                    <p:animEffect transition="in" filter="fade">
                                      <p:cBhvr>
                                        <p:cTn id="70" dur="1000"/>
                                        <p:tgtEl>
                                          <p:spTgt spid="4">
                                            <p:txEl>
                                              <p:pRg st="11" end="11"/>
                                            </p:txEl>
                                          </p:spTgt>
                                        </p:tgtEl>
                                      </p:cBhvr>
                                    </p:animEffect>
                                    <p:anim calcmode="lin" valueType="num">
                                      <p:cBhvr>
                                        <p:cTn id="71"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D7D0996-3131-BC9D-0372-0EC3EED3C9D3}"/>
              </a:ext>
            </a:extLst>
          </p:cNvPr>
          <p:cNvSpPr>
            <a:spLocks noGrp="1"/>
          </p:cNvSpPr>
          <p:nvPr>
            <p:ph type="sldNum" sz="quarter" idx="12"/>
          </p:nvPr>
        </p:nvSpPr>
        <p:spPr/>
        <p:txBody>
          <a:bodyPr/>
          <a:lstStyle/>
          <a:p>
            <a:fld id="{D7C0FE0B-717B-41AE-9FA2-CA4BF851D1C3}" type="slidenum">
              <a:rPr lang="zh-CN" altLang="en-US" smtClean="0"/>
              <a:t>6</a:t>
            </a:fld>
            <a:endParaRPr lang="zh-CN" altLang="en-US"/>
          </a:p>
        </p:txBody>
      </p:sp>
      <p:sp>
        <p:nvSpPr>
          <p:cNvPr id="4" name="文本框 3">
            <a:extLst>
              <a:ext uri="{FF2B5EF4-FFF2-40B4-BE49-F238E27FC236}">
                <a16:creationId xmlns:a16="http://schemas.microsoft.com/office/drawing/2014/main" id="{DC6ACEDC-C37F-5EA8-92E9-7DCF38E515B6}"/>
              </a:ext>
            </a:extLst>
          </p:cNvPr>
          <p:cNvSpPr txBox="1"/>
          <p:nvPr/>
        </p:nvSpPr>
        <p:spPr>
          <a:xfrm>
            <a:off x="435118" y="880681"/>
            <a:ext cx="6218608" cy="2936638"/>
          </a:xfrm>
          <a:prstGeom prst="rect">
            <a:avLst/>
          </a:prstGeom>
          <a:noFill/>
        </p:spPr>
        <p:txBody>
          <a:bodyPr wrap="square">
            <a:spAutoFit/>
          </a:bodyPr>
          <a:lstStyle/>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栈的</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初始化</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操作</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构造</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a:t>
            </a:r>
            <a:r>
              <a:rPr lang="zh-CN" altLang="zh-CN" sz="1800" b="1" kern="100" dirty="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返回</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一个</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空栈</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，按申请容量</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分配元素存储空间</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lnSpc>
                <a:spcPct val="115000"/>
              </a:lnSpc>
              <a:buClr>
                <a:srgbClr val="7030A0"/>
              </a:buClr>
              <a:buSzPct val="75000"/>
              <a:buFont typeface="Wingdings" panose="05000000000000000000" pitchFamily="2" charset="2"/>
              <a:buChar char="u"/>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base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称为</a:t>
            </a:r>
            <a:r>
              <a:rPr lang="zh-CN"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栈底指针</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，始终指向栈底的位置。</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marL="285750" indent="-285750" algn="just">
              <a:lnSpc>
                <a:spcPct val="115000"/>
              </a:lnSpc>
              <a:buClr>
                <a:srgbClr val="7030A0"/>
              </a:buClr>
              <a:buSzPct val="75000"/>
              <a:buFont typeface="Wingdings" panose="05000000000000000000" pitchFamily="2" charset="2"/>
              <a:buChar char="u"/>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top</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称为</a:t>
            </a:r>
            <a:r>
              <a:rPr lang="zh-CN"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栈顶指针</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，其初值指向栈底</a:t>
            </a:r>
            <a:r>
              <a:rPr lang="zh-CN" altLang="en-US"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kern="100" dirty="0">
              <a:latin typeface="Courier New" panose="02070309020205020404" pitchFamily="49" charset="0"/>
              <a:ea typeface="宋体" panose="02010600030101010101" pitchFamily="2" charset="-122"/>
              <a:cs typeface="Courier New" panose="02070309020205020404" pitchFamily="49" charset="0"/>
            </a:endParaRPr>
          </a:p>
          <a:p>
            <a:pPr marL="285750" indent="-285750" algn="just">
              <a:lnSpc>
                <a:spcPct val="115000"/>
              </a:lnSpc>
              <a:buClr>
                <a:srgbClr val="7030A0"/>
              </a:buClr>
              <a:buSzPct val="75000"/>
              <a:buFont typeface="Wingdings" panose="05000000000000000000" pitchFamily="2" charset="2"/>
              <a:buChar char="u"/>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top</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base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是</a:t>
            </a:r>
            <a:r>
              <a:rPr lang="zh-CN"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栈空</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的状态</a:t>
            </a:r>
            <a:r>
              <a:rPr lang="zh-CN" altLang="en-US"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marL="285750" indent="-285750" algn="just">
              <a:lnSpc>
                <a:spcPct val="115000"/>
              </a:lnSpc>
              <a:buClr>
                <a:srgbClr val="7030A0"/>
              </a:buClr>
              <a:buSzPct val="75000"/>
              <a:buFont typeface="Wingdings" panose="05000000000000000000" pitchFamily="2" charset="2"/>
              <a:buChar char="u"/>
            </a:pP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每当</a:t>
            </a:r>
            <a:r>
              <a:rPr lang="zh-CN"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插入</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新的栈顶元素时，</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top</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增</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endParaRPr>
          </a:p>
          <a:p>
            <a:pPr marL="285750" indent="-285750" algn="just">
              <a:lnSpc>
                <a:spcPct val="115000"/>
              </a:lnSpc>
              <a:buClr>
                <a:srgbClr val="7030A0"/>
              </a:buClr>
              <a:buSzPct val="75000"/>
              <a:buFont typeface="Wingdings" panose="05000000000000000000" pitchFamily="2" charset="2"/>
              <a:buChar char="u"/>
            </a:pPr>
            <a:r>
              <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删除</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栈顶元素时，指针</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top</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减</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1</a:t>
            </a:r>
            <a:r>
              <a:rPr lang="zh-CN" altLang="en-US" kern="100" dirty="0">
                <a:latin typeface="Courier New" panose="02070309020205020404" pitchFamily="49" charset="0"/>
                <a:ea typeface="宋体" panose="02010600030101010101" pitchFamily="2" charset="-122"/>
                <a:cs typeface="Courier New" panose="02070309020205020404" pitchFamily="49" charset="0"/>
              </a:rPr>
              <a:t>。</a:t>
            </a:r>
            <a:endParaRPr lang="en-US" altLang="zh-CN" kern="100" dirty="0">
              <a:latin typeface="Courier New" panose="02070309020205020404" pitchFamily="49" charset="0"/>
              <a:ea typeface="宋体" panose="02010600030101010101" pitchFamily="2" charset="-122"/>
              <a:cs typeface="Courier New" panose="02070309020205020404" pitchFamily="49" charset="0"/>
            </a:endParaRPr>
          </a:p>
          <a:p>
            <a:pPr marL="285750" indent="-285750" algn="just">
              <a:lnSpc>
                <a:spcPct val="115000"/>
              </a:lnSpc>
              <a:buClr>
                <a:srgbClr val="7030A0"/>
              </a:buClr>
              <a:buSzPct val="75000"/>
              <a:buFont typeface="Wingdings" panose="05000000000000000000" pitchFamily="2" charset="2"/>
              <a:buChar char="u"/>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非空栈的栈顶指针始终指向栈顶元素的</a:t>
            </a:r>
            <a:r>
              <a:rPr lang="zh-CN" altLang="zh-CN" sz="1800" b="1" i="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下一个</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位置。</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展示了顺序栈的栈顶指针和栈顶元素之间的关系。</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 name="Rectangle 2">
            <a:extLst>
              <a:ext uri="{FF2B5EF4-FFF2-40B4-BE49-F238E27FC236}">
                <a16:creationId xmlns:a16="http://schemas.microsoft.com/office/drawing/2014/main" id="{8C53E80D-56FB-D4C1-17AF-C0004F4CF3EA}"/>
              </a:ext>
            </a:extLst>
          </p:cNvPr>
          <p:cNvSpPr>
            <a:spLocks noChangeArrowheads="1"/>
          </p:cNvSpPr>
          <p:nvPr/>
        </p:nvSpPr>
        <p:spPr bwMode="auto">
          <a:xfrm>
            <a:off x="1356014" y="211018"/>
            <a:ext cx="29562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zh-CN" altLang="zh-CN" sz="2800" b="1" kern="1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栈</a:t>
            </a:r>
            <a:r>
              <a:rPr lang="zh-CN" altLang="zh-CN" sz="2800" kern="100" dirty="0">
                <a:latin typeface="Times New Roman" panose="02020603050405020304" pitchFamily="18" charset="0"/>
                <a:cs typeface="Times New Roman" panose="02020603050405020304" pitchFamily="18" charset="0"/>
              </a:rPr>
              <a:t>的</a:t>
            </a:r>
            <a:r>
              <a:rPr lang="zh-CN" altLang="zh-CN" sz="2800" b="1" kern="1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初始化</a:t>
            </a:r>
            <a:endParaRPr lang="zh-CN" altLang="en-US" sz="2800" dirty="0"/>
          </a:p>
        </p:txBody>
      </p:sp>
      <p:sp>
        <p:nvSpPr>
          <p:cNvPr id="6" name="Rectangle 3">
            <a:extLst>
              <a:ext uri="{FF2B5EF4-FFF2-40B4-BE49-F238E27FC236}">
                <a16:creationId xmlns:a16="http://schemas.microsoft.com/office/drawing/2014/main" id="{2162FAFE-C559-9A8B-113E-ED41613B8E7E}"/>
              </a:ext>
            </a:extLst>
          </p:cNvPr>
          <p:cNvSpPr>
            <a:spLocks noChangeArrowheads="1"/>
          </p:cNvSpPr>
          <p:nvPr/>
        </p:nvSpPr>
        <p:spPr bwMode="auto">
          <a:xfrm rot="10800000" flipV="1">
            <a:off x="7373288" y="2752510"/>
            <a:ext cx="42013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b="1" i="0" u="none" strike="noStrike" cap="none" normalizeH="0" baseline="0" dirty="0">
                <a:ln>
                  <a:noFill/>
                </a:ln>
                <a:solidFill>
                  <a:schemeClr val="tx1"/>
                </a:solidFill>
                <a:effectLst/>
                <a:latin typeface="+mj-ea"/>
                <a:ea typeface="+mj-ea"/>
                <a:cs typeface="Times New Roman" panose="02020603050405020304" pitchFamily="18" charset="0"/>
              </a:rPr>
              <a:t>3.2  </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栈顶指针和栈顶元素之间的关系</a:t>
            </a:r>
            <a:endParaRPr kumimoji="0" lang="zh-CN" altLang="en-US" b="0" i="0" u="none" strike="noStrike" cap="none" normalizeH="0" baseline="0" dirty="0">
              <a:ln>
                <a:noFill/>
              </a:ln>
              <a:solidFill>
                <a:schemeClr val="tx1"/>
              </a:solidFill>
              <a:effectLst/>
              <a:latin typeface="Arial" panose="020B0604020202020204" pitchFamily="34" charset="0"/>
            </a:endParaRPr>
          </a:p>
        </p:txBody>
      </p:sp>
      <p:sp>
        <p:nvSpPr>
          <p:cNvPr id="8" name="文本框 7">
            <a:extLst>
              <a:ext uri="{FF2B5EF4-FFF2-40B4-BE49-F238E27FC236}">
                <a16:creationId xmlns:a16="http://schemas.microsoft.com/office/drawing/2014/main" id="{DC326044-C3A8-40D8-D4F7-E5A253D13E43}"/>
              </a:ext>
            </a:extLst>
          </p:cNvPr>
          <p:cNvSpPr txBox="1"/>
          <p:nvPr/>
        </p:nvSpPr>
        <p:spPr>
          <a:xfrm>
            <a:off x="331211" y="3917004"/>
            <a:ext cx="6199475" cy="2862322"/>
          </a:xfrm>
          <a:prstGeom prst="rect">
            <a:avLst/>
          </a:prstGeom>
          <a:solidFill>
            <a:schemeClr val="tx2">
              <a:lumMod val="10000"/>
              <a:lumOff val="90000"/>
            </a:schemeClr>
          </a:solidFill>
        </p:spPr>
        <p:txBody>
          <a:bodyPr wrap="square">
            <a:spAutoFit/>
          </a:bodyPr>
          <a:lstStyle/>
          <a:p>
            <a:pPr algn="just">
              <a:spcBef>
                <a:spcPts val="600"/>
              </a:spcBef>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SqStack</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InitStack</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size)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构造并返回一个空顺序栈，容量为</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size</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SqStack</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if</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 =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SqStack</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 </a:t>
            </a:r>
          </a:p>
          <a:p>
            <a:pPr algn="just">
              <a:buNone/>
            </a:pP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exit(OVERFLOW);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分配存储空间</a:t>
            </a:r>
          </a:p>
          <a:p>
            <a:pPr algn="just">
              <a:buNone/>
            </a:pP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if</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(!(S-&gt;base =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calloc</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(size, </a:t>
            </a:r>
          </a:p>
          <a:p>
            <a:pPr algn="just">
              <a:buNone/>
            </a:pP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exit(OVERFLOW);</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S-&gt;top = S-&gt;base;   S-&gt;size = size;</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return</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返回新建的顺序栈</a:t>
            </a:r>
          </a:p>
          <a:p>
            <a:pPr algn="just">
              <a:buNone/>
            </a:pP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grpSp>
        <p:nvGrpSpPr>
          <p:cNvPr id="9" name="组合 8">
            <a:extLst>
              <a:ext uri="{FF2B5EF4-FFF2-40B4-BE49-F238E27FC236}">
                <a16:creationId xmlns:a16="http://schemas.microsoft.com/office/drawing/2014/main" id="{87297E8F-1395-46CF-18F7-86E26454F059}"/>
              </a:ext>
            </a:extLst>
          </p:cNvPr>
          <p:cNvGrpSpPr/>
          <p:nvPr/>
        </p:nvGrpSpPr>
        <p:grpSpPr>
          <a:xfrm>
            <a:off x="7320643" y="5319790"/>
            <a:ext cx="1287212" cy="1130022"/>
            <a:chOff x="5301644" y="4692550"/>
            <a:chExt cx="1287212" cy="1506801"/>
          </a:xfrm>
        </p:grpSpPr>
        <p:sp>
          <p:nvSpPr>
            <p:cNvPr id="10" name="文本框 81922">
              <a:extLst>
                <a:ext uri="{FF2B5EF4-FFF2-40B4-BE49-F238E27FC236}">
                  <a16:creationId xmlns:a16="http://schemas.microsoft.com/office/drawing/2014/main" id="{E946D0DE-2CD3-4F6C-BA8F-F6292E352013}"/>
                </a:ext>
              </a:extLst>
            </p:cNvPr>
            <p:cNvSpPr txBox="1">
              <a:spLocks noChangeArrowheads="1"/>
            </p:cNvSpPr>
            <p:nvPr/>
          </p:nvSpPr>
          <p:spPr bwMode="auto">
            <a:xfrm>
              <a:off x="5354289" y="4692550"/>
              <a:ext cx="723930" cy="6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lnSpc>
                  <a:spcPct val="105000"/>
                </a:lnSpc>
                <a:spcBef>
                  <a:spcPct val="0"/>
                </a:spcBef>
                <a:buClrTx/>
                <a:buFontTx/>
                <a:buNone/>
              </a:pPr>
              <a:r>
                <a:rPr lang="en-US" altLang="zh-CN" sz="2400" b="1" dirty="0">
                  <a:solidFill>
                    <a:schemeClr val="accent5">
                      <a:lumMod val="50000"/>
                    </a:schemeClr>
                  </a:solidFill>
                  <a:latin typeface="+mn-lt"/>
                  <a:ea typeface="+mn-ea"/>
                </a:rPr>
                <a:t>top</a:t>
              </a:r>
              <a:endParaRPr lang="zh-CN" altLang="en-US" sz="2400" b="1" dirty="0">
                <a:solidFill>
                  <a:schemeClr val="accent5">
                    <a:lumMod val="50000"/>
                  </a:schemeClr>
                </a:solidFill>
                <a:latin typeface="+mn-lt"/>
                <a:ea typeface="+mn-ea"/>
              </a:endParaRPr>
            </a:p>
          </p:txBody>
        </p:sp>
        <p:sp>
          <p:nvSpPr>
            <p:cNvPr id="11" name="文本框 81922">
              <a:extLst>
                <a:ext uri="{FF2B5EF4-FFF2-40B4-BE49-F238E27FC236}">
                  <a16:creationId xmlns:a16="http://schemas.microsoft.com/office/drawing/2014/main" id="{16307666-188E-3599-B51A-33D09EADB32D}"/>
                </a:ext>
              </a:extLst>
            </p:cNvPr>
            <p:cNvSpPr txBox="1">
              <a:spLocks noChangeArrowheads="1"/>
            </p:cNvSpPr>
            <p:nvPr/>
          </p:nvSpPr>
          <p:spPr bwMode="auto">
            <a:xfrm>
              <a:off x="5301644" y="5147866"/>
              <a:ext cx="797310" cy="6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a:lnSpc>
                  <a:spcPct val="105000"/>
                </a:lnSpc>
                <a:spcBef>
                  <a:spcPct val="0"/>
                </a:spcBef>
                <a:buClrTx/>
                <a:buNone/>
              </a:pPr>
              <a:r>
                <a:rPr lang="en-US" altLang="zh-CN" sz="2400" b="1" dirty="0">
                  <a:solidFill>
                    <a:srgbClr val="008080"/>
                  </a:solidFill>
                  <a:latin typeface="+mn-lt"/>
                  <a:ea typeface="+mn-ea"/>
                </a:rPr>
                <a:t>base</a:t>
              </a:r>
              <a:endParaRPr lang="zh-CN" altLang="en-US" sz="2400" b="1" dirty="0">
                <a:solidFill>
                  <a:srgbClr val="008080"/>
                </a:solidFill>
                <a:latin typeface="+mn-lt"/>
                <a:ea typeface="+mn-ea"/>
              </a:endParaRPr>
            </a:p>
          </p:txBody>
        </p:sp>
        <p:sp>
          <p:nvSpPr>
            <p:cNvPr id="12" name="矩形 11">
              <a:extLst>
                <a:ext uri="{FF2B5EF4-FFF2-40B4-BE49-F238E27FC236}">
                  <a16:creationId xmlns:a16="http://schemas.microsoft.com/office/drawing/2014/main" id="{9D04E9E5-703E-DA05-7302-983C4B7B2C63}"/>
                </a:ext>
              </a:extLst>
            </p:cNvPr>
            <p:cNvSpPr/>
            <p:nvPr/>
          </p:nvSpPr>
          <p:spPr>
            <a:xfrm>
              <a:off x="6074443" y="4767250"/>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13" name="矩形 12">
              <a:extLst>
                <a:ext uri="{FF2B5EF4-FFF2-40B4-BE49-F238E27FC236}">
                  <a16:creationId xmlns:a16="http://schemas.microsoft.com/office/drawing/2014/main" id="{A7761788-7DA9-17E3-2AB7-0582E2D29C07}"/>
                </a:ext>
              </a:extLst>
            </p:cNvPr>
            <p:cNvSpPr/>
            <p:nvPr/>
          </p:nvSpPr>
          <p:spPr>
            <a:xfrm>
              <a:off x="6074443" y="52277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14" name="矩形 13">
              <a:extLst>
                <a:ext uri="{FF2B5EF4-FFF2-40B4-BE49-F238E27FC236}">
                  <a16:creationId xmlns:a16="http://schemas.microsoft.com/office/drawing/2014/main" id="{55066CF8-E82C-898D-9C15-25613776D1C0}"/>
                </a:ext>
              </a:extLst>
            </p:cNvPr>
            <p:cNvSpPr/>
            <p:nvPr/>
          </p:nvSpPr>
          <p:spPr>
            <a:xfrm>
              <a:off x="6074442" y="56849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15" name="文本框 81922">
              <a:extLst>
                <a:ext uri="{FF2B5EF4-FFF2-40B4-BE49-F238E27FC236}">
                  <a16:creationId xmlns:a16="http://schemas.microsoft.com/office/drawing/2014/main" id="{4C211460-F074-4946-94E9-4D3D154F347F}"/>
                </a:ext>
              </a:extLst>
            </p:cNvPr>
            <p:cNvSpPr txBox="1">
              <a:spLocks noChangeArrowheads="1"/>
            </p:cNvSpPr>
            <p:nvPr/>
          </p:nvSpPr>
          <p:spPr bwMode="auto">
            <a:xfrm>
              <a:off x="5391754" y="5592220"/>
              <a:ext cx="694945" cy="6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a:lnSpc>
                  <a:spcPct val="105000"/>
                </a:lnSpc>
                <a:spcBef>
                  <a:spcPct val="0"/>
                </a:spcBef>
                <a:buClrTx/>
                <a:buNone/>
              </a:pPr>
              <a:r>
                <a:rPr lang="en-US" altLang="zh-CN" sz="2400" b="1" dirty="0">
                  <a:solidFill>
                    <a:srgbClr val="00B0F0"/>
                  </a:solidFill>
                  <a:latin typeface="+mn-lt"/>
                  <a:ea typeface="+mn-ea"/>
                </a:rPr>
                <a:t>size</a:t>
              </a:r>
              <a:endParaRPr lang="zh-CN" altLang="en-US" sz="2400" b="1" dirty="0">
                <a:solidFill>
                  <a:srgbClr val="00B0F0"/>
                </a:solidFill>
                <a:latin typeface="+mn-lt"/>
                <a:ea typeface="+mn-ea"/>
              </a:endParaRPr>
            </a:p>
          </p:txBody>
        </p:sp>
      </p:grpSp>
      <p:grpSp>
        <p:nvGrpSpPr>
          <p:cNvPr id="30" name="组合 29">
            <a:extLst>
              <a:ext uri="{FF2B5EF4-FFF2-40B4-BE49-F238E27FC236}">
                <a16:creationId xmlns:a16="http://schemas.microsoft.com/office/drawing/2014/main" id="{69CCADC1-6100-1A04-8729-868FBC176806}"/>
              </a:ext>
            </a:extLst>
          </p:cNvPr>
          <p:cNvGrpSpPr/>
          <p:nvPr/>
        </p:nvGrpSpPr>
        <p:grpSpPr>
          <a:xfrm>
            <a:off x="9096036" y="3917004"/>
            <a:ext cx="998931" cy="2137380"/>
            <a:chOff x="8710119" y="4108727"/>
            <a:chExt cx="998931" cy="2137380"/>
          </a:xfrm>
        </p:grpSpPr>
        <p:sp>
          <p:nvSpPr>
            <p:cNvPr id="22" name="矩形 21">
              <a:extLst>
                <a:ext uri="{FF2B5EF4-FFF2-40B4-BE49-F238E27FC236}">
                  <a16:creationId xmlns:a16="http://schemas.microsoft.com/office/drawing/2014/main" id="{55066CF8-E82C-898D-9C15-25613776D1C0}"/>
                </a:ext>
              </a:extLst>
            </p:cNvPr>
            <p:cNvSpPr/>
            <p:nvPr/>
          </p:nvSpPr>
          <p:spPr>
            <a:xfrm>
              <a:off x="8710119" y="4503099"/>
              <a:ext cx="662481" cy="661797"/>
            </a:xfrm>
            <a:prstGeom prst="rect">
              <a:avLst/>
            </a:prstGeom>
            <a:solidFill>
              <a:srgbClr val="CC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r>
                <a:rPr lang="en-US" altLang="zh-CN" b="1" dirty="0">
                  <a:solidFill>
                    <a:srgbClr val="C00000"/>
                  </a:solidFill>
                </a:rPr>
                <a:t>⁝</a:t>
              </a:r>
              <a:endParaRPr lang="zh-CN" altLang="en-US" b="1" dirty="0">
                <a:solidFill>
                  <a:srgbClr val="C00000"/>
                </a:solidFill>
              </a:endParaRPr>
            </a:p>
          </p:txBody>
        </p:sp>
        <p:sp>
          <p:nvSpPr>
            <p:cNvPr id="17" name="矩形 16">
              <a:extLst>
                <a:ext uri="{FF2B5EF4-FFF2-40B4-BE49-F238E27FC236}">
                  <a16:creationId xmlns:a16="http://schemas.microsoft.com/office/drawing/2014/main" id="{3DA07E32-BA40-E485-7214-0813CF6A89AC}"/>
                </a:ext>
              </a:extLst>
            </p:cNvPr>
            <p:cNvSpPr/>
            <p:nvPr/>
          </p:nvSpPr>
          <p:spPr>
            <a:xfrm>
              <a:off x="8710121" y="5177417"/>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18" name="矩形 17">
              <a:extLst>
                <a:ext uri="{FF2B5EF4-FFF2-40B4-BE49-F238E27FC236}">
                  <a16:creationId xmlns:a16="http://schemas.microsoft.com/office/drawing/2014/main" id="{17C27FD6-4D48-5E5D-09E3-4A1534D3A71E}"/>
                </a:ext>
              </a:extLst>
            </p:cNvPr>
            <p:cNvSpPr/>
            <p:nvPr/>
          </p:nvSpPr>
          <p:spPr>
            <a:xfrm>
              <a:off x="8710121" y="5522804"/>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19" name="矩形 18">
              <a:extLst>
                <a:ext uri="{FF2B5EF4-FFF2-40B4-BE49-F238E27FC236}">
                  <a16:creationId xmlns:a16="http://schemas.microsoft.com/office/drawing/2014/main" id="{1FCEBF6E-2DB1-7B5E-9E94-446D6FB2FB89}"/>
                </a:ext>
              </a:extLst>
            </p:cNvPr>
            <p:cNvSpPr/>
            <p:nvPr/>
          </p:nvSpPr>
          <p:spPr>
            <a:xfrm>
              <a:off x="8710120" y="5865680"/>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20" name="矩形 19">
              <a:extLst>
                <a:ext uri="{FF2B5EF4-FFF2-40B4-BE49-F238E27FC236}">
                  <a16:creationId xmlns:a16="http://schemas.microsoft.com/office/drawing/2014/main" id="{9D04E9E5-703E-DA05-7302-983C4B7B2C63}"/>
                </a:ext>
              </a:extLst>
            </p:cNvPr>
            <p:cNvSpPr/>
            <p:nvPr/>
          </p:nvSpPr>
          <p:spPr>
            <a:xfrm>
              <a:off x="8710120" y="4147702"/>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23" name="文本框 22">
              <a:extLst>
                <a:ext uri="{FF2B5EF4-FFF2-40B4-BE49-F238E27FC236}">
                  <a16:creationId xmlns:a16="http://schemas.microsoft.com/office/drawing/2014/main" id="{759C1F0B-E047-19F5-F456-C9DF5B6EB2E5}"/>
                </a:ext>
              </a:extLst>
            </p:cNvPr>
            <p:cNvSpPr txBox="1"/>
            <p:nvPr/>
          </p:nvSpPr>
          <p:spPr>
            <a:xfrm>
              <a:off x="9408968" y="4108727"/>
              <a:ext cx="300082" cy="2137380"/>
            </a:xfrm>
            <a:prstGeom prst="rect">
              <a:avLst/>
            </a:prstGeom>
            <a:noFill/>
          </p:spPr>
          <p:txBody>
            <a:bodyPr wrap="none" rtlCol="0">
              <a:spAutoFit/>
            </a:bodyPr>
            <a:lstStyle/>
            <a:p>
              <a:pPr>
                <a:lnSpc>
                  <a:spcPts val="2700"/>
                </a:lnSpc>
              </a:pPr>
              <a:r>
                <a:rPr lang="en-US" altLang="zh-CN" b="1" dirty="0">
                  <a:solidFill>
                    <a:srgbClr val="041ABC"/>
                  </a:solidFill>
                </a:rPr>
                <a:t>9</a:t>
              </a:r>
            </a:p>
            <a:p>
              <a:pPr>
                <a:lnSpc>
                  <a:spcPts val="2700"/>
                </a:lnSpc>
              </a:pPr>
              <a:r>
                <a:rPr lang="en-US" altLang="zh-CN" b="1" dirty="0">
                  <a:solidFill>
                    <a:srgbClr val="041ABC"/>
                  </a:solidFill>
                </a:rPr>
                <a:t>⁝</a:t>
              </a:r>
            </a:p>
            <a:p>
              <a:pPr>
                <a:lnSpc>
                  <a:spcPts val="2700"/>
                </a:lnSpc>
              </a:pPr>
              <a:r>
                <a:rPr lang="en-US" altLang="zh-CN" b="1" dirty="0">
                  <a:solidFill>
                    <a:srgbClr val="041ABC"/>
                  </a:solidFill>
                </a:rPr>
                <a:t>⁝</a:t>
              </a:r>
            </a:p>
            <a:p>
              <a:pPr>
                <a:lnSpc>
                  <a:spcPts val="2700"/>
                </a:lnSpc>
              </a:pPr>
              <a:r>
                <a:rPr lang="en-US" altLang="zh-CN" b="1" dirty="0">
                  <a:solidFill>
                    <a:srgbClr val="041ABC"/>
                  </a:solidFill>
                </a:rPr>
                <a:t>2</a:t>
              </a:r>
            </a:p>
            <a:p>
              <a:pPr>
                <a:lnSpc>
                  <a:spcPts val="2700"/>
                </a:lnSpc>
              </a:pPr>
              <a:r>
                <a:rPr lang="en-US" altLang="zh-CN" b="1" dirty="0">
                  <a:solidFill>
                    <a:srgbClr val="041ABC"/>
                  </a:solidFill>
                </a:rPr>
                <a:t>1</a:t>
              </a:r>
            </a:p>
            <a:p>
              <a:pPr>
                <a:lnSpc>
                  <a:spcPts val="2700"/>
                </a:lnSpc>
              </a:pPr>
              <a:r>
                <a:rPr lang="en-US" altLang="zh-CN" b="1" dirty="0">
                  <a:solidFill>
                    <a:srgbClr val="041ABC"/>
                  </a:solidFill>
                </a:rPr>
                <a:t>0</a:t>
              </a:r>
              <a:endParaRPr lang="zh-CN" altLang="en-US" b="1" dirty="0">
                <a:solidFill>
                  <a:srgbClr val="041ABC"/>
                </a:solidFill>
              </a:endParaRPr>
            </a:p>
          </p:txBody>
        </p:sp>
        <p:sp>
          <p:nvSpPr>
            <p:cNvPr id="24" name="矩形 23">
              <a:extLst>
                <a:ext uri="{FF2B5EF4-FFF2-40B4-BE49-F238E27FC236}">
                  <a16:creationId xmlns:a16="http://schemas.microsoft.com/office/drawing/2014/main" id="{EBD30838-1C42-CD23-96B3-0F49E6C0B54F}"/>
                </a:ext>
              </a:extLst>
            </p:cNvPr>
            <p:cNvSpPr/>
            <p:nvPr/>
          </p:nvSpPr>
          <p:spPr>
            <a:xfrm>
              <a:off x="8710119" y="4147702"/>
              <a:ext cx="662481" cy="2060854"/>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6" name="直接箭头连接符 25">
            <a:extLst>
              <a:ext uri="{FF2B5EF4-FFF2-40B4-BE49-F238E27FC236}">
                <a16:creationId xmlns:a16="http://schemas.microsoft.com/office/drawing/2014/main" id="{AAA1A8E6-394F-C816-364C-3BAC7543C1E4}"/>
              </a:ext>
            </a:extLst>
          </p:cNvPr>
          <p:cNvCxnSpPr>
            <a:cxnSpLocks/>
          </p:cNvCxnSpPr>
          <p:nvPr/>
        </p:nvCxnSpPr>
        <p:spPr>
          <a:xfrm>
            <a:off x="8372104" y="5884377"/>
            <a:ext cx="729901" cy="0"/>
          </a:xfrm>
          <a:prstGeom prst="straightConnector1">
            <a:avLst/>
          </a:prstGeom>
          <a:ln>
            <a:headEnd type="oval"/>
            <a:tailEnd type="triangle" w="lg" len="lg"/>
          </a:ln>
        </p:spPr>
        <p:style>
          <a:lnRef idx="2">
            <a:schemeClr val="accent1"/>
          </a:lnRef>
          <a:fillRef idx="0">
            <a:schemeClr val="accent1"/>
          </a:fillRef>
          <a:effectRef idx="1">
            <a:schemeClr val="accent1"/>
          </a:effectRef>
          <a:fontRef idx="minor">
            <a:schemeClr val="tx1"/>
          </a:fontRef>
        </p:style>
      </p:cxnSp>
      <p:cxnSp>
        <p:nvCxnSpPr>
          <p:cNvPr id="28" name="直接箭头连接符 27">
            <a:extLst>
              <a:ext uri="{FF2B5EF4-FFF2-40B4-BE49-F238E27FC236}">
                <a16:creationId xmlns:a16="http://schemas.microsoft.com/office/drawing/2014/main" id="{AB51DFB2-5108-B81B-2A78-D9432E66E314}"/>
              </a:ext>
            </a:extLst>
          </p:cNvPr>
          <p:cNvCxnSpPr>
            <a:cxnSpLocks/>
          </p:cNvCxnSpPr>
          <p:nvPr/>
        </p:nvCxnSpPr>
        <p:spPr>
          <a:xfrm>
            <a:off x="8372104" y="5560180"/>
            <a:ext cx="723930" cy="244582"/>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32" name="文本框 31">
            <a:extLst>
              <a:ext uri="{FF2B5EF4-FFF2-40B4-BE49-F238E27FC236}">
                <a16:creationId xmlns:a16="http://schemas.microsoft.com/office/drawing/2014/main" id="{7E19FF1D-9F51-9DE1-AF8A-EDB195A1DE00}"/>
              </a:ext>
            </a:extLst>
          </p:cNvPr>
          <p:cNvSpPr txBox="1"/>
          <p:nvPr/>
        </p:nvSpPr>
        <p:spPr>
          <a:xfrm>
            <a:off x="5376249" y="5816778"/>
            <a:ext cx="441146" cy="400110"/>
          </a:xfrm>
          <a:prstGeom prst="rect">
            <a:avLst/>
          </a:prstGeom>
          <a:noFill/>
        </p:spPr>
        <p:txBody>
          <a:bodyPr wrap="none" rtlCol="0">
            <a:spAutoFit/>
          </a:bodyPr>
          <a:lstStyle/>
          <a:p>
            <a:r>
              <a:rPr lang="en-US" altLang="zh-CN" sz="2000" b="1" dirty="0">
                <a:solidFill>
                  <a:srgbClr val="C00000"/>
                </a:solidFill>
              </a:rPr>
              <a:t>10</a:t>
            </a:r>
            <a:endParaRPr lang="zh-CN" altLang="en-US" sz="2000" b="1" dirty="0">
              <a:solidFill>
                <a:srgbClr val="C00000"/>
              </a:solidFill>
            </a:endParaRPr>
          </a:p>
        </p:txBody>
      </p:sp>
      <p:sp>
        <p:nvSpPr>
          <p:cNvPr id="33" name="文本框 32">
            <a:extLst>
              <a:ext uri="{FF2B5EF4-FFF2-40B4-BE49-F238E27FC236}">
                <a16:creationId xmlns:a16="http://schemas.microsoft.com/office/drawing/2014/main" id="{31AD44EB-A7C8-7F1C-4938-D36CD0ABD284}"/>
              </a:ext>
            </a:extLst>
          </p:cNvPr>
          <p:cNvSpPr txBox="1"/>
          <p:nvPr/>
        </p:nvSpPr>
        <p:spPr>
          <a:xfrm>
            <a:off x="3618206" y="3716949"/>
            <a:ext cx="441146" cy="400110"/>
          </a:xfrm>
          <a:prstGeom prst="rect">
            <a:avLst/>
          </a:prstGeom>
          <a:noFill/>
        </p:spPr>
        <p:txBody>
          <a:bodyPr wrap="none" rtlCol="0">
            <a:spAutoFit/>
          </a:bodyPr>
          <a:lstStyle/>
          <a:p>
            <a:r>
              <a:rPr lang="en-US" altLang="zh-CN" sz="2000" b="1" dirty="0">
                <a:solidFill>
                  <a:srgbClr val="C00000"/>
                </a:solidFill>
              </a:rPr>
              <a:t>10</a:t>
            </a:r>
            <a:endParaRPr lang="zh-CN" altLang="en-US" sz="2000" b="1" dirty="0">
              <a:solidFill>
                <a:srgbClr val="C00000"/>
              </a:solidFill>
            </a:endParaRPr>
          </a:p>
        </p:txBody>
      </p:sp>
      <p:cxnSp>
        <p:nvCxnSpPr>
          <p:cNvPr id="34" name="直接箭头连接符 33">
            <a:extLst>
              <a:ext uri="{FF2B5EF4-FFF2-40B4-BE49-F238E27FC236}">
                <a16:creationId xmlns:a16="http://schemas.microsoft.com/office/drawing/2014/main" id="{5EFB5C1C-9ECD-1A09-4753-8D88D1E84AE0}"/>
              </a:ext>
            </a:extLst>
          </p:cNvPr>
          <p:cNvCxnSpPr>
            <a:cxnSpLocks/>
          </p:cNvCxnSpPr>
          <p:nvPr/>
        </p:nvCxnSpPr>
        <p:spPr>
          <a:xfrm>
            <a:off x="7746308" y="5164464"/>
            <a:ext cx="371645" cy="219678"/>
          </a:xfrm>
          <a:prstGeom prst="straightConnector1">
            <a:avLst/>
          </a:prstGeom>
          <a:ln>
            <a:solidFill>
              <a:srgbClr val="8E0000"/>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36" name="文本框 81922">
            <a:extLst>
              <a:ext uri="{FF2B5EF4-FFF2-40B4-BE49-F238E27FC236}">
                <a16:creationId xmlns:a16="http://schemas.microsoft.com/office/drawing/2014/main" id="{364E8E1A-11A6-1A56-5398-3C66CCC1156F}"/>
              </a:ext>
            </a:extLst>
          </p:cNvPr>
          <p:cNvSpPr txBox="1">
            <a:spLocks noChangeArrowheads="1"/>
          </p:cNvSpPr>
          <p:nvPr/>
        </p:nvSpPr>
        <p:spPr bwMode="auto">
          <a:xfrm>
            <a:off x="7373288" y="4835557"/>
            <a:ext cx="47288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ct val="105000"/>
              </a:lnSpc>
              <a:spcBef>
                <a:spcPct val="0"/>
              </a:spcBef>
              <a:buClrTx/>
              <a:buFontTx/>
              <a:buNone/>
            </a:pPr>
            <a:r>
              <a:rPr lang="en-US" altLang="zh-CN" sz="2400" b="1" dirty="0">
                <a:solidFill>
                  <a:srgbClr val="C00000"/>
                </a:solidFill>
                <a:ea typeface="楷体_GB2312" pitchFamily="49" charset="-122"/>
              </a:rPr>
              <a:t>S</a:t>
            </a:r>
            <a:endParaRPr lang="zh-CN" altLang="en-US" sz="2400" b="1" dirty="0">
              <a:solidFill>
                <a:srgbClr val="C00000"/>
              </a:solidFill>
            </a:endParaRPr>
          </a:p>
        </p:txBody>
      </p:sp>
      <p:pic>
        <p:nvPicPr>
          <p:cNvPr id="7" name="图片 6">
            <a:extLst>
              <a:ext uri="{FF2B5EF4-FFF2-40B4-BE49-F238E27FC236}">
                <a16:creationId xmlns:a16="http://schemas.microsoft.com/office/drawing/2014/main" id="{68B8482C-888D-2582-E5D4-49F7D1E3F3D8}"/>
              </a:ext>
            </a:extLst>
          </p:cNvPr>
          <p:cNvPicPr>
            <a:picLocks noChangeAspect="1"/>
          </p:cNvPicPr>
          <p:nvPr/>
        </p:nvPicPr>
        <p:blipFill>
          <a:blip r:embed="rId2"/>
          <a:stretch>
            <a:fillRect/>
          </a:stretch>
        </p:blipFill>
        <p:spPr>
          <a:xfrm>
            <a:off x="6653728" y="841167"/>
            <a:ext cx="5178054" cy="1748090"/>
          </a:xfrm>
          <a:prstGeom prst="rect">
            <a:avLst/>
          </a:prstGeom>
        </p:spPr>
      </p:pic>
    </p:spTree>
    <p:extLst>
      <p:ext uri="{BB962C8B-B14F-4D97-AF65-F5344CB8AC3E}">
        <p14:creationId xmlns:p14="http://schemas.microsoft.com/office/powerpoint/2010/main" val="139551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wipe(up)">
                                      <p:cBhvr>
                                        <p:cTn id="7" dur="500"/>
                                        <p:tgtEl>
                                          <p:spTgt spid="8">
                                            <p:bg/>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up)">
                                      <p:cBhvr>
                                        <p:cTn id="11" dur="500"/>
                                        <p:tgtEl>
                                          <p:spTgt spid="8">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wipe(up)">
                                      <p:cBhvr>
                                        <p:cTn id="15" dur="500"/>
                                        <p:tgtEl>
                                          <p:spTgt spid="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grpId="0" nodeType="click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1000"/>
                                        <p:tgtEl>
                                          <p:spTgt spid="33"/>
                                        </p:tgtEl>
                                      </p:cBhvr>
                                    </p:animEffect>
                                    <p:anim calcmode="lin" valueType="num">
                                      <p:cBhvr>
                                        <p:cTn id="21" dur="1000" fill="hold"/>
                                        <p:tgtEl>
                                          <p:spTgt spid="33"/>
                                        </p:tgtEl>
                                        <p:attrNameLst>
                                          <p:attrName>ppt_x</p:attrName>
                                        </p:attrNameLst>
                                      </p:cBhvr>
                                      <p:tavLst>
                                        <p:tav tm="0">
                                          <p:val>
                                            <p:strVal val="#ppt_x"/>
                                          </p:val>
                                        </p:tav>
                                        <p:tav tm="100000">
                                          <p:val>
                                            <p:strVal val="#ppt_x"/>
                                          </p:val>
                                        </p:tav>
                                      </p:tavLst>
                                    </p:anim>
                                    <p:anim calcmode="lin" valueType="num">
                                      <p:cBhvr>
                                        <p:cTn id="22"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animEffect transition="in" filter="wipe(up)">
                                      <p:cBhvr>
                                        <p:cTn id="27" dur="500"/>
                                        <p:tgtEl>
                                          <p:spTgt spid="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5" presetClass="entr" presetSubtype="0"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2000"/>
                                        <p:tgtEl>
                                          <p:spTgt spid="36"/>
                                        </p:tgtEl>
                                      </p:cBhvr>
                                    </p:animEffect>
                                    <p:anim calcmode="lin" valueType="num">
                                      <p:cBhvr>
                                        <p:cTn id="33" dur="2000" fill="hold"/>
                                        <p:tgtEl>
                                          <p:spTgt spid="36"/>
                                        </p:tgtEl>
                                        <p:attrNameLst>
                                          <p:attrName>ppt_w</p:attrName>
                                        </p:attrNameLst>
                                      </p:cBhvr>
                                      <p:tavLst>
                                        <p:tav tm="0" fmla="#ppt_w*sin(2.5*pi*$)">
                                          <p:val>
                                            <p:fltVal val="0"/>
                                          </p:val>
                                        </p:tav>
                                        <p:tav tm="100000">
                                          <p:val>
                                            <p:fltVal val="1"/>
                                          </p:val>
                                        </p:tav>
                                      </p:tavLst>
                                    </p:anim>
                                    <p:anim calcmode="lin" valueType="num">
                                      <p:cBhvr>
                                        <p:cTn id="34" dur="2000" fill="hold"/>
                                        <p:tgtEl>
                                          <p:spTgt spid="36"/>
                                        </p:tgtEl>
                                        <p:attrNameLst>
                                          <p:attrName>ppt_h</p:attrName>
                                        </p:attrNameLst>
                                      </p:cBhvr>
                                      <p:tavLst>
                                        <p:tav tm="0">
                                          <p:val>
                                            <p:strVal val="#ppt_h"/>
                                          </p:val>
                                        </p:tav>
                                        <p:tav tm="100000">
                                          <p:val>
                                            <p:strVal val="#ppt_h"/>
                                          </p:val>
                                        </p:tav>
                                      </p:tavLst>
                                    </p:anim>
                                  </p:childTnLst>
                                </p:cTn>
                              </p:par>
                            </p:childTnLst>
                          </p:cTn>
                        </p:par>
                        <p:par>
                          <p:cTn id="35" fill="hold">
                            <p:stCondLst>
                              <p:cond delay="2000"/>
                            </p:stCondLst>
                            <p:childTnLst>
                              <p:par>
                                <p:cTn id="36" presetID="22" presetClass="entr" presetSubtype="1" fill="hold" grpId="0" nodeType="afterEffect">
                                  <p:stCondLst>
                                    <p:cond delay="0"/>
                                  </p:stCondLst>
                                  <p:childTnLst>
                                    <p:set>
                                      <p:cBhvr>
                                        <p:cTn id="37" dur="1" fill="hold">
                                          <p:stCondLst>
                                            <p:cond delay="0"/>
                                          </p:stCondLst>
                                        </p:cTn>
                                        <p:tgtEl>
                                          <p:spTgt spid="8">
                                            <p:txEl>
                                              <p:pRg st="3" end="3"/>
                                            </p:txEl>
                                          </p:spTgt>
                                        </p:tgtEl>
                                        <p:attrNameLst>
                                          <p:attrName>style.visibility</p:attrName>
                                        </p:attrNameLst>
                                      </p:cBhvr>
                                      <p:to>
                                        <p:strVal val="visible"/>
                                      </p:to>
                                    </p:set>
                                    <p:animEffect transition="in" filter="wipe(up)">
                                      <p:cBhvr>
                                        <p:cTn id="38" dur="750"/>
                                        <p:tgtEl>
                                          <p:spTgt spid="8">
                                            <p:txEl>
                                              <p:pRg st="3" end="3"/>
                                            </p:txEl>
                                          </p:spTgt>
                                        </p:tgtEl>
                                      </p:cBhvr>
                                    </p:animEffect>
                                  </p:childTnLst>
                                </p:cTn>
                              </p:par>
                            </p:childTnLst>
                          </p:cTn>
                        </p:par>
                        <p:par>
                          <p:cTn id="39" fill="hold">
                            <p:stCondLst>
                              <p:cond delay="2750"/>
                            </p:stCondLst>
                            <p:childTnLst>
                              <p:par>
                                <p:cTn id="40" presetID="22" presetClass="entr" presetSubtype="1" fill="hold" grpId="0" nodeType="afterEffect">
                                  <p:stCondLst>
                                    <p:cond delay="0"/>
                                  </p:stCondLst>
                                  <p:childTnLst>
                                    <p:set>
                                      <p:cBhvr>
                                        <p:cTn id="41" dur="1" fill="hold">
                                          <p:stCondLst>
                                            <p:cond delay="0"/>
                                          </p:stCondLst>
                                        </p:cTn>
                                        <p:tgtEl>
                                          <p:spTgt spid="8">
                                            <p:txEl>
                                              <p:pRg st="4" end="4"/>
                                            </p:txEl>
                                          </p:spTgt>
                                        </p:tgtEl>
                                        <p:attrNameLst>
                                          <p:attrName>style.visibility</p:attrName>
                                        </p:attrNameLst>
                                      </p:cBhvr>
                                      <p:to>
                                        <p:strVal val="visible"/>
                                      </p:to>
                                    </p:set>
                                    <p:animEffect transition="in" filter="wipe(up)">
                                      <p:cBhvr>
                                        <p:cTn id="42" dur="500"/>
                                        <p:tgtEl>
                                          <p:spTgt spid="8">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wipe(left)">
                                      <p:cBhvr>
                                        <p:cTn id="47" dur="500"/>
                                        <p:tgtEl>
                                          <p:spTgt spid="34"/>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up)">
                                      <p:cBhvr>
                                        <p:cTn id="51" dur="1000"/>
                                        <p:tgtEl>
                                          <p:spTgt spid="9"/>
                                        </p:tgtEl>
                                      </p:cBhvr>
                                    </p:animEffect>
                                  </p:childTnLst>
                                </p:cTn>
                              </p:par>
                            </p:childTnLst>
                          </p:cTn>
                        </p:par>
                        <p:par>
                          <p:cTn id="52" fill="hold">
                            <p:stCondLst>
                              <p:cond delay="1500"/>
                            </p:stCondLst>
                            <p:childTnLst>
                              <p:par>
                                <p:cTn id="53" presetID="22" presetClass="entr" presetSubtype="1" fill="hold" grpId="0" nodeType="afterEffect">
                                  <p:stCondLst>
                                    <p:cond delay="0"/>
                                  </p:stCondLst>
                                  <p:childTnLst>
                                    <p:set>
                                      <p:cBhvr>
                                        <p:cTn id="54" dur="1" fill="hold">
                                          <p:stCondLst>
                                            <p:cond delay="0"/>
                                          </p:stCondLst>
                                        </p:cTn>
                                        <p:tgtEl>
                                          <p:spTgt spid="8">
                                            <p:txEl>
                                              <p:pRg st="5" end="5"/>
                                            </p:txEl>
                                          </p:spTgt>
                                        </p:tgtEl>
                                        <p:attrNameLst>
                                          <p:attrName>style.visibility</p:attrName>
                                        </p:attrNameLst>
                                      </p:cBhvr>
                                      <p:to>
                                        <p:strVal val="visible"/>
                                      </p:to>
                                    </p:set>
                                    <p:animEffect transition="in" filter="wipe(up)">
                                      <p:cBhvr>
                                        <p:cTn id="55" dur="750"/>
                                        <p:tgtEl>
                                          <p:spTgt spid="8">
                                            <p:txEl>
                                              <p:pRg st="5" end="5"/>
                                            </p:txEl>
                                          </p:spTgt>
                                        </p:tgtEl>
                                      </p:cBhvr>
                                    </p:animEffect>
                                  </p:childTnLst>
                                </p:cTn>
                              </p:par>
                            </p:childTnLst>
                          </p:cTn>
                        </p:par>
                        <p:par>
                          <p:cTn id="56" fill="hold">
                            <p:stCondLst>
                              <p:cond delay="2250"/>
                            </p:stCondLst>
                            <p:childTnLst>
                              <p:par>
                                <p:cTn id="57" presetID="22" presetClass="entr" presetSubtype="1" fill="hold" grpId="0" nodeType="afterEffect">
                                  <p:stCondLst>
                                    <p:cond delay="0"/>
                                  </p:stCondLst>
                                  <p:childTnLst>
                                    <p:set>
                                      <p:cBhvr>
                                        <p:cTn id="58" dur="1" fill="hold">
                                          <p:stCondLst>
                                            <p:cond delay="0"/>
                                          </p:stCondLst>
                                        </p:cTn>
                                        <p:tgtEl>
                                          <p:spTgt spid="8">
                                            <p:txEl>
                                              <p:pRg st="6" end="6"/>
                                            </p:txEl>
                                          </p:spTgt>
                                        </p:tgtEl>
                                        <p:attrNameLst>
                                          <p:attrName>style.visibility</p:attrName>
                                        </p:attrNameLst>
                                      </p:cBhvr>
                                      <p:to>
                                        <p:strVal val="visible"/>
                                      </p:to>
                                    </p:set>
                                    <p:animEffect transition="in" filter="wipe(up)">
                                      <p:cBhvr>
                                        <p:cTn id="59" dur="500"/>
                                        <p:tgtEl>
                                          <p:spTgt spid="8">
                                            <p:txEl>
                                              <p:pRg st="6" end="6"/>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left)">
                                      <p:cBhvr>
                                        <p:cTn id="64" dur="500"/>
                                        <p:tgtEl>
                                          <p:spTgt spid="26"/>
                                        </p:tgtEl>
                                      </p:cBhvr>
                                    </p:animEffect>
                                  </p:childTnLst>
                                </p:cTn>
                              </p:par>
                            </p:childTnLst>
                          </p:cTn>
                        </p:par>
                        <p:par>
                          <p:cTn id="65" fill="hold">
                            <p:stCondLst>
                              <p:cond delay="500"/>
                            </p:stCondLst>
                            <p:childTnLst>
                              <p:par>
                                <p:cTn id="66" presetID="22" presetClass="entr" presetSubtype="4" fill="hold" nodeType="after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wipe(down)">
                                      <p:cBhvr>
                                        <p:cTn id="68" dur="1000"/>
                                        <p:tgtEl>
                                          <p:spTgt spid="30"/>
                                        </p:tgtEl>
                                      </p:cBhvr>
                                    </p:animEffect>
                                  </p:childTnLst>
                                </p:cTn>
                              </p:par>
                            </p:childTnLst>
                          </p:cTn>
                        </p:par>
                        <p:par>
                          <p:cTn id="69" fill="hold">
                            <p:stCondLst>
                              <p:cond delay="1500"/>
                            </p:stCondLst>
                            <p:childTnLst>
                              <p:par>
                                <p:cTn id="70" presetID="22" presetClass="entr" presetSubtype="1" fill="hold" grpId="0" nodeType="afterEffect">
                                  <p:stCondLst>
                                    <p:cond delay="0"/>
                                  </p:stCondLst>
                                  <p:childTnLst>
                                    <p:set>
                                      <p:cBhvr>
                                        <p:cTn id="71" dur="1" fill="hold">
                                          <p:stCondLst>
                                            <p:cond delay="0"/>
                                          </p:stCondLst>
                                        </p:cTn>
                                        <p:tgtEl>
                                          <p:spTgt spid="8">
                                            <p:txEl>
                                              <p:pRg st="7" end="7"/>
                                            </p:txEl>
                                          </p:spTgt>
                                        </p:tgtEl>
                                        <p:attrNameLst>
                                          <p:attrName>style.visibility</p:attrName>
                                        </p:attrNameLst>
                                      </p:cBhvr>
                                      <p:to>
                                        <p:strVal val="visible"/>
                                      </p:to>
                                    </p:set>
                                    <p:animEffect transition="in" filter="wipe(up)">
                                      <p:cBhvr>
                                        <p:cTn id="72" dur="750"/>
                                        <p:tgtEl>
                                          <p:spTgt spid="8">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wipe(left)">
                                      <p:cBhvr>
                                        <p:cTn id="77" dur="500"/>
                                        <p:tgtEl>
                                          <p:spTgt spid="28"/>
                                        </p:tgtEl>
                                      </p:cBhvr>
                                    </p:animEffect>
                                  </p:childTnLst>
                                </p:cTn>
                              </p:par>
                            </p:childTnLst>
                          </p:cTn>
                        </p:par>
                        <p:par>
                          <p:cTn id="78" fill="hold">
                            <p:stCondLst>
                              <p:cond delay="500"/>
                            </p:stCondLst>
                            <p:childTnLst>
                              <p:par>
                                <p:cTn id="79" presetID="16" presetClass="entr" presetSubtype="37" fill="hold" grpId="0" nodeType="after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barn(outVertical)">
                                      <p:cBhvr>
                                        <p:cTn id="81" dur="1000"/>
                                        <p:tgtEl>
                                          <p:spTgt spid="32"/>
                                        </p:tgtEl>
                                      </p:cBhvr>
                                    </p:animEffect>
                                  </p:childTnLst>
                                </p:cTn>
                              </p:par>
                            </p:childTnLst>
                          </p:cTn>
                        </p:par>
                        <p:par>
                          <p:cTn id="82" fill="hold">
                            <p:stCondLst>
                              <p:cond delay="1500"/>
                            </p:stCondLst>
                            <p:childTnLst>
                              <p:par>
                                <p:cTn id="83" presetID="63" presetClass="path" presetSubtype="0" accel="50000" decel="50000" fill="hold" grpId="1" nodeType="afterEffect">
                                  <p:stCondLst>
                                    <p:cond delay="0"/>
                                  </p:stCondLst>
                                  <p:childTnLst>
                                    <p:animMotion origin="layout" path="M -4.58333E-6 -4.81481E-6 L 0.22435 0.03079 " pathEditMode="relative" rAng="0" ptsTypes="AA">
                                      <p:cBhvr>
                                        <p:cTn id="84" dur="2000" fill="hold"/>
                                        <p:tgtEl>
                                          <p:spTgt spid="32"/>
                                        </p:tgtEl>
                                        <p:attrNameLst>
                                          <p:attrName>ppt_x</p:attrName>
                                          <p:attrName>ppt_y</p:attrName>
                                        </p:attrNameLst>
                                      </p:cBhvr>
                                      <p:rCtr x="11211" y="1528"/>
                                    </p:animMotion>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8">
                                            <p:txEl>
                                              <p:pRg st="8" end="8"/>
                                            </p:txEl>
                                          </p:spTgt>
                                        </p:tgtEl>
                                        <p:attrNameLst>
                                          <p:attrName>style.visibility</p:attrName>
                                        </p:attrNameLst>
                                      </p:cBhvr>
                                      <p:to>
                                        <p:strVal val="visible"/>
                                      </p:to>
                                    </p:set>
                                    <p:animEffect transition="in" filter="wipe(up)">
                                      <p:cBhvr>
                                        <p:cTn id="89" dur="500"/>
                                        <p:tgtEl>
                                          <p:spTgt spid="8">
                                            <p:txEl>
                                              <p:pRg st="8" end="8"/>
                                            </p:txEl>
                                          </p:spTgt>
                                        </p:tgtEl>
                                      </p:cBhvr>
                                    </p:animEffect>
                                  </p:childTnLst>
                                </p:cTn>
                              </p:par>
                            </p:childTnLst>
                          </p:cTn>
                        </p:par>
                        <p:par>
                          <p:cTn id="90" fill="hold">
                            <p:stCondLst>
                              <p:cond delay="500"/>
                            </p:stCondLst>
                            <p:childTnLst>
                              <p:par>
                                <p:cTn id="91" presetID="22" presetClass="entr" presetSubtype="1" fill="hold" grpId="0" nodeType="afterEffect">
                                  <p:stCondLst>
                                    <p:cond delay="0"/>
                                  </p:stCondLst>
                                  <p:childTnLst>
                                    <p:set>
                                      <p:cBhvr>
                                        <p:cTn id="92" dur="1" fill="hold">
                                          <p:stCondLst>
                                            <p:cond delay="0"/>
                                          </p:stCondLst>
                                        </p:cTn>
                                        <p:tgtEl>
                                          <p:spTgt spid="8">
                                            <p:txEl>
                                              <p:pRg st="9" end="9"/>
                                            </p:txEl>
                                          </p:spTgt>
                                        </p:tgtEl>
                                        <p:attrNameLst>
                                          <p:attrName>style.visibility</p:attrName>
                                        </p:attrNameLst>
                                      </p:cBhvr>
                                      <p:to>
                                        <p:strVal val="visible"/>
                                      </p:to>
                                    </p:set>
                                    <p:animEffect transition="in" filter="wipe(up)">
                                      <p:cBhvr>
                                        <p:cTn id="93"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animBg="1"/>
      <p:bldP spid="32" grpId="0"/>
      <p:bldP spid="32" grpId="1"/>
      <p:bldP spid="33" grpId="0"/>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a:extLst>
              <a:ext uri="{FF2B5EF4-FFF2-40B4-BE49-F238E27FC236}">
                <a16:creationId xmlns:a16="http://schemas.microsoft.com/office/drawing/2014/main" id="{8D5ADAB2-A16E-51C5-1B46-1F7513109A0E}"/>
              </a:ext>
            </a:extLst>
          </p:cNvPr>
          <p:cNvGrpSpPr/>
          <p:nvPr/>
        </p:nvGrpSpPr>
        <p:grpSpPr>
          <a:xfrm>
            <a:off x="11013157" y="415684"/>
            <a:ext cx="978083" cy="1791131"/>
            <a:chOff x="8710117" y="4436048"/>
            <a:chExt cx="978083" cy="1791131"/>
          </a:xfrm>
        </p:grpSpPr>
        <p:sp>
          <p:nvSpPr>
            <p:cNvPr id="57" name="矩形 56">
              <a:extLst>
                <a:ext uri="{FF2B5EF4-FFF2-40B4-BE49-F238E27FC236}">
                  <a16:creationId xmlns:a16="http://schemas.microsoft.com/office/drawing/2014/main" id="{ECDCF212-05C4-2D3D-62F8-A917D2FD336B}"/>
                </a:ext>
              </a:extLst>
            </p:cNvPr>
            <p:cNvSpPr/>
            <p:nvPr/>
          </p:nvSpPr>
          <p:spPr>
            <a:xfrm>
              <a:off x="8710119" y="4849039"/>
              <a:ext cx="662481" cy="331442"/>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dirty="0"/>
            </a:p>
          </p:txBody>
        </p:sp>
        <p:sp>
          <p:nvSpPr>
            <p:cNvPr id="58" name="矩形 57">
              <a:extLst>
                <a:ext uri="{FF2B5EF4-FFF2-40B4-BE49-F238E27FC236}">
                  <a16:creationId xmlns:a16="http://schemas.microsoft.com/office/drawing/2014/main" id="{1200CDAE-ADA9-0548-0746-2CFCCE85455E}"/>
                </a:ext>
              </a:extLst>
            </p:cNvPr>
            <p:cNvSpPr/>
            <p:nvPr/>
          </p:nvSpPr>
          <p:spPr>
            <a:xfrm>
              <a:off x="8710121" y="5182612"/>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59" name="矩形 58">
              <a:extLst>
                <a:ext uri="{FF2B5EF4-FFF2-40B4-BE49-F238E27FC236}">
                  <a16:creationId xmlns:a16="http://schemas.microsoft.com/office/drawing/2014/main" id="{C475BAF1-C6AD-F41D-0ABE-F2C29FD95956}"/>
                </a:ext>
              </a:extLst>
            </p:cNvPr>
            <p:cNvSpPr/>
            <p:nvPr/>
          </p:nvSpPr>
          <p:spPr>
            <a:xfrm>
              <a:off x="8710121" y="5522804"/>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60" name="矩形 59">
              <a:extLst>
                <a:ext uri="{FF2B5EF4-FFF2-40B4-BE49-F238E27FC236}">
                  <a16:creationId xmlns:a16="http://schemas.microsoft.com/office/drawing/2014/main" id="{C8812788-AD18-2D1A-E72E-1653E8BB953D}"/>
                </a:ext>
              </a:extLst>
            </p:cNvPr>
            <p:cNvSpPr/>
            <p:nvPr/>
          </p:nvSpPr>
          <p:spPr>
            <a:xfrm>
              <a:off x="8710120" y="5865680"/>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61" name="矩形 60">
              <a:extLst>
                <a:ext uri="{FF2B5EF4-FFF2-40B4-BE49-F238E27FC236}">
                  <a16:creationId xmlns:a16="http://schemas.microsoft.com/office/drawing/2014/main" id="{C33EC9BE-59EA-90DD-E8C9-4A502D71269D}"/>
                </a:ext>
              </a:extLst>
            </p:cNvPr>
            <p:cNvSpPr/>
            <p:nvPr/>
          </p:nvSpPr>
          <p:spPr>
            <a:xfrm>
              <a:off x="8710117" y="4506716"/>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62" name="文本框 61">
              <a:extLst>
                <a:ext uri="{FF2B5EF4-FFF2-40B4-BE49-F238E27FC236}">
                  <a16:creationId xmlns:a16="http://schemas.microsoft.com/office/drawing/2014/main" id="{81E23C8B-329F-D3BA-B5F6-D12E99A874F3}"/>
                </a:ext>
              </a:extLst>
            </p:cNvPr>
            <p:cNvSpPr txBox="1"/>
            <p:nvPr/>
          </p:nvSpPr>
          <p:spPr>
            <a:xfrm>
              <a:off x="9388118" y="4436048"/>
              <a:ext cx="300082" cy="1791131"/>
            </a:xfrm>
            <a:prstGeom prst="rect">
              <a:avLst/>
            </a:prstGeom>
            <a:noFill/>
          </p:spPr>
          <p:txBody>
            <a:bodyPr wrap="none" rtlCol="0">
              <a:spAutoFit/>
            </a:bodyPr>
            <a:lstStyle/>
            <a:p>
              <a:pPr>
                <a:lnSpc>
                  <a:spcPts val="2700"/>
                </a:lnSpc>
              </a:pPr>
              <a:r>
                <a:rPr lang="en-US" altLang="zh-CN" b="1" dirty="0">
                  <a:solidFill>
                    <a:srgbClr val="041ABC"/>
                  </a:solidFill>
                </a:rPr>
                <a:t>9</a:t>
              </a:r>
            </a:p>
            <a:p>
              <a:pPr>
                <a:lnSpc>
                  <a:spcPts val="2700"/>
                </a:lnSpc>
              </a:pPr>
              <a:r>
                <a:rPr lang="en-US" altLang="zh-CN" b="1" dirty="0">
                  <a:solidFill>
                    <a:srgbClr val="041ABC"/>
                  </a:solidFill>
                </a:rPr>
                <a:t>8</a:t>
              </a:r>
            </a:p>
            <a:p>
              <a:pPr>
                <a:lnSpc>
                  <a:spcPts val="2700"/>
                </a:lnSpc>
              </a:pPr>
              <a:r>
                <a:rPr lang="en-US" altLang="zh-CN" b="1" dirty="0">
                  <a:solidFill>
                    <a:srgbClr val="041ABC"/>
                  </a:solidFill>
                </a:rPr>
                <a:t>7</a:t>
              </a:r>
            </a:p>
            <a:p>
              <a:pPr>
                <a:lnSpc>
                  <a:spcPts val="2700"/>
                </a:lnSpc>
              </a:pPr>
              <a:r>
                <a:rPr lang="en-US" altLang="zh-CN" b="1" dirty="0">
                  <a:solidFill>
                    <a:srgbClr val="041ABC"/>
                  </a:solidFill>
                </a:rPr>
                <a:t>6</a:t>
              </a:r>
            </a:p>
            <a:p>
              <a:pPr>
                <a:lnSpc>
                  <a:spcPts val="2700"/>
                </a:lnSpc>
              </a:pPr>
              <a:r>
                <a:rPr lang="en-US" altLang="zh-CN" b="1" dirty="0">
                  <a:solidFill>
                    <a:srgbClr val="041ABC"/>
                  </a:solidFill>
                </a:rPr>
                <a:t>5</a:t>
              </a:r>
              <a:endParaRPr lang="zh-CN" altLang="en-US" b="1" dirty="0">
                <a:solidFill>
                  <a:srgbClr val="041ABC"/>
                </a:solidFill>
              </a:endParaRPr>
            </a:p>
          </p:txBody>
        </p:sp>
        <p:sp>
          <p:nvSpPr>
            <p:cNvPr id="63" name="矩形 62">
              <a:extLst>
                <a:ext uri="{FF2B5EF4-FFF2-40B4-BE49-F238E27FC236}">
                  <a16:creationId xmlns:a16="http://schemas.microsoft.com/office/drawing/2014/main" id="{9CC0BB65-3AFD-9BB3-176A-B066E140B368}"/>
                </a:ext>
              </a:extLst>
            </p:cNvPr>
            <p:cNvSpPr/>
            <p:nvPr/>
          </p:nvSpPr>
          <p:spPr>
            <a:xfrm>
              <a:off x="8710119" y="4506716"/>
              <a:ext cx="662481" cy="170184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灯片编号占位符 1">
            <a:extLst>
              <a:ext uri="{FF2B5EF4-FFF2-40B4-BE49-F238E27FC236}">
                <a16:creationId xmlns:a16="http://schemas.microsoft.com/office/drawing/2014/main" id="{EBAA70C5-5449-1B4D-109C-F515CC408F91}"/>
              </a:ext>
            </a:extLst>
          </p:cNvPr>
          <p:cNvSpPr>
            <a:spLocks noGrp="1"/>
          </p:cNvSpPr>
          <p:nvPr>
            <p:ph type="sldNum" sz="quarter" idx="12"/>
          </p:nvPr>
        </p:nvSpPr>
        <p:spPr/>
        <p:txBody>
          <a:bodyPr/>
          <a:lstStyle/>
          <a:p>
            <a:fld id="{D7C0FE0B-717B-41AE-9FA2-CA4BF851D1C3}" type="slidenum">
              <a:rPr lang="zh-CN" altLang="en-US" smtClean="0"/>
              <a:t>7</a:t>
            </a:fld>
            <a:endParaRPr lang="zh-CN" altLang="en-US"/>
          </a:p>
        </p:txBody>
      </p:sp>
      <p:sp>
        <p:nvSpPr>
          <p:cNvPr id="3" name="灯片编号占位符 1">
            <a:extLst>
              <a:ext uri="{FF2B5EF4-FFF2-40B4-BE49-F238E27FC236}">
                <a16:creationId xmlns:a16="http://schemas.microsoft.com/office/drawing/2014/main" id="{595C2FF2-2579-5C19-13ED-8A4386002807}"/>
              </a:ext>
            </a:extLst>
          </p:cNvPr>
          <p:cNvSpPr>
            <a:spLocks noGrp="1"/>
          </p:cNvSpPr>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C0FE0B-717B-41AE-9FA2-CA4BF851D1C3}" type="slidenum">
              <a:rPr lang="zh-CN" altLang="en-US" smtClean="0"/>
              <a:pPr/>
              <a:t>7</a:t>
            </a:fld>
            <a:endParaRPr lang="zh-CN" altLang="en-US"/>
          </a:p>
        </p:txBody>
      </p:sp>
      <p:sp>
        <p:nvSpPr>
          <p:cNvPr id="4" name="文本框 3">
            <a:extLst>
              <a:ext uri="{FF2B5EF4-FFF2-40B4-BE49-F238E27FC236}">
                <a16:creationId xmlns:a16="http://schemas.microsoft.com/office/drawing/2014/main" id="{79AC73F7-2810-73A0-9CF2-5741BA521062}"/>
              </a:ext>
            </a:extLst>
          </p:cNvPr>
          <p:cNvSpPr txBox="1"/>
          <p:nvPr/>
        </p:nvSpPr>
        <p:spPr>
          <a:xfrm>
            <a:off x="409141" y="838551"/>
            <a:ext cx="8918418" cy="3139321"/>
          </a:xfrm>
          <a:prstGeom prst="rect">
            <a:avLst/>
          </a:prstGeom>
          <a:solidFill>
            <a:schemeClr val="tx2">
              <a:lumMod val="10000"/>
              <a:lumOff val="90000"/>
            </a:schemeClr>
          </a:solid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600"/>
              </a:spcBef>
              <a:buNone/>
            </a:pPr>
            <a:r>
              <a:rPr lang="en-US" altLang="zh-CN" sz="1800"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Push(</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SqStack</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e)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入栈，元素</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置</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为新的栈顶元素</a:t>
            </a: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ERROR;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若栈</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不存在，则报错</a:t>
            </a: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(S-&gt;top – S-&gt;base &gt;= S-&gt;size)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若栈已满，则申请扩容</a:t>
            </a:r>
            <a:endPar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b="1" kern="100" dirty="0">
                <a:solidFill>
                  <a:srgbClr val="000000"/>
                </a:solidFill>
                <a:latin typeface="Courier New" panose="02070309020205020404" pitchFamily="49" charset="0"/>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solidFill>
                  <a:srgbClr val="000000"/>
                </a:solidFill>
                <a:latin typeface="Courier New" panose="02070309020205020404" pitchFamily="49" charset="0"/>
                <a:cs typeface="Times New Roman" panose="02020603050405020304" pitchFamily="18" charset="0"/>
              </a:rPr>
              <a:t>(</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S-&gt;base = (</a:t>
            </a: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ElemType</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realloc</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(S-&gt;base,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cs typeface="Times New Roman" panose="02020603050405020304" pitchFamily="18" charset="0"/>
              </a:rPr>
              <a:t>若扩容失败</a:t>
            </a:r>
            <a:endPar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algn="just"/>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(S-&gt;size*2*</a:t>
            </a:r>
            <a:r>
              <a:rPr lang="en-US" altLang="zh-CN" b="1" kern="100" dirty="0" err="1">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err="1">
                <a:solidFill>
                  <a:srgbClr val="000000"/>
                </a:solidFill>
                <a:latin typeface="Courier New" panose="02070309020205020404" pitchFamily="49" charset="0"/>
                <a:ea typeface="宋体" panose="02010600030101010101" pitchFamily="2" charset="-122"/>
                <a:cs typeface="Times New Roman" panose="02020603050405020304" pitchFamily="18" charset="0"/>
              </a:rPr>
              <a:t>ElemType</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b="1" kern="100" dirty="0">
                <a:solidFill>
                  <a:srgbClr val="000000"/>
                </a:solidFill>
                <a:latin typeface="Courier New" panose="02070309020205020404" pitchFamily="49" charset="0"/>
                <a:cs typeface="Times New Roman" panose="02020603050405020304" pitchFamily="18" charset="0"/>
              </a:rPr>
              <a:t> ERROR</a:t>
            </a:r>
            <a:r>
              <a:rPr lang="en-US"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cs typeface="Times New Roman" panose="02020603050405020304" pitchFamily="18" charset="0"/>
              </a:rPr>
              <a:t>则报错</a:t>
            </a:r>
            <a:endParaRPr lang="zh-CN" altLang="zh-CN" b="1" kern="100" dirty="0">
              <a:solidFill>
                <a:srgbClr val="000000"/>
              </a:solidFill>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S-&gt;top = S-&gt;base + S-&gt;size;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更新栈顶指针（因栈底指针已改变）</a:t>
            </a: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S-&gt;size *= 2;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更新栈的容量</a:t>
            </a: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*S-&gt;top++ = 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将元素</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置到栈顶，</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top</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OK;</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5" name="文本框 5">
            <a:extLst>
              <a:ext uri="{FF2B5EF4-FFF2-40B4-BE49-F238E27FC236}">
                <a16:creationId xmlns:a16="http://schemas.microsoft.com/office/drawing/2014/main" id="{76432217-0AD2-8CAA-197C-BA3CC8426C3E}"/>
              </a:ext>
            </a:extLst>
          </p:cNvPr>
          <p:cNvSpPr txBox="1"/>
          <p:nvPr/>
        </p:nvSpPr>
        <p:spPr>
          <a:xfrm>
            <a:off x="409141" y="5483565"/>
            <a:ext cx="10217282" cy="1200329"/>
          </a:xfrm>
          <a:prstGeom prst="rect">
            <a:avLst/>
          </a:prstGeom>
          <a:solidFill>
            <a:schemeClr val="tx2">
              <a:lumMod val="10000"/>
              <a:lumOff val="90000"/>
            </a:schemeClr>
          </a:solid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600"/>
              </a:spcBef>
              <a:buNone/>
            </a:pP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GetTop</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SqStack</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若栈</a:t>
            </a:r>
            <a:r>
              <a:rPr lang="en-US" altLang="zh-CN" b="1" kern="100" dirty="0">
                <a:solidFill>
                  <a:schemeClr val="accent6">
                    <a:lumMod val="75000"/>
                  </a:schemeClr>
                </a:solidFill>
                <a:latin typeface="Courier New" panose="02070309020205020404" pitchFamily="49" charset="0"/>
                <a:cs typeface="Times New Roman" panose="02020603050405020304" pitchFamily="18" charset="0"/>
              </a:rPr>
              <a:t>S</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不空，则返回栈顶元素，否则返回空元素</a:t>
            </a:r>
            <a:r>
              <a:rPr lang="en-US" altLang="zh-CN" sz="1800" b="1" kern="100" dirty="0" err="1">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nullE</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 ||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S.top</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S.base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nullE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栈不存在或空，则返回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a:t>
            </a: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S.top</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-1);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返回栈顶元素</a:t>
            </a:r>
          </a:p>
          <a:p>
            <a:pPr algn="just">
              <a:buNone/>
            </a:pP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6" name="文本框 7">
            <a:extLst>
              <a:ext uri="{FF2B5EF4-FFF2-40B4-BE49-F238E27FC236}">
                <a16:creationId xmlns:a16="http://schemas.microsoft.com/office/drawing/2014/main" id="{5537D159-5867-80B7-E14F-FC96622CF79D}"/>
              </a:ext>
            </a:extLst>
          </p:cNvPr>
          <p:cNvSpPr txBox="1"/>
          <p:nvPr/>
        </p:nvSpPr>
        <p:spPr>
          <a:xfrm>
            <a:off x="409141" y="4130554"/>
            <a:ext cx="10217282" cy="1200329"/>
          </a:xfrm>
          <a:prstGeom prst="rect">
            <a:avLst/>
          </a:prstGeom>
          <a:solidFill>
            <a:schemeClr val="tx2">
              <a:lumMod val="10000"/>
              <a:lumOff val="90000"/>
            </a:schemeClr>
          </a:solid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spcBef>
                <a:spcPts val="600"/>
              </a:spcBef>
              <a:buNone/>
            </a:pP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Pop(</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SqStack</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若栈不空，则删除</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S</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栈顶元素，返回其值；否则返回</a:t>
            </a:r>
            <a:r>
              <a:rPr lang="en-US" altLang="zh-CN" b="1"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nullE</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S || S-&gt;top == S-&gt;base)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nullE</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栈不存在或空，则返回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a:t>
            </a:r>
          </a:p>
          <a:p>
            <a:pPr algn="just">
              <a:buNone/>
            </a:pP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*--S-&gt;top;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返回退栈元素值，满足不同需求</a:t>
            </a:r>
          </a:p>
          <a:p>
            <a:pPr algn="just">
              <a:spcAft>
                <a:spcPts val="360"/>
              </a:spcAft>
              <a:buNone/>
            </a:pPr>
            <a:r>
              <a:rPr lang="en-US" altLang="zh-CN" b="1" kern="100" dirty="0">
                <a:solidFill>
                  <a:srgbClr val="0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 </a:t>
            </a:r>
            <a:endParaRPr lang="zh-CN" altLang="en-US" dirty="0"/>
          </a:p>
        </p:txBody>
      </p:sp>
      <p:sp>
        <p:nvSpPr>
          <p:cNvPr id="7" name="文本框 6">
            <a:extLst>
              <a:ext uri="{FF2B5EF4-FFF2-40B4-BE49-F238E27FC236}">
                <a16:creationId xmlns:a16="http://schemas.microsoft.com/office/drawing/2014/main" id="{5DF8ED98-CA65-79B8-851B-C98197B13D59}"/>
              </a:ext>
            </a:extLst>
          </p:cNvPr>
          <p:cNvSpPr txBox="1"/>
          <p:nvPr/>
        </p:nvSpPr>
        <p:spPr>
          <a:xfrm>
            <a:off x="1288472" y="224204"/>
            <a:ext cx="4493538" cy="461665"/>
          </a:xfrm>
          <a:prstGeom prst="rect">
            <a:avLst/>
          </a:prstGeom>
          <a:noFill/>
        </p:spPr>
        <p:txBody>
          <a:bodyPr wrap="none" rtlCol="0">
            <a:spAutoFit/>
          </a:bodyPr>
          <a:lstStyle/>
          <a:p>
            <a:r>
              <a:rPr lang="zh-CN" altLang="en-US" sz="2400" b="1" dirty="0">
                <a:solidFill>
                  <a:srgbClr val="C00000"/>
                </a:solidFill>
                <a:effectLst>
                  <a:outerShdw blurRad="38100" dist="38100" dir="2700000" algn="tl">
                    <a:srgbClr val="000000">
                      <a:alpha val="43137"/>
                    </a:srgbClr>
                  </a:outerShdw>
                </a:effectLst>
              </a:rPr>
              <a:t>入栈</a:t>
            </a:r>
            <a:r>
              <a:rPr lang="zh-CN" altLang="en-US" sz="2400" b="1" dirty="0"/>
              <a:t>、</a:t>
            </a:r>
            <a:r>
              <a:rPr lang="zh-CN" altLang="en-US" sz="2400" b="1" dirty="0">
                <a:solidFill>
                  <a:srgbClr val="C00000"/>
                </a:solidFill>
                <a:effectLst>
                  <a:outerShdw blurRad="38100" dist="38100" dir="2700000" algn="tl">
                    <a:srgbClr val="000000">
                      <a:alpha val="43137"/>
                    </a:srgbClr>
                  </a:outerShdw>
                </a:effectLst>
              </a:rPr>
              <a:t>出栈</a:t>
            </a:r>
            <a:r>
              <a:rPr lang="zh-CN" altLang="en-US" sz="2400" b="1" dirty="0"/>
              <a:t>和</a:t>
            </a:r>
            <a:r>
              <a:rPr lang="zh-CN" altLang="en-US" sz="2400" b="1" dirty="0">
                <a:solidFill>
                  <a:srgbClr val="C00000"/>
                </a:solidFill>
                <a:effectLst>
                  <a:outerShdw blurRad="38100" dist="38100" dir="2700000" algn="tl">
                    <a:srgbClr val="000000">
                      <a:alpha val="43137"/>
                    </a:srgbClr>
                  </a:outerShdw>
                </a:effectLst>
              </a:rPr>
              <a:t>取栈顶</a:t>
            </a:r>
            <a:r>
              <a:rPr lang="zh-CN" altLang="en-US" sz="2400" b="1" dirty="0">
                <a:effectLst>
                  <a:outerShdw blurRad="38100" dist="38100" dir="2700000" algn="tl">
                    <a:srgbClr val="000000">
                      <a:alpha val="43137"/>
                    </a:srgbClr>
                  </a:outerShdw>
                </a:effectLst>
              </a:rPr>
              <a:t>操作</a:t>
            </a:r>
            <a:r>
              <a:rPr lang="zh-CN" altLang="en-US" sz="2400" b="1" dirty="0"/>
              <a:t>的</a:t>
            </a:r>
            <a:r>
              <a:rPr lang="zh-CN" altLang="en-US" sz="2400" b="1" dirty="0">
                <a:effectLst>
                  <a:outerShdw blurRad="38100" dist="38100" dir="2700000" algn="tl">
                    <a:srgbClr val="000000">
                      <a:alpha val="43137"/>
                    </a:srgbClr>
                  </a:outerShdw>
                </a:effectLst>
              </a:rPr>
              <a:t>实现</a:t>
            </a:r>
          </a:p>
        </p:txBody>
      </p:sp>
      <p:grpSp>
        <p:nvGrpSpPr>
          <p:cNvPr id="8" name="组合 7">
            <a:extLst>
              <a:ext uri="{FF2B5EF4-FFF2-40B4-BE49-F238E27FC236}">
                <a16:creationId xmlns:a16="http://schemas.microsoft.com/office/drawing/2014/main" id="{0D93E127-2CCF-2964-FB0E-C9307C6638AB}"/>
              </a:ext>
            </a:extLst>
          </p:cNvPr>
          <p:cNvGrpSpPr/>
          <p:nvPr/>
        </p:nvGrpSpPr>
        <p:grpSpPr>
          <a:xfrm>
            <a:off x="9274134" y="2787809"/>
            <a:ext cx="1287212" cy="1130022"/>
            <a:chOff x="5301644" y="4692550"/>
            <a:chExt cx="1287212" cy="1506801"/>
          </a:xfrm>
        </p:grpSpPr>
        <p:sp>
          <p:nvSpPr>
            <p:cNvPr id="9" name="文本框 81922">
              <a:extLst>
                <a:ext uri="{FF2B5EF4-FFF2-40B4-BE49-F238E27FC236}">
                  <a16:creationId xmlns:a16="http://schemas.microsoft.com/office/drawing/2014/main" id="{3D90F82A-24F8-B29A-4CFE-40DCC3E94219}"/>
                </a:ext>
              </a:extLst>
            </p:cNvPr>
            <p:cNvSpPr txBox="1">
              <a:spLocks noChangeArrowheads="1"/>
            </p:cNvSpPr>
            <p:nvPr/>
          </p:nvSpPr>
          <p:spPr bwMode="auto">
            <a:xfrm>
              <a:off x="5354289" y="4692550"/>
              <a:ext cx="723930" cy="6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lnSpc>
                  <a:spcPct val="105000"/>
                </a:lnSpc>
                <a:spcBef>
                  <a:spcPct val="0"/>
                </a:spcBef>
                <a:buClrTx/>
                <a:buFontTx/>
                <a:buNone/>
              </a:pPr>
              <a:r>
                <a:rPr lang="en-US" altLang="zh-CN" sz="2400" b="1" dirty="0">
                  <a:solidFill>
                    <a:schemeClr val="accent5">
                      <a:lumMod val="50000"/>
                    </a:schemeClr>
                  </a:solidFill>
                  <a:latin typeface="+mn-lt"/>
                  <a:ea typeface="+mn-ea"/>
                </a:rPr>
                <a:t>top</a:t>
              </a:r>
              <a:endParaRPr lang="zh-CN" altLang="en-US" sz="2400" b="1" dirty="0">
                <a:solidFill>
                  <a:schemeClr val="accent5">
                    <a:lumMod val="50000"/>
                  </a:schemeClr>
                </a:solidFill>
                <a:latin typeface="+mn-lt"/>
                <a:ea typeface="+mn-ea"/>
              </a:endParaRPr>
            </a:p>
          </p:txBody>
        </p:sp>
        <p:sp>
          <p:nvSpPr>
            <p:cNvPr id="10" name="文本框 81922">
              <a:extLst>
                <a:ext uri="{FF2B5EF4-FFF2-40B4-BE49-F238E27FC236}">
                  <a16:creationId xmlns:a16="http://schemas.microsoft.com/office/drawing/2014/main" id="{0A1A78CD-A9AE-1B99-8A72-B9E53E899EF6}"/>
                </a:ext>
              </a:extLst>
            </p:cNvPr>
            <p:cNvSpPr txBox="1">
              <a:spLocks noChangeArrowheads="1"/>
            </p:cNvSpPr>
            <p:nvPr/>
          </p:nvSpPr>
          <p:spPr bwMode="auto">
            <a:xfrm>
              <a:off x="5301644" y="5147866"/>
              <a:ext cx="797310" cy="6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a:lnSpc>
                  <a:spcPct val="105000"/>
                </a:lnSpc>
                <a:spcBef>
                  <a:spcPct val="0"/>
                </a:spcBef>
                <a:buClrTx/>
                <a:buNone/>
              </a:pPr>
              <a:r>
                <a:rPr lang="en-US" altLang="zh-CN" sz="2400" b="1" dirty="0">
                  <a:solidFill>
                    <a:srgbClr val="008080"/>
                  </a:solidFill>
                  <a:latin typeface="+mn-lt"/>
                  <a:ea typeface="+mn-ea"/>
                </a:rPr>
                <a:t>base</a:t>
              </a:r>
              <a:endParaRPr lang="zh-CN" altLang="en-US" sz="2400" b="1" dirty="0">
                <a:solidFill>
                  <a:srgbClr val="008080"/>
                </a:solidFill>
                <a:latin typeface="+mn-lt"/>
                <a:ea typeface="+mn-ea"/>
              </a:endParaRPr>
            </a:p>
          </p:txBody>
        </p:sp>
        <p:sp>
          <p:nvSpPr>
            <p:cNvPr id="11" name="矩形 10">
              <a:extLst>
                <a:ext uri="{FF2B5EF4-FFF2-40B4-BE49-F238E27FC236}">
                  <a16:creationId xmlns:a16="http://schemas.microsoft.com/office/drawing/2014/main" id="{FBEC6815-6F15-4470-CE89-B777C2AD4FCC}"/>
                </a:ext>
              </a:extLst>
            </p:cNvPr>
            <p:cNvSpPr/>
            <p:nvPr/>
          </p:nvSpPr>
          <p:spPr>
            <a:xfrm>
              <a:off x="6074443" y="4767250"/>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12" name="矩形 11">
              <a:extLst>
                <a:ext uri="{FF2B5EF4-FFF2-40B4-BE49-F238E27FC236}">
                  <a16:creationId xmlns:a16="http://schemas.microsoft.com/office/drawing/2014/main" id="{B7C56A2A-B205-5745-4A68-DAB94260F7D9}"/>
                </a:ext>
              </a:extLst>
            </p:cNvPr>
            <p:cNvSpPr/>
            <p:nvPr/>
          </p:nvSpPr>
          <p:spPr>
            <a:xfrm>
              <a:off x="6074443" y="52277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13" name="矩形 12">
              <a:extLst>
                <a:ext uri="{FF2B5EF4-FFF2-40B4-BE49-F238E27FC236}">
                  <a16:creationId xmlns:a16="http://schemas.microsoft.com/office/drawing/2014/main" id="{1B834A9A-3187-42B5-8B7E-1BB8EAFFEEBA}"/>
                </a:ext>
              </a:extLst>
            </p:cNvPr>
            <p:cNvSpPr/>
            <p:nvPr/>
          </p:nvSpPr>
          <p:spPr>
            <a:xfrm>
              <a:off x="6074442" y="56849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14" name="文本框 81922">
              <a:extLst>
                <a:ext uri="{FF2B5EF4-FFF2-40B4-BE49-F238E27FC236}">
                  <a16:creationId xmlns:a16="http://schemas.microsoft.com/office/drawing/2014/main" id="{40819792-017C-6329-03AB-F4F804707285}"/>
                </a:ext>
              </a:extLst>
            </p:cNvPr>
            <p:cNvSpPr txBox="1">
              <a:spLocks noChangeArrowheads="1"/>
            </p:cNvSpPr>
            <p:nvPr/>
          </p:nvSpPr>
          <p:spPr bwMode="auto">
            <a:xfrm>
              <a:off x="5391754" y="5592220"/>
              <a:ext cx="694945" cy="6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a:lnSpc>
                  <a:spcPct val="105000"/>
                </a:lnSpc>
                <a:spcBef>
                  <a:spcPct val="0"/>
                </a:spcBef>
                <a:buClrTx/>
                <a:buNone/>
              </a:pPr>
              <a:r>
                <a:rPr lang="en-US" altLang="zh-CN" sz="2400" b="1" dirty="0">
                  <a:solidFill>
                    <a:srgbClr val="00B0F0"/>
                  </a:solidFill>
                  <a:latin typeface="+mn-lt"/>
                  <a:ea typeface="+mn-ea"/>
                </a:rPr>
                <a:t>size</a:t>
              </a:r>
              <a:endParaRPr lang="zh-CN" altLang="en-US" sz="2400" b="1" dirty="0">
                <a:solidFill>
                  <a:srgbClr val="00B0F0"/>
                </a:solidFill>
                <a:latin typeface="+mn-lt"/>
                <a:ea typeface="+mn-ea"/>
              </a:endParaRPr>
            </a:p>
          </p:txBody>
        </p:sp>
      </p:grpSp>
      <p:grpSp>
        <p:nvGrpSpPr>
          <p:cNvPr id="15" name="组合 14">
            <a:extLst>
              <a:ext uri="{FF2B5EF4-FFF2-40B4-BE49-F238E27FC236}">
                <a16:creationId xmlns:a16="http://schemas.microsoft.com/office/drawing/2014/main" id="{362ADAA9-211E-C0D3-52D8-41F02BE50684}"/>
              </a:ext>
            </a:extLst>
          </p:cNvPr>
          <p:cNvGrpSpPr/>
          <p:nvPr/>
        </p:nvGrpSpPr>
        <p:grpSpPr>
          <a:xfrm>
            <a:off x="11013157" y="2119702"/>
            <a:ext cx="978083" cy="1791131"/>
            <a:chOff x="8710117" y="4436048"/>
            <a:chExt cx="978083" cy="1791131"/>
          </a:xfrm>
        </p:grpSpPr>
        <p:sp>
          <p:nvSpPr>
            <p:cNvPr id="16" name="矩形 15">
              <a:extLst>
                <a:ext uri="{FF2B5EF4-FFF2-40B4-BE49-F238E27FC236}">
                  <a16:creationId xmlns:a16="http://schemas.microsoft.com/office/drawing/2014/main" id="{A1BAD01F-7A50-07C0-4C27-BA50889AFC8D}"/>
                </a:ext>
              </a:extLst>
            </p:cNvPr>
            <p:cNvSpPr/>
            <p:nvPr/>
          </p:nvSpPr>
          <p:spPr>
            <a:xfrm>
              <a:off x="8710119" y="4849039"/>
              <a:ext cx="662481" cy="331442"/>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dirty="0"/>
            </a:p>
          </p:txBody>
        </p:sp>
        <p:sp>
          <p:nvSpPr>
            <p:cNvPr id="17" name="矩形 16">
              <a:extLst>
                <a:ext uri="{FF2B5EF4-FFF2-40B4-BE49-F238E27FC236}">
                  <a16:creationId xmlns:a16="http://schemas.microsoft.com/office/drawing/2014/main" id="{BD854FCE-3E03-48DE-CB85-9256C7E2BE02}"/>
                </a:ext>
              </a:extLst>
            </p:cNvPr>
            <p:cNvSpPr/>
            <p:nvPr/>
          </p:nvSpPr>
          <p:spPr>
            <a:xfrm>
              <a:off x="8710121" y="5182612"/>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18" name="矩形 17">
              <a:extLst>
                <a:ext uri="{FF2B5EF4-FFF2-40B4-BE49-F238E27FC236}">
                  <a16:creationId xmlns:a16="http://schemas.microsoft.com/office/drawing/2014/main" id="{229CE8E5-740E-F12E-1D35-A394421761E5}"/>
                </a:ext>
              </a:extLst>
            </p:cNvPr>
            <p:cNvSpPr/>
            <p:nvPr/>
          </p:nvSpPr>
          <p:spPr>
            <a:xfrm>
              <a:off x="8710121" y="5522804"/>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19" name="矩形 18">
              <a:extLst>
                <a:ext uri="{FF2B5EF4-FFF2-40B4-BE49-F238E27FC236}">
                  <a16:creationId xmlns:a16="http://schemas.microsoft.com/office/drawing/2014/main" id="{BDC2BD8C-883C-4596-8900-205E0B2DCD25}"/>
                </a:ext>
              </a:extLst>
            </p:cNvPr>
            <p:cNvSpPr/>
            <p:nvPr/>
          </p:nvSpPr>
          <p:spPr>
            <a:xfrm>
              <a:off x="8710120" y="5865680"/>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20" name="矩形 19">
              <a:extLst>
                <a:ext uri="{FF2B5EF4-FFF2-40B4-BE49-F238E27FC236}">
                  <a16:creationId xmlns:a16="http://schemas.microsoft.com/office/drawing/2014/main" id="{6227F47A-9978-E7A7-E476-53D6D649DB41}"/>
                </a:ext>
              </a:extLst>
            </p:cNvPr>
            <p:cNvSpPr/>
            <p:nvPr/>
          </p:nvSpPr>
          <p:spPr>
            <a:xfrm>
              <a:off x="8710117" y="4506716"/>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21" name="文本框 20">
              <a:extLst>
                <a:ext uri="{FF2B5EF4-FFF2-40B4-BE49-F238E27FC236}">
                  <a16:creationId xmlns:a16="http://schemas.microsoft.com/office/drawing/2014/main" id="{F15E74AF-3FB6-236C-93E1-A246EAD7BBB3}"/>
                </a:ext>
              </a:extLst>
            </p:cNvPr>
            <p:cNvSpPr txBox="1"/>
            <p:nvPr/>
          </p:nvSpPr>
          <p:spPr>
            <a:xfrm>
              <a:off x="9388118" y="4436048"/>
              <a:ext cx="300082" cy="1791131"/>
            </a:xfrm>
            <a:prstGeom prst="rect">
              <a:avLst/>
            </a:prstGeom>
            <a:noFill/>
          </p:spPr>
          <p:txBody>
            <a:bodyPr wrap="none" rtlCol="0">
              <a:spAutoFit/>
            </a:bodyPr>
            <a:lstStyle/>
            <a:p>
              <a:pPr>
                <a:lnSpc>
                  <a:spcPts val="2700"/>
                </a:lnSpc>
              </a:pPr>
              <a:r>
                <a:rPr lang="en-US" altLang="zh-CN" b="1" dirty="0">
                  <a:solidFill>
                    <a:srgbClr val="041ABC"/>
                  </a:solidFill>
                </a:rPr>
                <a:t>4</a:t>
              </a:r>
            </a:p>
            <a:p>
              <a:pPr>
                <a:lnSpc>
                  <a:spcPts val="2700"/>
                </a:lnSpc>
              </a:pPr>
              <a:r>
                <a:rPr lang="en-US" altLang="zh-CN" b="1" dirty="0">
                  <a:solidFill>
                    <a:srgbClr val="041ABC"/>
                  </a:solidFill>
                </a:rPr>
                <a:t>3</a:t>
              </a:r>
            </a:p>
            <a:p>
              <a:pPr>
                <a:lnSpc>
                  <a:spcPts val="2700"/>
                </a:lnSpc>
              </a:pPr>
              <a:r>
                <a:rPr lang="en-US" altLang="zh-CN" b="1" dirty="0">
                  <a:solidFill>
                    <a:srgbClr val="041ABC"/>
                  </a:solidFill>
                </a:rPr>
                <a:t>2</a:t>
              </a:r>
            </a:p>
            <a:p>
              <a:pPr>
                <a:lnSpc>
                  <a:spcPts val="2700"/>
                </a:lnSpc>
              </a:pPr>
              <a:r>
                <a:rPr lang="en-US" altLang="zh-CN" b="1" dirty="0">
                  <a:solidFill>
                    <a:srgbClr val="041ABC"/>
                  </a:solidFill>
                </a:rPr>
                <a:t>1</a:t>
              </a:r>
            </a:p>
            <a:p>
              <a:pPr>
                <a:lnSpc>
                  <a:spcPts val="2700"/>
                </a:lnSpc>
              </a:pPr>
              <a:r>
                <a:rPr lang="en-US" altLang="zh-CN" b="1" dirty="0">
                  <a:solidFill>
                    <a:srgbClr val="041ABC"/>
                  </a:solidFill>
                </a:rPr>
                <a:t>0</a:t>
              </a:r>
              <a:endParaRPr lang="zh-CN" altLang="en-US" b="1" dirty="0">
                <a:solidFill>
                  <a:srgbClr val="041ABC"/>
                </a:solidFill>
              </a:endParaRPr>
            </a:p>
          </p:txBody>
        </p:sp>
        <p:sp>
          <p:nvSpPr>
            <p:cNvPr id="22" name="矩形 21">
              <a:extLst>
                <a:ext uri="{FF2B5EF4-FFF2-40B4-BE49-F238E27FC236}">
                  <a16:creationId xmlns:a16="http://schemas.microsoft.com/office/drawing/2014/main" id="{9666B012-791B-4ECC-CBCD-7EB9A1FF8F11}"/>
                </a:ext>
              </a:extLst>
            </p:cNvPr>
            <p:cNvSpPr/>
            <p:nvPr/>
          </p:nvSpPr>
          <p:spPr>
            <a:xfrm>
              <a:off x="8710119" y="4506716"/>
              <a:ext cx="662481" cy="170184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3" name="直接箭头连接符 22">
            <a:extLst>
              <a:ext uri="{FF2B5EF4-FFF2-40B4-BE49-F238E27FC236}">
                <a16:creationId xmlns:a16="http://schemas.microsoft.com/office/drawing/2014/main" id="{76BEA695-65D8-E2A3-F856-58AB16582F9F}"/>
              </a:ext>
            </a:extLst>
          </p:cNvPr>
          <p:cNvCxnSpPr>
            <a:cxnSpLocks/>
          </p:cNvCxnSpPr>
          <p:nvPr/>
        </p:nvCxnSpPr>
        <p:spPr>
          <a:xfrm>
            <a:off x="10325595" y="3352396"/>
            <a:ext cx="687562" cy="476654"/>
          </a:xfrm>
          <a:prstGeom prst="straightConnector1">
            <a:avLst/>
          </a:prstGeom>
          <a:ln>
            <a:headEnd type="oval"/>
            <a:tailEnd type="triangle" w="lg" len="lg"/>
          </a:ln>
        </p:spPr>
        <p:style>
          <a:lnRef idx="2">
            <a:schemeClr val="accent1"/>
          </a:lnRef>
          <a:fillRef idx="0">
            <a:schemeClr val="accent1"/>
          </a:fillRef>
          <a:effectRef idx="1">
            <a:schemeClr val="accent1"/>
          </a:effectRef>
          <a:fontRef idx="minor">
            <a:schemeClr val="tx1"/>
          </a:fontRef>
        </p:style>
      </p:cxnSp>
      <p:cxnSp>
        <p:nvCxnSpPr>
          <p:cNvPr id="24" name="直接箭头连接符 23">
            <a:extLst>
              <a:ext uri="{FF2B5EF4-FFF2-40B4-BE49-F238E27FC236}">
                <a16:creationId xmlns:a16="http://schemas.microsoft.com/office/drawing/2014/main" id="{6E67A188-8C85-1CBD-72FF-518138A957EB}"/>
              </a:ext>
            </a:extLst>
          </p:cNvPr>
          <p:cNvCxnSpPr>
            <a:cxnSpLocks/>
          </p:cNvCxnSpPr>
          <p:nvPr/>
        </p:nvCxnSpPr>
        <p:spPr>
          <a:xfrm>
            <a:off x="10325595" y="3028199"/>
            <a:ext cx="687562" cy="614826"/>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cxnSp>
        <p:nvCxnSpPr>
          <p:cNvPr id="25" name="直接箭头连接符 24">
            <a:extLst>
              <a:ext uri="{FF2B5EF4-FFF2-40B4-BE49-F238E27FC236}">
                <a16:creationId xmlns:a16="http://schemas.microsoft.com/office/drawing/2014/main" id="{8A01C66D-F45B-AAE4-3544-E06EA7D8B929}"/>
              </a:ext>
            </a:extLst>
          </p:cNvPr>
          <p:cNvCxnSpPr>
            <a:cxnSpLocks/>
          </p:cNvCxnSpPr>
          <p:nvPr/>
        </p:nvCxnSpPr>
        <p:spPr>
          <a:xfrm>
            <a:off x="9699799" y="2632483"/>
            <a:ext cx="371645" cy="219678"/>
          </a:xfrm>
          <a:prstGeom prst="straightConnector1">
            <a:avLst/>
          </a:prstGeom>
          <a:ln>
            <a:solidFill>
              <a:srgbClr val="8E0000"/>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26" name="文本框 81922">
            <a:extLst>
              <a:ext uri="{FF2B5EF4-FFF2-40B4-BE49-F238E27FC236}">
                <a16:creationId xmlns:a16="http://schemas.microsoft.com/office/drawing/2014/main" id="{9A2ED32B-1872-8B35-0098-35CA9EAB9E08}"/>
              </a:ext>
            </a:extLst>
          </p:cNvPr>
          <p:cNvSpPr txBox="1">
            <a:spLocks noChangeArrowheads="1"/>
          </p:cNvSpPr>
          <p:nvPr/>
        </p:nvSpPr>
        <p:spPr bwMode="auto">
          <a:xfrm>
            <a:off x="9326779" y="2303576"/>
            <a:ext cx="47288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ct val="105000"/>
              </a:lnSpc>
              <a:spcBef>
                <a:spcPct val="0"/>
              </a:spcBef>
              <a:buClrTx/>
              <a:buFontTx/>
              <a:buNone/>
            </a:pPr>
            <a:r>
              <a:rPr lang="en-US" altLang="zh-CN" sz="2400" b="1" dirty="0">
                <a:solidFill>
                  <a:srgbClr val="C00000"/>
                </a:solidFill>
                <a:ea typeface="楷体_GB2312" pitchFamily="49" charset="-122"/>
              </a:rPr>
              <a:t>S</a:t>
            </a:r>
            <a:endParaRPr lang="zh-CN" altLang="en-US" sz="2400" b="1" dirty="0">
              <a:solidFill>
                <a:srgbClr val="C00000"/>
              </a:solidFill>
            </a:endParaRPr>
          </a:p>
        </p:txBody>
      </p:sp>
      <p:sp>
        <p:nvSpPr>
          <p:cNvPr id="27" name="文本框 26">
            <a:extLst>
              <a:ext uri="{FF2B5EF4-FFF2-40B4-BE49-F238E27FC236}">
                <a16:creationId xmlns:a16="http://schemas.microsoft.com/office/drawing/2014/main" id="{E9B00E1B-E847-7813-0E37-8C1BD49421CB}"/>
              </a:ext>
            </a:extLst>
          </p:cNvPr>
          <p:cNvSpPr txBox="1"/>
          <p:nvPr/>
        </p:nvSpPr>
        <p:spPr>
          <a:xfrm>
            <a:off x="10129460" y="3503475"/>
            <a:ext cx="354584" cy="430887"/>
          </a:xfrm>
          <a:prstGeom prst="rect">
            <a:avLst/>
          </a:prstGeom>
          <a:noFill/>
        </p:spPr>
        <p:txBody>
          <a:bodyPr wrap="none" rtlCol="0">
            <a:spAutoFit/>
          </a:bodyPr>
          <a:lstStyle/>
          <a:p>
            <a:r>
              <a:rPr lang="en-US" altLang="zh-CN" sz="2200" b="1" dirty="0">
                <a:solidFill>
                  <a:srgbClr val="C00000"/>
                </a:solidFill>
                <a:latin typeface="Courier New" panose="02070309020205020404" pitchFamily="49" charset="0"/>
                <a:cs typeface="Courier New" panose="02070309020205020404" pitchFamily="49" charset="0"/>
              </a:rPr>
              <a:t>5</a:t>
            </a:r>
            <a:endParaRPr lang="zh-CN" altLang="en-US" sz="2200" b="1" dirty="0">
              <a:solidFill>
                <a:srgbClr val="C00000"/>
              </a:solidFill>
              <a:latin typeface="Courier New" panose="02070309020205020404" pitchFamily="49" charset="0"/>
              <a:cs typeface="Courier New" panose="02070309020205020404" pitchFamily="49" charset="0"/>
            </a:endParaRPr>
          </a:p>
        </p:txBody>
      </p:sp>
      <p:sp>
        <p:nvSpPr>
          <p:cNvPr id="30" name="文本框 29">
            <a:extLst>
              <a:ext uri="{FF2B5EF4-FFF2-40B4-BE49-F238E27FC236}">
                <a16:creationId xmlns:a16="http://schemas.microsoft.com/office/drawing/2014/main" id="{3399B8A5-738F-AA02-7ECD-E7FA3652B189}"/>
              </a:ext>
            </a:extLst>
          </p:cNvPr>
          <p:cNvSpPr txBox="1"/>
          <p:nvPr/>
        </p:nvSpPr>
        <p:spPr>
          <a:xfrm>
            <a:off x="8127596" y="407361"/>
            <a:ext cx="1236648" cy="400110"/>
          </a:xfrm>
          <a:prstGeom prst="rect">
            <a:avLst/>
          </a:prstGeom>
          <a:noFill/>
        </p:spPr>
        <p:txBody>
          <a:bodyPr wrap="square" rtlCol="0">
            <a:spAutoFit/>
          </a:bodyPr>
          <a:lstStyle/>
          <a:p>
            <a:r>
              <a:rPr lang="zh-CN" altLang="en-US" sz="2000" b="1" dirty="0">
                <a:effectLst>
                  <a:outerShdw blurRad="38100" dist="38100" dir="2700000" algn="tl">
                    <a:srgbClr val="000000">
                      <a:alpha val="43137"/>
                    </a:srgbClr>
                  </a:outerShdw>
                </a:effectLst>
              </a:rPr>
              <a:t>依次入栈：</a:t>
            </a:r>
            <a:endParaRPr lang="en-US" altLang="zh-CN" sz="2000" b="1" dirty="0">
              <a:effectLst>
                <a:outerShdw blurRad="38100" dist="38100" dir="2700000" algn="tl">
                  <a:srgbClr val="000000">
                    <a:alpha val="43137"/>
                  </a:srgbClr>
                </a:outerShdw>
              </a:effectLst>
            </a:endParaRPr>
          </a:p>
        </p:txBody>
      </p:sp>
      <p:sp>
        <p:nvSpPr>
          <p:cNvPr id="32" name="文本框 31">
            <a:extLst>
              <a:ext uri="{FF2B5EF4-FFF2-40B4-BE49-F238E27FC236}">
                <a16:creationId xmlns:a16="http://schemas.microsoft.com/office/drawing/2014/main" id="{67D9687E-6DF2-F958-2B1B-F0620F87C2D6}"/>
              </a:ext>
            </a:extLst>
          </p:cNvPr>
          <p:cNvSpPr txBox="1"/>
          <p:nvPr/>
        </p:nvSpPr>
        <p:spPr>
          <a:xfrm>
            <a:off x="9468177" y="763478"/>
            <a:ext cx="511703" cy="372900"/>
          </a:xfrm>
          <a:prstGeom prst="rect">
            <a:avLst/>
          </a:prstGeom>
          <a:noFill/>
        </p:spPr>
        <p:txBody>
          <a:bodyPr wrap="square" lIns="0" rIns="0">
            <a:spAutoFit/>
          </a:body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a:t>
            </a:r>
            <a:endParaRPr lang="zh-CN" altLang="en-US" dirty="0"/>
          </a:p>
        </p:txBody>
      </p:sp>
      <p:sp>
        <p:nvSpPr>
          <p:cNvPr id="33" name="文本框 32">
            <a:extLst>
              <a:ext uri="{FF2B5EF4-FFF2-40B4-BE49-F238E27FC236}">
                <a16:creationId xmlns:a16="http://schemas.microsoft.com/office/drawing/2014/main" id="{85200E7A-5D36-69E8-73DE-E4E592EB2F3D}"/>
              </a:ext>
            </a:extLst>
          </p:cNvPr>
          <p:cNvSpPr txBox="1"/>
          <p:nvPr/>
        </p:nvSpPr>
        <p:spPr>
          <a:xfrm>
            <a:off x="9468177" y="1044309"/>
            <a:ext cx="463244" cy="369332"/>
          </a:xfrm>
          <a:prstGeom prst="rect">
            <a:avLst/>
          </a:prstGeom>
          <a:noFill/>
        </p:spPr>
        <p:txBody>
          <a:bodyPr wrap="square" lIns="0" rIns="0">
            <a:spAutoFit/>
          </a:body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t>
            </a:r>
            <a:endParaRPr lang="zh-CN" altLang="en-US" dirty="0"/>
          </a:p>
        </p:txBody>
      </p:sp>
      <p:sp>
        <p:nvSpPr>
          <p:cNvPr id="35" name="文本框 34">
            <a:extLst>
              <a:ext uri="{FF2B5EF4-FFF2-40B4-BE49-F238E27FC236}">
                <a16:creationId xmlns:a16="http://schemas.microsoft.com/office/drawing/2014/main" id="{2AF1932F-030F-3AFC-C487-24A812F4AF23}"/>
              </a:ext>
            </a:extLst>
          </p:cNvPr>
          <p:cNvSpPr txBox="1"/>
          <p:nvPr/>
        </p:nvSpPr>
        <p:spPr>
          <a:xfrm>
            <a:off x="9468177" y="442381"/>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'A'</a:t>
            </a:r>
            <a:endParaRPr lang="zh-CN" altLang="en-US" dirty="0"/>
          </a:p>
        </p:txBody>
      </p:sp>
      <p:sp>
        <p:nvSpPr>
          <p:cNvPr id="36" name="文本框 35">
            <a:extLst>
              <a:ext uri="{FF2B5EF4-FFF2-40B4-BE49-F238E27FC236}">
                <a16:creationId xmlns:a16="http://schemas.microsoft.com/office/drawing/2014/main" id="{39036C50-7621-98CC-9BAF-FC18227567A0}"/>
              </a:ext>
            </a:extLst>
          </p:cNvPr>
          <p:cNvSpPr txBox="1"/>
          <p:nvPr/>
        </p:nvSpPr>
        <p:spPr>
          <a:xfrm>
            <a:off x="9475492" y="1332570"/>
            <a:ext cx="463244" cy="369332"/>
          </a:xfrm>
          <a:prstGeom prst="rect">
            <a:avLst/>
          </a:prstGeom>
          <a:noFill/>
        </p:spPr>
        <p:txBody>
          <a:bodyPr wrap="square" lIns="0" rIns="0">
            <a:spAutoFit/>
          </a:body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a:t>
            </a:r>
            <a:endParaRPr lang="zh-CN" altLang="en-US" dirty="0"/>
          </a:p>
        </p:txBody>
      </p:sp>
      <p:sp>
        <p:nvSpPr>
          <p:cNvPr id="37" name="文本框 32">
            <a:extLst>
              <a:ext uri="{FF2B5EF4-FFF2-40B4-BE49-F238E27FC236}">
                <a16:creationId xmlns:a16="http://schemas.microsoft.com/office/drawing/2014/main" id="{85200E7A-5D36-69E8-73DE-E4E592EB2F3D}"/>
              </a:ext>
            </a:extLst>
          </p:cNvPr>
          <p:cNvSpPr txBox="1"/>
          <p:nvPr/>
        </p:nvSpPr>
        <p:spPr>
          <a:xfrm>
            <a:off x="9475492" y="1653390"/>
            <a:ext cx="463244" cy="369332"/>
          </a:xfrm>
          <a:prstGeom prst="rect">
            <a:avLst/>
          </a:prstGeom>
          <a:noFill/>
        </p:spPr>
        <p:txBody>
          <a:bodyPr wrap="square" lIns="0" r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a:t>
            </a:r>
            <a:endParaRPr lang="zh-CN" altLang="en-US" dirty="0"/>
          </a:p>
        </p:txBody>
      </p:sp>
      <p:sp>
        <p:nvSpPr>
          <p:cNvPr id="38" name="文本框 37">
            <a:extLst>
              <a:ext uri="{FF2B5EF4-FFF2-40B4-BE49-F238E27FC236}">
                <a16:creationId xmlns:a16="http://schemas.microsoft.com/office/drawing/2014/main" id="{EB2189B9-D893-C7EB-D385-BE6388342E3C}"/>
              </a:ext>
            </a:extLst>
          </p:cNvPr>
          <p:cNvSpPr txBox="1"/>
          <p:nvPr/>
        </p:nvSpPr>
        <p:spPr>
          <a:xfrm>
            <a:off x="9468177" y="438139"/>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'A'</a:t>
            </a:r>
            <a:endParaRPr lang="zh-CN" altLang="en-US" dirty="0"/>
          </a:p>
        </p:txBody>
      </p:sp>
      <p:cxnSp>
        <p:nvCxnSpPr>
          <p:cNvPr id="39" name="直接箭头连接符 38">
            <a:extLst>
              <a:ext uri="{FF2B5EF4-FFF2-40B4-BE49-F238E27FC236}">
                <a16:creationId xmlns:a16="http://schemas.microsoft.com/office/drawing/2014/main" id="{BAA8CCC4-BC72-09AE-E785-B488E5693323}"/>
              </a:ext>
            </a:extLst>
          </p:cNvPr>
          <p:cNvCxnSpPr>
            <a:cxnSpLocks/>
            <a:endCxn id="18" idx="1"/>
          </p:cNvCxnSpPr>
          <p:nvPr/>
        </p:nvCxnSpPr>
        <p:spPr>
          <a:xfrm>
            <a:off x="10325595" y="3026068"/>
            <a:ext cx="687566" cy="351828"/>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42" name="文本框 32">
            <a:extLst>
              <a:ext uri="{FF2B5EF4-FFF2-40B4-BE49-F238E27FC236}">
                <a16:creationId xmlns:a16="http://schemas.microsoft.com/office/drawing/2014/main" id="{2387482C-FF59-644F-3696-ECE1ECFF4640}"/>
              </a:ext>
            </a:extLst>
          </p:cNvPr>
          <p:cNvSpPr txBox="1"/>
          <p:nvPr/>
        </p:nvSpPr>
        <p:spPr>
          <a:xfrm>
            <a:off x="9470170" y="1976140"/>
            <a:ext cx="463244" cy="369332"/>
          </a:xfrm>
          <a:prstGeom prst="rect">
            <a:avLst/>
          </a:prstGeom>
          <a:noFill/>
        </p:spPr>
        <p:txBody>
          <a:bodyPr wrap="square" lIns="0" r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a:t>
            </a:r>
            <a:endParaRPr lang="zh-CN" altLang="en-US" dirty="0"/>
          </a:p>
        </p:txBody>
      </p:sp>
      <p:sp>
        <p:nvSpPr>
          <p:cNvPr id="43" name="文本框 42">
            <a:extLst>
              <a:ext uri="{FF2B5EF4-FFF2-40B4-BE49-F238E27FC236}">
                <a16:creationId xmlns:a16="http://schemas.microsoft.com/office/drawing/2014/main" id="{C1DDAFD5-C5E6-B533-3266-CBFE3D4D3D00}"/>
              </a:ext>
            </a:extLst>
          </p:cNvPr>
          <p:cNvSpPr txBox="1"/>
          <p:nvPr/>
        </p:nvSpPr>
        <p:spPr>
          <a:xfrm>
            <a:off x="9468177" y="765262"/>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'B'</a:t>
            </a:r>
            <a:endParaRPr lang="zh-CN" altLang="en-US" dirty="0"/>
          </a:p>
        </p:txBody>
      </p:sp>
      <p:cxnSp>
        <p:nvCxnSpPr>
          <p:cNvPr id="44" name="直接箭头连接符 43">
            <a:extLst>
              <a:ext uri="{FF2B5EF4-FFF2-40B4-BE49-F238E27FC236}">
                <a16:creationId xmlns:a16="http://schemas.microsoft.com/office/drawing/2014/main" id="{71C97CFC-9130-9C0F-424C-9F87C62C1521}"/>
              </a:ext>
            </a:extLst>
          </p:cNvPr>
          <p:cNvCxnSpPr>
            <a:cxnSpLocks/>
            <a:endCxn id="22" idx="1"/>
          </p:cNvCxnSpPr>
          <p:nvPr/>
        </p:nvCxnSpPr>
        <p:spPr>
          <a:xfrm>
            <a:off x="10325595" y="3034943"/>
            <a:ext cx="687564" cy="6347"/>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46" name="文本框 45">
            <a:extLst>
              <a:ext uri="{FF2B5EF4-FFF2-40B4-BE49-F238E27FC236}">
                <a16:creationId xmlns:a16="http://schemas.microsoft.com/office/drawing/2014/main" id="{91A31AD8-9E36-940F-85F0-31D9841B2F4F}"/>
              </a:ext>
            </a:extLst>
          </p:cNvPr>
          <p:cNvSpPr txBox="1"/>
          <p:nvPr/>
        </p:nvSpPr>
        <p:spPr>
          <a:xfrm>
            <a:off x="9468177" y="1060843"/>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'C'</a:t>
            </a:r>
            <a:endParaRPr lang="zh-CN" altLang="en-US" dirty="0"/>
          </a:p>
        </p:txBody>
      </p:sp>
      <p:cxnSp>
        <p:nvCxnSpPr>
          <p:cNvPr id="47" name="直接箭头连接符 46">
            <a:extLst>
              <a:ext uri="{FF2B5EF4-FFF2-40B4-BE49-F238E27FC236}">
                <a16:creationId xmlns:a16="http://schemas.microsoft.com/office/drawing/2014/main" id="{564100D2-EA80-3F29-C87D-111C6D6E7233}"/>
              </a:ext>
            </a:extLst>
          </p:cNvPr>
          <p:cNvCxnSpPr>
            <a:cxnSpLocks/>
          </p:cNvCxnSpPr>
          <p:nvPr/>
        </p:nvCxnSpPr>
        <p:spPr>
          <a:xfrm flipV="1">
            <a:off x="10325594" y="2682426"/>
            <a:ext cx="703079" cy="350934"/>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49" name="文本框 48">
            <a:extLst>
              <a:ext uri="{FF2B5EF4-FFF2-40B4-BE49-F238E27FC236}">
                <a16:creationId xmlns:a16="http://schemas.microsoft.com/office/drawing/2014/main" id="{AF5A2A90-5AFE-4C9D-3D39-FDD3E15BB4DD}"/>
              </a:ext>
            </a:extLst>
          </p:cNvPr>
          <p:cNvSpPr txBox="1"/>
          <p:nvPr/>
        </p:nvSpPr>
        <p:spPr>
          <a:xfrm>
            <a:off x="9468177" y="1324046"/>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'D'</a:t>
            </a:r>
            <a:endParaRPr lang="zh-CN" altLang="en-US" dirty="0"/>
          </a:p>
        </p:txBody>
      </p:sp>
      <p:cxnSp>
        <p:nvCxnSpPr>
          <p:cNvPr id="50" name="直接箭头连接符 49">
            <a:extLst>
              <a:ext uri="{FF2B5EF4-FFF2-40B4-BE49-F238E27FC236}">
                <a16:creationId xmlns:a16="http://schemas.microsoft.com/office/drawing/2014/main" id="{D80B568C-152B-2C06-8913-27FB7907EEFF}"/>
              </a:ext>
            </a:extLst>
          </p:cNvPr>
          <p:cNvCxnSpPr>
            <a:cxnSpLocks/>
            <a:endCxn id="20" idx="1"/>
          </p:cNvCxnSpPr>
          <p:nvPr/>
        </p:nvCxnSpPr>
        <p:spPr>
          <a:xfrm flipV="1">
            <a:off x="10325592" y="2361808"/>
            <a:ext cx="687565" cy="687045"/>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52" name="文本框 51">
            <a:extLst>
              <a:ext uri="{FF2B5EF4-FFF2-40B4-BE49-F238E27FC236}">
                <a16:creationId xmlns:a16="http://schemas.microsoft.com/office/drawing/2014/main" id="{274FC436-A155-78E7-78B6-006A5A464E87}"/>
              </a:ext>
            </a:extLst>
          </p:cNvPr>
          <p:cNvSpPr txBox="1"/>
          <p:nvPr/>
        </p:nvSpPr>
        <p:spPr>
          <a:xfrm>
            <a:off x="9482807" y="1661262"/>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'E'</a:t>
            </a:r>
            <a:endParaRPr lang="zh-CN" altLang="en-US" dirty="0"/>
          </a:p>
        </p:txBody>
      </p:sp>
      <p:cxnSp>
        <p:nvCxnSpPr>
          <p:cNvPr id="53" name="直接箭头连接符 52">
            <a:extLst>
              <a:ext uri="{FF2B5EF4-FFF2-40B4-BE49-F238E27FC236}">
                <a16:creationId xmlns:a16="http://schemas.microsoft.com/office/drawing/2014/main" id="{28439E68-B60A-FDA1-1B92-DD4F6DD7E5EF}"/>
              </a:ext>
            </a:extLst>
          </p:cNvPr>
          <p:cNvCxnSpPr>
            <a:cxnSpLocks/>
          </p:cNvCxnSpPr>
          <p:nvPr/>
        </p:nvCxnSpPr>
        <p:spPr>
          <a:xfrm flipV="1">
            <a:off x="10305293" y="1990275"/>
            <a:ext cx="723380" cy="1056068"/>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55" name="文本框 54">
            <a:extLst>
              <a:ext uri="{FF2B5EF4-FFF2-40B4-BE49-F238E27FC236}">
                <a16:creationId xmlns:a16="http://schemas.microsoft.com/office/drawing/2014/main" id="{D1DC5BAA-5CA0-5CDB-9113-7AE7E8447C7D}"/>
              </a:ext>
            </a:extLst>
          </p:cNvPr>
          <p:cNvSpPr txBox="1"/>
          <p:nvPr/>
        </p:nvSpPr>
        <p:spPr>
          <a:xfrm>
            <a:off x="9455179" y="1978483"/>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solidFill>
                  <a:schemeClr val="accent5">
                    <a:lumMod val="75000"/>
                  </a:schemeClr>
                </a:solidFill>
              </a:rPr>
              <a:t>'F'</a:t>
            </a:r>
            <a:endParaRPr lang="zh-CN" altLang="en-US" dirty="0">
              <a:solidFill>
                <a:schemeClr val="accent5">
                  <a:lumMod val="75000"/>
                </a:schemeClr>
              </a:solidFill>
            </a:endParaRPr>
          </a:p>
        </p:txBody>
      </p:sp>
      <p:sp>
        <p:nvSpPr>
          <p:cNvPr id="64" name="文本框 63">
            <a:extLst>
              <a:ext uri="{FF2B5EF4-FFF2-40B4-BE49-F238E27FC236}">
                <a16:creationId xmlns:a16="http://schemas.microsoft.com/office/drawing/2014/main" id="{E33900CE-3457-B0F3-4C87-60A231B99D29}"/>
              </a:ext>
            </a:extLst>
          </p:cNvPr>
          <p:cNvSpPr txBox="1"/>
          <p:nvPr/>
        </p:nvSpPr>
        <p:spPr>
          <a:xfrm>
            <a:off x="10044500" y="3504028"/>
            <a:ext cx="524503" cy="430887"/>
          </a:xfrm>
          <a:prstGeom prst="rect">
            <a:avLst/>
          </a:prstGeom>
          <a:noFill/>
        </p:spPr>
        <p:txBody>
          <a:bodyPr wrap="square" rtlCol="0">
            <a:spAutoFit/>
          </a:bodyPr>
          <a:lstStyle/>
          <a:p>
            <a:r>
              <a:rPr lang="en-US" altLang="zh-CN" sz="2200" b="1" dirty="0">
                <a:solidFill>
                  <a:srgbClr val="C00000"/>
                </a:solidFill>
                <a:latin typeface="Courier New" panose="02070309020205020404" pitchFamily="49" charset="0"/>
                <a:cs typeface="Courier New" panose="02070309020205020404" pitchFamily="49" charset="0"/>
              </a:rPr>
              <a:t>10</a:t>
            </a:r>
            <a:endParaRPr lang="zh-CN" altLang="en-US" sz="2200" b="1" dirty="0">
              <a:solidFill>
                <a:srgbClr val="C00000"/>
              </a:solidFill>
              <a:latin typeface="Courier New" panose="02070309020205020404" pitchFamily="49" charset="0"/>
              <a:cs typeface="Courier New" panose="02070309020205020404" pitchFamily="49" charset="0"/>
            </a:endParaRPr>
          </a:p>
        </p:txBody>
      </p:sp>
      <p:cxnSp>
        <p:nvCxnSpPr>
          <p:cNvPr id="65" name="直接箭头连接符 64">
            <a:extLst>
              <a:ext uri="{FF2B5EF4-FFF2-40B4-BE49-F238E27FC236}">
                <a16:creationId xmlns:a16="http://schemas.microsoft.com/office/drawing/2014/main" id="{59CBC213-1564-4F8C-5057-125E4FEAC4E2}"/>
              </a:ext>
            </a:extLst>
          </p:cNvPr>
          <p:cNvCxnSpPr>
            <a:cxnSpLocks/>
          </p:cNvCxnSpPr>
          <p:nvPr/>
        </p:nvCxnSpPr>
        <p:spPr>
          <a:xfrm flipV="1">
            <a:off x="10313051" y="1649677"/>
            <a:ext cx="707423" cy="1390414"/>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67" name="文本框 66">
            <a:extLst>
              <a:ext uri="{FF2B5EF4-FFF2-40B4-BE49-F238E27FC236}">
                <a16:creationId xmlns:a16="http://schemas.microsoft.com/office/drawing/2014/main" id="{7F004205-5E7C-05FF-62E2-122CEB94DB87}"/>
              </a:ext>
            </a:extLst>
          </p:cNvPr>
          <p:cNvSpPr txBox="1"/>
          <p:nvPr/>
        </p:nvSpPr>
        <p:spPr>
          <a:xfrm>
            <a:off x="10626423" y="4309456"/>
            <a:ext cx="1041848" cy="369332"/>
          </a:xfrm>
          <a:prstGeom prst="rect">
            <a:avLst/>
          </a:prstGeom>
          <a:noFill/>
        </p:spPr>
        <p:txBody>
          <a:bodyPr wrap="square" rtlCol="0">
            <a:spAutoFit/>
          </a:bodyPr>
          <a:lstStyle/>
          <a:p>
            <a:r>
              <a:rPr lang="en-US" altLang="zh-CN" b="1" dirty="0">
                <a:solidFill>
                  <a:srgbClr val="8E0000"/>
                </a:solidFill>
                <a:effectLst>
                  <a:outerShdw blurRad="38100" dist="38100" dir="2700000" algn="tl">
                    <a:srgbClr val="000000">
                      <a:alpha val="43137"/>
                    </a:srgbClr>
                  </a:outerShdw>
                </a:effectLst>
              </a:rPr>
              <a:t>Pop(S) =</a:t>
            </a:r>
            <a:endParaRPr lang="zh-CN" altLang="en-US" b="1" dirty="0">
              <a:solidFill>
                <a:srgbClr val="8E0000"/>
              </a:solidFill>
              <a:effectLst>
                <a:outerShdw blurRad="38100" dist="38100" dir="2700000" algn="tl">
                  <a:srgbClr val="000000">
                    <a:alpha val="43137"/>
                  </a:srgbClr>
                </a:outerShdw>
              </a:effectLst>
            </a:endParaRPr>
          </a:p>
        </p:txBody>
      </p:sp>
      <p:sp>
        <p:nvSpPr>
          <p:cNvPr id="69" name="文本框 68">
            <a:extLst>
              <a:ext uri="{FF2B5EF4-FFF2-40B4-BE49-F238E27FC236}">
                <a16:creationId xmlns:a16="http://schemas.microsoft.com/office/drawing/2014/main" id="{FF542B67-A0CA-C787-0B76-2BBF5AA6A1DC}"/>
              </a:ext>
            </a:extLst>
          </p:cNvPr>
          <p:cNvSpPr txBox="1"/>
          <p:nvPr/>
        </p:nvSpPr>
        <p:spPr>
          <a:xfrm>
            <a:off x="10633790" y="4726415"/>
            <a:ext cx="1041848" cy="369332"/>
          </a:xfrm>
          <a:prstGeom prst="rect">
            <a:avLst/>
          </a:prstGeom>
          <a:noFill/>
        </p:spPr>
        <p:txBody>
          <a:bodyPr wrap="square" rtlCol="0">
            <a:spAutoFit/>
          </a:bodyPr>
          <a:lstStyle/>
          <a:p>
            <a:r>
              <a:rPr lang="en-US" altLang="zh-CN" b="1" dirty="0">
                <a:solidFill>
                  <a:srgbClr val="8E0000"/>
                </a:solidFill>
                <a:effectLst>
                  <a:outerShdw blurRad="38100" dist="38100" dir="2700000" algn="tl">
                    <a:srgbClr val="000000">
                      <a:alpha val="43137"/>
                    </a:srgbClr>
                  </a:outerShdw>
                </a:effectLst>
              </a:rPr>
              <a:t>Pop(S) =</a:t>
            </a:r>
            <a:endParaRPr lang="zh-CN" altLang="en-US" b="1" dirty="0">
              <a:solidFill>
                <a:srgbClr val="8E0000"/>
              </a:solidFill>
              <a:effectLst>
                <a:outerShdw blurRad="38100" dist="38100" dir="2700000" algn="tl">
                  <a:srgbClr val="000000">
                    <a:alpha val="43137"/>
                  </a:srgbClr>
                </a:outerShdw>
              </a:effectLst>
            </a:endParaRPr>
          </a:p>
        </p:txBody>
      </p:sp>
      <p:sp>
        <p:nvSpPr>
          <p:cNvPr id="70" name="文本框 69">
            <a:extLst>
              <a:ext uri="{FF2B5EF4-FFF2-40B4-BE49-F238E27FC236}">
                <a16:creationId xmlns:a16="http://schemas.microsoft.com/office/drawing/2014/main" id="{BE7E9150-FFD2-FA1E-A9E5-599465A165A1}"/>
              </a:ext>
            </a:extLst>
          </p:cNvPr>
          <p:cNvSpPr txBox="1"/>
          <p:nvPr/>
        </p:nvSpPr>
        <p:spPr>
          <a:xfrm>
            <a:off x="10281331" y="5800332"/>
            <a:ext cx="1386940" cy="369332"/>
          </a:xfrm>
          <a:prstGeom prst="rect">
            <a:avLst/>
          </a:prstGeom>
          <a:noFill/>
        </p:spPr>
        <p:txBody>
          <a:bodyPr wrap="square" rtlCol="0">
            <a:spAutoFit/>
          </a:bodyPr>
          <a:lstStyle/>
          <a:p>
            <a:r>
              <a:rPr lang="en-US" altLang="zh-CN" b="1" dirty="0" err="1">
                <a:solidFill>
                  <a:srgbClr val="8E0000"/>
                </a:solidFill>
                <a:effectLst>
                  <a:outerShdw blurRad="38100" dist="38100" dir="2700000" algn="tl">
                    <a:srgbClr val="000000">
                      <a:alpha val="43137"/>
                    </a:srgbClr>
                  </a:outerShdw>
                </a:effectLst>
              </a:rPr>
              <a:t>GetTop</a:t>
            </a:r>
            <a:r>
              <a:rPr lang="en-US" altLang="zh-CN" b="1" dirty="0">
                <a:solidFill>
                  <a:srgbClr val="8E0000"/>
                </a:solidFill>
                <a:effectLst>
                  <a:outerShdw blurRad="38100" dist="38100" dir="2700000" algn="tl">
                    <a:srgbClr val="000000">
                      <a:alpha val="43137"/>
                    </a:srgbClr>
                  </a:outerShdw>
                </a:effectLst>
              </a:rPr>
              <a:t>(S) =</a:t>
            </a:r>
            <a:endParaRPr lang="zh-CN" altLang="en-US" b="1" dirty="0">
              <a:solidFill>
                <a:srgbClr val="8E0000"/>
              </a:solidFill>
              <a:effectLst>
                <a:outerShdw blurRad="38100" dist="38100" dir="2700000" algn="tl">
                  <a:srgbClr val="000000">
                    <a:alpha val="43137"/>
                  </a:srgbClr>
                </a:outerShdw>
              </a:effectLst>
            </a:endParaRPr>
          </a:p>
        </p:txBody>
      </p:sp>
      <p:sp>
        <p:nvSpPr>
          <p:cNvPr id="71" name="文本框 70">
            <a:extLst>
              <a:ext uri="{FF2B5EF4-FFF2-40B4-BE49-F238E27FC236}">
                <a16:creationId xmlns:a16="http://schemas.microsoft.com/office/drawing/2014/main" id="{4A098DA3-92E0-2C0D-27AB-1BB8E8CDC6C9}"/>
              </a:ext>
            </a:extLst>
          </p:cNvPr>
          <p:cNvSpPr txBox="1"/>
          <p:nvPr/>
        </p:nvSpPr>
        <p:spPr>
          <a:xfrm>
            <a:off x="11124201" y="2505500"/>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'D'</a:t>
            </a:r>
            <a:endParaRPr lang="zh-CN" altLang="en-US" dirty="0"/>
          </a:p>
        </p:txBody>
      </p:sp>
      <p:cxnSp>
        <p:nvCxnSpPr>
          <p:cNvPr id="73" name="直接连接符 72">
            <a:extLst>
              <a:ext uri="{FF2B5EF4-FFF2-40B4-BE49-F238E27FC236}">
                <a16:creationId xmlns:a16="http://schemas.microsoft.com/office/drawing/2014/main" id="{C8A284B8-3899-A306-06F9-66718BFF7682}"/>
              </a:ext>
            </a:extLst>
          </p:cNvPr>
          <p:cNvCxnSpPr>
            <a:cxnSpLocks/>
          </p:cNvCxnSpPr>
          <p:nvPr/>
        </p:nvCxnSpPr>
        <p:spPr>
          <a:xfrm>
            <a:off x="1174173" y="1693378"/>
            <a:ext cx="3860222" cy="8524"/>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6" name="直接连接符 75">
            <a:extLst>
              <a:ext uri="{FF2B5EF4-FFF2-40B4-BE49-F238E27FC236}">
                <a16:creationId xmlns:a16="http://schemas.microsoft.com/office/drawing/2014/main" id="{9ADA08D0-0CC4-E914-EE77-2129F9461C68}"/>
              </a:ext>
            </a:extLst>
          </p:cNvPr>
          <p:cNvCxnSpPr>
            <a:cxnSpLocks/>
          </p:cNvCxnSpPr>
          <p:nvPr/>
        </p:nvCxnSpPr>
        <p:spPr>
          <a:xfrm>
            <a:off x="931718" y="1745811"/>
            <a:ext cx="0" cy="1013082"/>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9" name="直接连接符 78">
            <a:extLst>
              <a:ext uri="{FF2B5EF4-FFF2-40B4-BE49-F238E27FC236}">
                <a16:creationId xmlns:a16="http://schemas.microsoft.com/office/drawing/2014/main" id="{7E9C98FC-EEC2-1323-1F2D-7C82B66581E5}"/>
              </a:ext>
            </a:extLst>
          </p:cNvPr>
          <p:cNvCxnSpPr>
            <a:cxnSpLocks/>
          </p:cNvCxnSpPr>
          <p:nvPr/>
        </p:nvCxnSpPr>
        <p:spPr>
          <a:xfrm>
            <a:off x="775855" y="3356392"/>
            <a:ext cx="1884218" cy="21504"/>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620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10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4" fill="hold" nodeType="afterEffect">
                                  <p:stCondLst>
                                    <p:cond delay="0"/>
                                  </p:stCondLst>
                                  <p:childTnLst>
                                    <p:set>
                                      <p:cBhvr>
                                        <p:cTn id="17" dur="1" fill="hold">
                                          <p:stCondLst>
                                            <p:cond delay="0"/>
                                          </p:stCondLst>
                                        </p:cTn>
                                        <p:tgtEl>
                                          <p:spTgt spid="79"/>
                                        </p:tgtEl>
                                        <p:attrNameLst>
                                          <p:attrName>style.visibility</p:attrName>
                                        </p:attrNameLst>
                                      </p:cBhvr>
                                      <p:to>
                                        <p:strVal val="visible"/>
                                      </p:to>
                                    </p:set>
                                    <p:animEffect transition="in" filter="wipe(down)">
                                      <p:cBhvr>
                                        <p:cTn id="18" dur="500"/>
                                        <p:tgtEl>
                                          <p:spTgt spid="79"/>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1" nodeType="click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p:cTn id="23" dur="1500" fill="hold"/>
                                        <p:tgtEl>
                                          <p:spTgt spid="38"/>
                                        </p:tgtEl>
                                        <p:attrNameLst>
                                          <p:attrName>ppt_w</p:attrName>
                                        </p:attrNameLst>
                                      </p:cBhvr>
                                      <p:tavLst>
                                        <p:tav tm="0">
                                          <p:val>
                                            <p:fltVal val="0"/>
                                          </p:val>
                                        </p:tav>
                                        <p:tav tm="100000">
                                          <p:val>
                                            <p:strVal val="#ppt_w"/>
                                          </p:val>
                                        </p:tav>
                                      </p:tavLst>
                                    </p:anim>
                                    <p:anim calcmode="lin" valueType="num">
                                      <p:cBhvr>
                                        <p:cTn id="24" dur="1500" fill="hold"/>
                                        <p:tgtEl>
                                          <p:spTgt spid="38"/>
                                        </p:tgtEl>
                                        <p:attrNameLst>
                                          <p:attrName>ppt_h</p:attrName>
                                        </p:attrNameLst>
                                      </p:cBhvr>
                                      <p:tavLst>
                                        <p:tav tm="0">
                                          <p:val>
                                            <p:fltVal val="0"/>
                                          </p:val>
                                        </p:tav>
                                        <p:tav tm="100000">
                                          <p:val>
                                            <p:strVal val="#ppt_h"/>
                                          </p:val>
                                        </p:tav>
                                      </p:tavLst>
                                    </p:anim>
                                    <p:anim calcmode="lin" valueType="num">
                                      <p:cBhvr>
                                        <p:cTn id="25" dur="1500" fill="hold"/>
                                        <p:tgtEl>
                                          <p:spTgt spid="38"/>
                                        </p:tgtEl>
                                        <p:attrNameLst>
                                          <p:attrName>style.rotation</p:attrName>
                                        </p:attrNameLst>
                                      </p:cBhvr>
                                      <p:tavLst>
                                        <p:tav tm="0">
                                          <p:val>
                                            <p:fltVal val="360"/>
                                          </p:val>
                                        </p:tav>
                                        <p:tav tm="100000">
                                          <p:val>
                                            <p:fltVal val="0"/>
                                          </p:val>
                                        </p:tav>
                                      </p:tavLst>
                                    </p:anim>
                                    <p:animEffect transition="in" filter="fade">
                                      <p:cBhvr>
                                        <p:cTn id="26" dur="1500"/>
                                        <p:tgtEl>
                                          <p:spTgt spid="38"/>
                                        </p:tgtEl>
                                      </p:cBhvr>
                                    </p:animEffect>
                                  </p:childTnLst>
                                </p:cTn>
                              </p:par>
                            </p:childTnLst>
                          </p:cTn>
                        </p:par>
                        <p:par>
                          <p:cTn id="27" fill="hold">
                            <p:stCondLst>
                              <p:cond delay="1500"/>
                            </p:stCondLst>
                            <p:childTnLst>
                              <p:par>
                                <p:cTn id="28" presetID="42" presetClass="path" presetSubtype="0" accel="50000" decel="50000" fill="hold" grpId="2" nodeType="afterEffect">
                                  <p:stCondLst>
                                    <p:cond delay="0"/>
                                  </p:stCondLst>
                                  <p:childTnLst>
                                    <p:animMotion origin="layout" path="M -2.91667E-6 -7.40741E-7 L 0.13568 0.45116 " pathEditMode="relative" rAng="0" ptsTypes="AA">
                                      <p:cBhvr>
                                        <p:cTn id="29" dur="2000" fill="hold"/>
                                        <p:tgtEl>
                                          <p:spTgt spid="38"/>
                                        </p:tgtEl>
                                        <p:attrNameLst>
                                          <p:attrName>ppt_x</p:attrName>
                                          <p:attrName>ppt_y</p:attrName>
                                        </p:attrNameLst>
                                      </p:cBhvr>
                                      <p:rCtr x="6784" y="22546"/>
                                    </p:animMotion>
                                  </p:childTnLst>
                                </p:cTn>
                              </p:par>
                            </p:childTnLst>
                          </p:cTn>
                        </p:par>
                        <p:par>
                          <p:cTn id="30" fill="hold">
                            <p:stCondLst>
                              <p:cond delay="3500"/>
                            </p:stCondLst>
                            <p:childTnLst>
                              <p:par>
                                <p:cTn id="31" presetID="22" presetClass="exit" presetSubtype="4" fill="hold" nodeType="afterEffect">
                                  <p:stCondLst>
                                    <p:cond delay="0"/>
                                  </p:stCondLst>
                                  <p:childTnLst>
                                    <p:animEffect transition="out" filter="wipe(down)">
                                      <p:cBhvr>
                                        <p:cTn id="32" dur="500"/>
                                        <p:tgtEl>
                                          <p:spTgt spid="24"/>
                                        </p:tgtEl>
                                      </p:cBhvr>
                                    </p:animEffect>
                                    <p:set>
                                      <p:cBhvr>
                                        <p:cTn id="33" dur="1" fill="hold">
                                          <p:stCondLst>
                                            <p:cond delay="499"/>
                                          </p:stCondLst>
                                        </p:cTn>
                                        <p:tgtEl>
                                          <p:spTgt spid="24"/>
                                        </p:tgtEl>
                                        <p:attrNameLst>
                                          <p:attrName>style.visibility</p:attrName>
                                        </p:attrNameLst>
                                      </p:cBhvr>
                                      <p:to>
                                        <p:strVal val="hidden"/>
                                      </p:to>
                                    </p:set>
                                  </p:childTnLst>
                                </p:cTn>
                              </p:par>
                            </p:childTnLst>
                          </p:cTn>
                        </p:par>
                        <p:par>
                          <p:cTn id="34" fill="hold">
                            <p:stCondLst>
                              <p:cond delay="4000"/>
                            </p:stCondLst>
                            <p:childTnLst>
                              <p:par>
                                <p:cTn id="35" presetID="22" presetClass="entr" presetSubtype="8" fill="hold" nodeType="after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wipe(left)">
                                      <p:cBhvr>
                                        <p:cTn id="37" dur="10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1000"/>
                                        <p:tgtEl>
                                          <p:spTgt spid="32"/>
                                        </p:tgtEl>
                                      </p:cBhvr>
                                    </p:animEffect>
                                    <p:anim calcmode="lin" valueType="num">
                                      <p:cBhvr>
                                        <p:cTn id="43" dur="1000" fill="hold"/>
                                        <p:tgtEl>
                                          <p:spTgt spid="32"/>
                                        </p:tgtEl>
                                        <p:attrNameLst>
                                          <p:attrName>ppt_x</p:attrName>
                                        </p:attrNameLst>
                                      </p:cBhvr>
                                      <p:tavLst>
                                        <p:tav tm="0">
                                          <p:val>
                                            <p:strVal val="#ppt_x"/>
                                          </p:val>
                                        </p:tav>
                                        <p:tav tm="100000">
                                          <p:val>
                                            <p:strVal val="#ppt_x"/>
                                          </p:val>
                                        </p:tav>
                                      </p:tavLst>
                                    </p:anim>
                                    <p:anim calcmode="lin" valueType="num">
                                      <p:cBhvr>
                                        <p:cTn id="44" dur="1000" fill="hold"/>
                                        <p:tgtEl>
                                          <p:spTgt spid="32"/>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32" presetClass="emph" presetSubtype="0" fill="hold" nodeType="afterEffect">
                                  <p:stCondLst>
                                    <p:cond delay="0"/>
                                  </p:stCondLst>
                                  <p:childTnLst>
                                    <p:animRot by="120000">
                                      <p:cBhvr>
                                        <p:cTn id="47" dur="100" fill="hold">
                                          <p:stCondLst>
                                            <p:cond delay="0"/>
                                          </p:stCondLst>
                                        </p:cTn>
                                        <p:tgtEl>
                                          <p:spTgt spid="79"/>
                                        </p:tgtEl>
                                        <p:attrNameLst>
                                          <p:attrName>r</p:attrName>
                                        </p:attrNameLst>
                                      </p:cBhvr>
                                    </p:animRot>
                                    <p:animRot by="-240000">
                                      <p:cBhvr>
                                        <p:cTn id="48" dur="200" fill="hold">
                                          <p:stCondLst>
                                            <p:cond delay="200"/>
                                          </p:stCondLst>
                                        </p:cTn>
                                        <p:tgtEl>
                                          <p:spTgt spid="79"/>
                                        </p:tgtEl>
                                        <p:attrNameLst>
                                          <p:attrName>r</p:attrName>
                                        </p:attrNameLst>
                                      </p:cBhvr>
                                    </p:animRot>
                                    <p:animRot by="240000">
                                      <p:cBhvr>
                                        <p:cTn id="49" dur="200" fill="hold">
                                          <p:stCondLst>
                                            <p:cond delay="400"/>
                                          </p:stCondLst>
                                        </p:cTn>
                                        <p:tgtEl>
                                          <p:spTgt spid="79"/>
                                        </p:tgtEl>
                                        <p:attrNameLst>
                                          <p:attrName>r</p:attrName>
                                        </p:attrNameLst>
                                      </p:cBhvr>
                                    </p:animRot>
                                    <p:animRot by="-240000">
                                      <p:cBhvr>
                                        <p:cTn id="50" dur="200" fill="hold">
                                          <p:stCondLst>
                                            <p:cond delay="600"/>
                                          </p:stCondLst>
                                        </p:cTn>
                                        <p:tgtEl>
                                          <p:spTgt spid="79"/>
                                        </p:tgtEl>
                                        <p:attrNameLst>
                                          <p:attrName>r</p:attrName>
                                        </p:attrNameLst>
                                      </p:cBhvr>
                                    </p:animRot>
                                    <p:animRot by="120000">
                                      <p:cBhvr>
                                        <p:cTn id="51" dur="200" fill="hold">
                                          <p:stCondLst>
                                            <p:cond delay="800"/>
                                          </p:stCondLst>
                                        </p:cTn>
                                        <p:tgtEl>
                                          <p:spTgt spid="79"/>
                                        </p:tgtEl>
                                        <p:attrNameLst>
                                          <p:attrName>r</p:attrName>
                                        </p:attrNameLst>
                                      </p:cBhvr>
                                    </p:animRot>
                                  </p:childTnLst>
                                </p:cTn>
                              </p:par>
                            </p:childTnLst>
                          </p:cTn>
                        </p:par>
                      </p:childTnLst>
                    </p:cTn>
                  </p:par>
                  <p:par>
                    <p:cTn id="52" fill="hold">
                      <p:stCondLst>
                        <p:cond delay="indefinite"/>
                      </p:stCondLst>
                      <p:childTnLst>
                        <p:par>
                          <p:cTn id="53" fill="hold">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43"/>
                                        </p:tgtEl>
                                        <p:attrNameLst>
                                          <p:attrName>style.visibility</p:attrName>
                                        </p:attrNameLst>
                                      </p:cBhvr>
                                      <p:to>
                                        <p:strVal val="visible"/>
                                      </p:to>
                                    </p:set>
                                    <p:anim calcmode="lin" valueType="num">
                                      <p:cBhvr>
                                        <p:cTn id="56" dur="1500" fill="hold"/>
                                        <p:tgtEl>
                                          <p:spTgt spid="43"/>
                                        </p:tgtEl>
                                        <p:attrNameLst>
                                          <p:attrName>ppt_w</p:attrName>
                                        </p:attrNameLst>
                                      </p:cBhvr>
                                      <p:tavLst>
                                        <p:tav tm="0">
                                          <p:val>
                                            <p:fltVal val="0"/>
                                          </p:val>
                                        </p:tav>
                                        <p:tav tm="100000">
                                          <p:val>
                                            <p:strVal val="#ppt_w"/>
                                          </p:val>
                                        </p:tav>
                                      </p:tavLst>
                                    </p:anim>
                                    <p:anim calcmode="lin" valueType="num">
                                      <p:cBhvr>
                                        <p:cTn id="57" dur="1500" fill="hold"/>
                                        <p:tgtEl>
                                          <p:spTgt spid="43"/>
                                        </p:tgtEl>
                                        <p:attrNameLst>
                                          <p:attrName>ppt_h</p:attrName>
                                        </p:attrNameLst>
                                      </p:cBhvr>
                                      <p:tavLst>
                                        <p:tav tm="0">
                                          <p:val>
                                            <p:fltVal val="0"/>
                                          </p:val>
                                        </p:tav>
                                        <p:tav tm="100000">
                                          <p:val>
                                            <p:strVal val="#ppt_h"/>
                                          </p:val>
                                        </p:tav>
                                      </p:tavLst>
                                    </p:anim>
                                    <p:anim calcmode="lin" valueType="num">
                                      <p:cBhvr>
                                        <p:cTn id="58" dur="1500" fill="hold"/>
                                        <p:tgtEl>
                                          <p:spTgt spid="43"/>
                                        </p:tgtEl>
                                        <p:attrNameLst>
                                          <p:attrName>style.rotation</p:attrName>
                                        </p:attrNameLst>
                                      </p:cBhvr>
                                      <p:tavLst>
                                        <p:tav tm="0">
                                          <p:val>
                                            <p:fltVal val="360"/>
                                          </p:val>
                                        </p:tav>
                                        <p:tav tm="100000">
                                          <p:val>
                                            <p:fltVal val="0"/>
                                          </p:val>
                                        </p:tav>
                                      </p:tavLst>
                                    </p:anim>
                                    <p:animEffect transition="in" filter="fade">
                                      <p:cBhvr>
                                        <p:cTn id="59" dur="1500"/>
                                        <p:tgtEl>
                                          <p:spTgt spid="43"/>
                                        </p:tgtEl>
                                      </p:cBhvr>
                                    </p:animEffect>
                                  </p:childTnLst>
                                </p:cTn>
                              </p:par>
                            </p:childTnLst>
                          </p:cTn>
                        </p:par>
                        <p:par>
                          <p:cTn id="60" fill="hold">
                            <p:stCondLst>
                              <p:cond delay="1500"/>
                            </p:stCondLst>
                            <p:childTnLst>
                              <p:par>
                                <p:cTn id="61" presetID="42" presetClass="path" presetSubtype="0" accel="50000" decel="50000" fill="hold" grpId="1" nodeType="afterEffect">
                                  <p:stCondLst>
                                    <p:cond delay="0"/>
                                  </p:stCondLst>
                                  <p:childTnLst>
                                    <p:animMotion origin="layout" path="M -2.91667E-6 4.07407E-6 L 0.13568 0.35625 " pathEditMode="relative" rAng="0" ptsTypes="AA">
                                      <p:cBhvr>
                                        <p:cTn id="62" dur="2000" fill="hold"/>
                                        <p:tgtEl>
                                          <p:spTgt spid="43"/>
                                        </p:tgtEl>
                                        <p:attrNameLst>
                                          <p:attrName>ppt_x</p:attrName>
                                          <p:attrName>ppt_y</p:attrName>
                                        </p:attrNameLst>
                                      </p:cBhvr>
                                      <p:rCtr x="6784" y="17801"/>
                                    </p:animMotion>
                                  </p:childTnLst>
                                </p:cTn>
                              </p:par>
                            </p:childTnLst>
                          </p:cTn>
                        </p:par>
                        <p:par>
                          <p:cTn id="63" fill="hold">
                            <p:stCondLst>
                              <p:cond delay="3500"/>
                            </p:stCondLst>
                            <p:childTnLst>
                              <p:par>
                                <p:cTn id="64" presetID="22" presetClass="exit" presetSubtype="4" fill="hold" nodeType="afterEffect">
                                  <p:stCondLst>
                                    <p:cond delay="0"/>
                                  </p:stCondLst>
                                  <p:childTnLst>
                                    <p:animEffect transition="out" filter="wipe(down)">
                                      <p:cBhvr>
                                        <p:cTn id="65" dur="500"/>
                                        <p:tgtEl>
                                          <p:spTgt spid="39"/>
                                        </p:tgtEl>
                                      </p:cBhvr>
                                    </p:animEffect>
                                    <p:set>
                                      <p:cBhvr>
                                        <p:cTn id="66" dur="1" fill="hold">
                                          <p:stCondLst>
                                            <p:cond delay="499"/>
                                          </p:stCondLst>
                                        </p:cTn>
                                        <p:tgtEl>
                                          <p:spTgt spid="39"/>
                                        </p:tgtEl>
                                        <p:attrNameLst>
                                          <p:attrName>style.visibility</p:attrName>
                                        </p:attrNameLst>
                                      </p:cBhvr>
                                      <p:to>
                                        <p:strVal val="hidden"/>
                                      </p:to>
                                    </p:set>
                                  </p:childTnLst>
                                </p:cTn>
                              </p:par>
                            </p:childTnLst>
                          </p:cTn>
                        </p:par>
                        <p:par>
                          <p:cTn id="67" fill="hold">
                            <p:stCondLst>
                              <p:cond delay="4000"/>
                            </p:stCondLst>
                            <p:childTnLst>
                              <p:par>
                                <p:cTn id="68" presetID="22" presetClass="entr" presetSubtype="8" fill="hold" nodeType="after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wipe(left)">
                                      <p:cBhvr>
                                        <p:cTn id="70" dur="1000"/>
                                        <p:tgtEl>
                                          <p:spTgt spid="44"/>
                                        </p:tgtEl>
                                      </p:cBhvr>
                                    </p:animEffect>
                                  </p:childTnLst>
                                </p:cTn>
                              </p:par>
                            </p:childTnLst>
                          </p:cTn>
                        </p:par>
                      </p:childTnLst>
                    </p:cTn>
                  </p:par>
                  <p:par>
                    <p:cTn id="71" fill="hold">
                      <p:stCondLst>
                        <p:cond delay="indefinite"/>
                      </p:stCondLst>
                      <p:childTnLst>
                        <p:par>
                          <p:cTn id="72" fill="hold">
                            <p:stCondLst>
                              <p:cond delay="0"/>
                            </p:stCondLst>
                            <p:childTnLst>
                              <p:par>
                                <p:cTn id="73" presetID="47" presetClass="entr" presetSubtype="0" fill="hold" grpId="0" nodeType="click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1000"/>
                                        <p:tgtEl>
                                          <p:spTgt spid="33"/>
                                        </p:tgtEl>
                                      </p:cBhvr>
                                    </p:animEffect>
                                    <p:anim calcmode="lin" valueType="num">
                                      <p:cBhvr>
                                        <p:cTn id="76" dur="1000" fill="hold"/>
                                        <p:tgtEl>
                                          <p:spTgt spid="33"/>
                                        </p:tgtEl>
                                        <p:attrNameLst>
                                          <p:attrName>ppt_x</p:attrName>
                                        </p:attrNameLst>
                                      </p:cBhvr>
                                      <p:tavLst>
                                        <p:tav tm="0">
                                          <p:val>
                                            <p:strVal val="#ppt_x"/>
                                          </p:val>
                                        </p:tav>
                                        <p:tav tm="100000">
                                          <p:val>
                                            <p:strVal val="#ppt_x"/>
                                          </p:val>
                                        </p:tav>
                                      </p:tavLst>
                                    </p:anim>
                                    <p:anim calcmode="lin" valueType="num">
                                      <p:cBhvr>
                                        <p:cTn id="77" dur="1000" fill="hold"/>
                                        <p:tgtEl>
                                          <p:spTgt spid="33"/>
                                        </p:tgtEl>
                                        <p:attrNameLst>
                                          <p:attrName>ppt_y</p:attrName>
                                        </p:attrNameLst>
                                      </p:cBhvr>
                                      <p:tavLst>
                                        <p:tav tm="0">
                                          <p:val>
                                            <p:strVal val="#ppt_y-.1"/>
                                          </p:val>
                                        </p:tav>
                                        <p:tav tm="100000">
                                          <p:val>
                                            <p:strVal val="#ppt_y"/>
                                          </p:val>
                                        </p:tav>
                                      </p:tavLst>
                                    </p:anim>
                                  </p:childTnLst>
                                </p:cTn>
                              </p:par>
                            </p:childTnLst>
                          </p:cTn>
                        </p:par>
                        <p:par>
                          <p:cTn id="78" fill="hold">
                            <p:stCondLst>
                              <p:cond delay="1000"/>
                            </p:stCondLst>
                            <p:childTnLst>
                              <p:par>
                                <p:cTn id="79" presetID="32" presetClass="emph" presetSubtype="0" fill="hold" nodeType="afterEffect">
                                  <p:stCondLst>
                                    <p:cond delay="0"/>
                                  </p:stCondLst>
                                  <p:childTnLst>
                                    <p:animRot by="120000">
                                      <p:cBhvr>
                                        <p:cTn id="80" dur="100" fill="hold">
                                          <p:stCondLst>
                                            <p:cond delay="0"/>
                                          </p:stCondLst>
                                        </p:cTn>
                                        <p:tgtEl>
                                          <p:spTgt spid="79"/>
                                        </p:tgtEl>
                                        <p:attrNameLst>
                                          <p:attrName>r</p:attrName>
                                        </p:attrNameLst>
                                      </p:cBhvr>
                                    </p:animRot>
                                    <p:animRot by="-240000">
                                      <p:cBhvr>
                                        <p:cTn id="81" dur="200" fill="hold">
                                          <p:stCondLst>
                                            <p:cond delay="200"/>
                                          </p:stCondLst>
                                        </p:cTn>
                                        <p:tgtEl>
                                          <p:spTgt spid="79"/>
                                        </p:tgtEl>
                                        <p:attrNameLst>
                                          <p:attrName>r</p:attrName>
                                        </p:attrNameLst>
                                      </p:cBhvr>
                                    </p:animRot>
                                    <p:animRot by="240000">
                                      <p:cBhvr>
                                        <p:cTn id="82" dur="200" fill="hold">
                                          <p:stCondLst>
                                            <p:cond delay="400"/>
                                          </p:stCondLst>
                                        </p:cTn>
                                        <p:tgtEl>
                                          <p:spTgt spid="79"/>
                                        </p:tgtEl>
                                        <p:attrNameLst>
                                          <p:attrName>r</p:attrName>
                                        </p:attrNameLst>
                                      </p:cBhvr>
                                    </p:animRot>
                                    <p:animRot by="-240000">
                                      <p:cBhvr>
                                        <p:cTn id="83" dur="200" fill="hold">
                                          <p:stCondLst>
                                            <p:cond delay="600"/>
                                          </p:stCondLst>
                                        </p:cTn>
                                        <p:tgtEl>
                                          <p:spTgt spid="79"/>
                                        </p:tgtEl>
                                        <p:attrNameLst>
                                          <p:attrName>r</p:attrName>
                                        </p:attrNameLst>
                                      </p:cBhvr>
                                    </p:animRot>
                                    <p:animRot by="120000">
                                      <p:cBhvr>
                                        <p:cTn id="84" dur="200" fill="hold">
                                          <p:stCondLst>
                                            <p:cond delay="800"/>
                                          </p:stCondLst>
                                        </p:cTn>
                                        <p:tgtEl>
                                          <p:spTgt spid="79"/>
                                        </p:tgtEl>
                                        <p:attrNameLst>
                                          <p:attrName>r</p:attrName>
                                        </p:attrNameLst>
                                      </p:cBhvr>
                                    </p:animRot>
                                  </p:childTnLst>
                                </p:cTn>
                              </p:par>
                            </p:childTnLst>
                          </p:cTn>
                        </p:par>
                      </p:childTnLst>
                    </p:cTn>
                  </p:par>
                  <p:par>
                    <p:cTn id="85" fill="hold">
                      <p:stCondLst>
                        <p:cond delay="indefinite"/>
                      </p:stCondLst>
                      <p:childTnLst>
                        <p:par>
                          <p:cTn id="86" fill="hold">
                            <p:stCondLst>
                              <p:cond delay="0"/>
                            </p:stCondLst>
                            <p:childTnLst>
                              <p:par>
                                <p:cTn id="87" presetID="49" presetClass="entr" presetSubtype="0" decel="100000" fill="hold" grpId="0" nodeType="clickEffect">
                                  <p:stCondLst>
                                    <p:cond delay="0"/>
                                  </p:stCondLst>
                                  <p:childTnLst>
                                    <p:set>
                                      <p:cBhvr>
                                        <p:cTn id="88" dur="1" fill="hold">
                                          <p:stCondLst>
                                            <p:cond delay="0"/>
                                          </p:stCondLst>
                                        </p:cTn>
                                        <p:tgtEl>
                                          <p:spTgt spid="46"/>
                                        </p:tgtEl>
                                        <p:attrNameLst>
                                          <p:attrName>style.visibility</p:attrName>
                                        </p:attrNameLst>
                                      </p:cBhvr>
                                      <p:to>
                                        <p:strVal val="visible"/>
                                      </p:to>
                                    </p:set>
                                    <p:anim calcmode="lin" valueType="num">
                                      <p:cBhvr>
                                        <p:cTn id="89" dur="1500" fill="hold"/>
                                        <p:tgtEl>
                                          <p:spTgt spid="46"/>
                                        </p:tgtEl>
                                        <p:attrNameLst>
                                          <p:attrName>ppt_w</p:attrName>
                                        </p:attrNameLst>
                                      </p:cBhvr>
                                      <p:tavLst>
                                        <p:tav tm="0">
                                          <p:val>
                                            <p:fltVal val="0"/>
                                          </p:val>
                                        </p:tav>
                                        <p:tav tm="100000">
                                          <p:val>
                                            <p:strVal val="#ppt_w"/>
                                          </p:val>
                                        </p:tav>
                                      </p:tavLst>
                                    </p:anim>
                                    <p:anim calcmode="lin" valueType="num">
                                      <p:cBhvr>
                                        <p:cTn id="90" dur="1500" fill="hold"/>
                                        <p:tgtEl>
                                          <p:spTgt spid="46"/>
                                        </p:tgtEl>
                                        <p:attrNameLst>
                                          <p:attrName>ppt_h</p:attrName>
                                        </p:attrNameLst>
                                      </p:cBhvr>
                                      <p:tavLst>
                                        <p:tav tm="0">
                                          <p:val>
                                            <p:fltVal val="0"/>
                                          </p:val>
                                        </p:tav>
                                        <p:tav tm="100000">
                                          <p:val>
                                            <p:strVal val="#ppt_h"/>
                                          </p:val>
                                        </p:tav>
                                      </p:tavLst>
                                    </p:anim>
                                    <p:anim calcmode="lin" valueType="num">
                                      <p:cBhvr>
                                        <p:cTn id="91" dur="1500" fill="hold"/>
                                        <p:tgtEl>
                                          <p:spTgt spid="46"/>
                                        </p:tgtEl>
                                        <p:attrNameLst>
                                          <p:attrName>style.rotation</p:attrName>
                                        </p:attrNameLst>
                                      </p:cBhvr>
                                      <p:tavLst>
                                        <p:tav tm="0">
                                          <p:val>
                                            <p:fltVal val="360"/>
                                          </p:val>
                                        </p:tav>
                                        <p:tav tm="100000">
                                          <p:val>
                                            <p:fltVal val="0"/>
                                          </p:val>
                                        </p:tav>
                                      </p:tavLst>
                                    </p:anim>
                                    <p:animEffect transition="in" filter="fade">
                                      <p:cBhvr>
                                        <p:cTn id="92" dur="1500"/>
                                        <p:tgtEl>
                                          <p:spTgt spid="46"/>
                                        </p:tgtEl>
                                      </p:cBhvr>
                                    </p:animEffect>
                                  </p:childTnLst>
                                </p:cTn>
                              </p:par>
                            </p:childTnLst>
                          </p:cTn>
                        </p:par>
                        <p:par>
                          <p:cTn id="93" fill="hold">
                            <p:stCondLst>
                              <p:cond delay="1500"/>
                            </p:stCondLst>
                            <p:childTnLst>
                              <p:par>
                                <p:cTn id="94" presetID="42" presetClass="path" presetSubtype="0" accel="50000" decel="50000" fill="hold" grpId="1" nodeType="afterEffect">
                                  <p:stCondLst>
                                    <p:cond delay="0"/>
                                  </p:stCondLst>
                                  <p:childTnLst>
                                    <p:animMotion origin="layout" path="M -2.91667E-6 -1.48148E-6 L 0.13568 0.26273 " pathEditMode="relative" rAng="0" ptsTypes="AA">
                                      <p:cBhvr>
                                        <p:cTn id="95" dur="2000" fill="hold"/>
                                        <p:tgtEl>
                                          <p:spTgt spid="46"/>
                                        </p:tgtEl>
                                        <p:attrNameLst>
                                          <p:attrName>ppt_x</p:attrName>
                                          <p:attrName>ppt_y</p:attrName>
                                        </p:attrNameLst>
                                      </p:cBhvr>
                                      <p:rCtr x="6784" y="13125"/>
                                    </p:animMotion>
                                  </p:childTnLst>
                                </p:cTn>
                              </p:par>
                            </p:childTnLst>
                          </p:cTn>
                        </p:par>
                        <p:par>
                          <p:cTn id="96" fill="hold">
                            <p:stCondLst>
                              <p:cond delay="3500"/>
                            </p:stCondLst>
                            <p:childTnLst>
                              <p:par>
                                <p:cTn id="97" presetID="22" presetClass="exit" presetSubtype="4" fill="hold" nodeType="afterEffect">
                                  <p:stCondLst>
                                    <p:cond delay="0"/>
                                  </p:stCondLst>
                                  <p:childTnLst>
                                    <p:animEffect transition="out" filter="wipe(down)">
                                      <p:cBhvr>
                                        <p:cTn id="98" dur="500"/>
                                        <p:tgtEl>
                                          <p:spTgt spid="44"/>
                                        </p:tgtEl>
                                      </p:cBhvr>
                                    </p:animEffect>
                                    <p:set>
                                      <p:cBhvr>
                                        <p:cTn id="99" dur="1" fill="hold">
                                          <p:stCondLst>
                                            <p:cond delay="499"/>
                                          </p:stCondLst>
                                        </p:cTn>
                                        <p:tgtEl>
                                          <p:spTgt spid="44"/>
                                        </p:tgtEl>
                                        <p:attrNameLst>
                                          <p:attrName>style.visibility</p:attrName>
                                        </p:attrNameLst>
                                      </p:cBhvr>
                                      <p:to>
                                        <p:strVal val="hidden"/>
                                      </p:to>
                                    </p:set>
                                  </p:childTnLst>
                                </p:cTn>
                              </p:par>
                            </p:childTnLst>
                          </p:cTn>
                        </p:par>
                        <p:par>
                          <p:cTn id="100" fill="hold">
                            <p:stCondLst>
                              <p:cond delay="4000"/>
                            </p:stCondLst>
                            <p:childTnLst>
                              <p:par>
                                <p:cTn id="101" presetID="22" presetClass="entr" presetSubtype="8" fill="hold" nodeType="after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wipe(left)">
                                      <p:cBhvr>
                                        <p:cTn id="103" dur="1000"/>
                                        <p:tgtEl>
                                          <p:spTgt spid="47"/>
                                        </p:tgtEl>
                                      </p:cBhvr>
                                    </p:animEffect>
                                  </p:childTnLst>
                                </p:cTn>
                              </p:par>
                            </p:childTnLst>
                          </p:cTn>
                        </p:par>
                      </p:childTnLst>
                    </p:cTn>
                  </p:par>
                  <p:par>
                    <p:cTn id="104" fill="hold">
                      <p:stCondLst>
                        <p:cond delay="indefinite"/>
                      </p:stCondLst>
                      <p:childTnLst>
                        <p:par>
                          <p:cTn id="105" fill="hold">
                            <p:stCondLst>
                              <p:cond delay="0"/>
                            </p:stCondLst>
                            <p:childTnLst>
                              <p:par>
                                <p:cTn id="106" presetID="47" presetClass="entr" presetSubtype="0" fill="hold" grpId="0" nodeType="click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1000"/>
                                        <p:tgtEl>
                                          <p:spTgt spid="36"/>
                                        </p:tgtEl>
                                      </p:cBhvr>
                                    </p:animEffect>
                                    <p:anim calcmode="lin" valueType="num">
                                      <p:cBhvr>
                                        <p:cTn id="109" dur="1000" fill="hold"/>
                                        <p:tgtEl>
                                          <p:spTgt spid="36"/>
                                        </p:tgtEl>
                                        <p:attrNameLst>
                                          <p:attrName>ppt_x</p:attrName>
                                        </p:attrNameLst>
                                      </p:cBhvr>
                                      <p:tavLst>
                                        <p:tav tm="0">
                                          <p:val>
                                            <p:strVal val="#ppt_x"/>
                                          </p:val>
                                        </p:tav>
                                        <p:tav tm="100000">
                                          <p:val>
                                            <p:strVal val="#ppt_x"/>
                                          </p:val>
                                        </p:tav>
                                      </p:tavLst>
                                    </p:anim>
                                    <p:anim calcmode="lin" valueType="num">
                                      <p:cBhvr>
                                        <p:cTn id="110" dur="1000" fill="hold"/>
                                        <p:tgtEl>
                                          <p:spTgt spid="36"/>
                                        </p:tgtEl>
                                        <p:attrNameLst>
                                          <p:attrName>ppt_y</p:attrName>
                                        </p:attrNameLst>
                                      </p:cBhvr>
                                      <p:tavLst>
                                        <p:tav tm="0">
                                          <p:val>
                                            <p:strVal val="#ppt_y-.1"/>
                                          </p:val>
                                        </p:tav>
                                        <p:tav tm="100000">
                                          <p:val>
                                            <p:strVal val="#ppt_y"/>
                                          </p:val>
                                        </p:tav>
                                      </p:tavLst>
                                    </p:anim>
                                  </p:childTnLst>
                                </p:cTn>
                              </p:par>
                            </p:childTnLst>
                          </p:cTn>
                        </p:par>
                        <p:par>
                          <p:cTn id="111" fill="hold">
                            <p:stCondLst>
                              <p:cond delay="1000"/>
                            </p:stCondLst>
                            <p:childTnLst>
                              <p:par>
                                <p:cTn id="112" presetID="32" presetClass="emph" presetSubtype="0" fill="hold" nodeType="afterEffect">
                                  <p:stCondLst>
                                    <p:cond delay="0"/>
                                  </p:stCondLst>
                                  <p:childTnLst>
                                    <p:animRot by="120000">
                                      <p:cBhvr>
                                        <p:cTn id="113" dur="100" fill="hold">
                                          <p:stCondLst>
                                            <p:cond delay="0"/>
                                          </p:stCondLst>
                                        </p:cTn>
                                        <p:tgtEl>
                                          <p:spTgt spid="79"/>
                                        </p:tgtEl>
                                        <p:attrNameLst>
                                          <p:attrName>r</p:attrName>
                                        </p:attrNameLst>
                                      </p:cBhvr>
                                    </p:animRot>
                                    <p:animRot by="-240000">
                                      <p:cBhvr>
                                        <p:cTn id="114" dur="200" fill="hold">
                                          <p:stCondLst>
                                            <p:cond delay="200"/>
                                          </p:stCondLst>
                                        </p:cTn>
                                        <p:tgtEl>
                                          <p:spTgt spid="79"/>
                                        </p:tgtEl>
                                        <p:attrNameLst>
                                          <p:attrName>r</p:attrName>
                                        </p:attrNameLst>
                                      </p:cBhvr>
                                    </p:animRot>
                                    <p:animRot by="240000">
                                      <p:cBhvr>
                                        <p:cTn id="115" dur="200" fill="hold">
                                          <p:stCondLst>
                                            <p:cond delay="400"/>
                                          </p:stCondLst>
                                        </p:cTn>
                                        <p:tgtEl>
                                          <p:spTgt spid="79"/>
                                        </p:tgtEl>
                                        <p:attrNameLst>
                                          <p:attrName>r</p:attrName>
                                        </p:attrNameLst>
                                      </p:cBhvr>
                                    </p:animRot>
                                    <p:animRot by="-240000">
                                      <p:cBhvr>
                                        <p:cTn id="116" dur="200" fill="hold">
                                          <p:stCondLst>
                                            <p:cond delay="600"/>
                                          </p:stCondLst>
                                        </p:cTn>
                                        <p:tgtEl>
                                          <p:spTgt spid="79"/>
                                        </p:tgtEl>
                                        <p:attrNameLst>
                                          <p:attrName>r</p:attrName>
                                        </p:attrNameLst>
                                      </p:cBhvr>
                                    </p:animRot>
                                    <p:animRot by="120000">
                                      <p:cBhvr>
                                        <p:cTn id="117" dur="200" fill="hold">
                                          <p:stCondLst>
                                            <p:cond delay="800"/>
                                          </p:stCondLst>
                                        </p:cTn>
                                        <p:tgtEl>
                                          <p:spTgt spid="79"/>
                                        </p:tgtEl>
                                        <p:attrNameLst>
                                          <p:attrName>r</p:attrName>
                                        </p:attrNameLst>
                                      </p:cBhvr>
                                    </p:animRot>
                                  </p:childTnLst>
                                </p:cTn>
                              </p:par>
                            </p:childTnLst>
                          </p:cTn>
                        </p:par>
                      </p:childTnLst>
                    </p:cTn>
                  </p:par>
                  <p:par>
                    <p:cTn id="118" fill="hold">
                      <p:stCondLst>
                        <p:cond delay="indefinite"/>
                      </p:stCondLst>
                      <p:childTnLst>
                        <p:par>
                          <p:cTn id="119" fill="hold">
                            <p:stCondLst>
                              <p:cond delay="0"/>
                            </p:stCondLst>
                            <p:childTnLst>
                              <p:par>
                                <p:cTn id="120" presetID="49" presetClass="entr" presetSubtype="0" decel="100000" fill="hold" grpId="0" nodeType="clickEffect">
                                  <p:stCondLst>
                                    <p:cond delay="0"/>
                                  </p:stCondLst>
                                  <p:childTnLst>
                                    <p:set>
                                      <p:cBhvr>
                                        <p:cTn id="121" dur="1" fill="hold">
                                          <p:stCondLst>
                                            <p:cond delay="0"/>
                                          </p:stCondLst>
                                        </p:cTn>
                                        <p:tgtEl>
                                          <p:spTgt spid="49"/>
                                        </p:tgtEl>
                                        <p:attrNameLst>
                                          <p:attrName>style.visibility</p:attrName>
                                        </p:attrNameLst>
                                      </p:cBhvr>
                                      <p:to>
                                        <p:strVal val="visible"/>
                                      </p:to>
                                    </p:set>
                                    <p:anim calcmode="lin" valueType="num">
                                      <p:cBhvr>
                                        <p:cTn id="122" dur="1500" fill="hold"/>
                                        <p:tgtEl>
                                          <p:spTgt spid="49"/>
                                        </p:tgtEl>
                                        <p:attrNameLst>
                                          <p:attrName>ppt_w</p:attrName>
                                        </p:attrNameLst>
                                      </p:cBhvr>
                                      <p:tavLst>
                                        <p:tav tm="0">
                                          <p:val>
                                            <p:fltVal val="0"/>
                                          </p:val>
                                        </p:tav>
                                        <p:tav tm="100000">
                                          <p:val>
                                            <p:strVal val="#ppt_w"/>
                                          </p:val>
                                        </p:tav>
                                      </p:tavLst>
                                    </p:anim>
                                    <p:anim calcmode="lin" valueType="num">
                                      <p:cBhvr>
                                        <p:cTn id="123" dur="1500" fill="hold"/>
                                        <p:tgtEl>
                                          <p:spTgt spid="49"/>
                                        </p:tgtEl>
                                        <p:attrNameLst>
                                          <p:attrName>ppt_h</p:attrName>
                                        </p:attrNameLst>
                                      </p:cBhvr>
                                      <p:tavLst>
                                        <p:tav tm="0">
                                          <p:val>
                                            <p:fltVal val="0"/>
                                          </p:val>
                                        </p:tav>
                                        <p:tav tm="100000">
                                          <p:val>
                                            <p:strVal val="#ppt_h"/>
                                          </p:val>
                                        </p:tav>
                                      </p:tavLst>
                                    </p:anim>
                                    <p:anim calcmode="lin" valueType="num">
                                      <p:cBhvr>
                                        <p:cTn id="124" dur="1500" fill="hold"/>
                                        <p:tgtEl>
                                          <p:spTgt spid="49"/>
                                        </p:tgtEl>
                                        <p:attrNameLst>
                                          <p:attrName>style.rotation</p:attrName>
                                        </p:attrNameLst>
                                      </p:cBhvr>
                                      <p:tavLst>
                                        <p:tav tm="0">
                                          <p:val>
                                            <p:fltVal val="360"/>
                                          </p:val>
                                        </p:tav>
                                        <p:tav tm="100000">
                                          <p:val>
                                            <p:fltVal val="0"/>
                                          </p:val>
                                        </p:tav>
                                      </p:tavLst>
                                    </p:anim>
                                    <p:animEffect transition="in" filter="fade">
                                      <p:cBhvr>
                                        <p:cTn id="125" dur="1500"/>
                                        <p:tgtEl>
                                          <p:spTgt spid="49"/>
                                        </p:tgtEl>
                                      </p:cBhvr>
                                    </p:animEffect>
                                  </p:childTnLst>
                                </p:cTn>
                              </p:par>
                            </p:childTnLst>
                          </p:cTn>
                        </p:par>
                        <p:par>
                          <p:cTn id="126" fill="hold">
                            <p:stCondLst>
                              <p:cond delay="1500"/>
                            </p:stCondLst>
                            <p:childTnLst>
                              <p:par>
                                <p:cTn id="127" presetID="42" presetClass="path" presetSubtype="0" accel="50000" decel="50000" fill="hold" grpId="1" nodeType="afterEffect">
                                  <p:stCondLst>
                                    <p:cond delay="0"/>
                                  </p:stCondLst>
                                  <p:childTnLst>
                                    <p:animMotion origin="layout" path="M -2.91667E-6 2.59259E-6 L 0.13568 0.17569 " pathEditMode="relative" rAng="0" ptsTypes="AA">
                                      <p:cBhvr>
                                        <p:cTn id="128" dur="2000" fill="hold"/>
                                        <p:tgtEl>
                                          <p:spTgt spid="49"/>
                                        </p:tgtEl>
                                        <p:attrNameLst>
                                          <p:attrName>ppt_x</p:attrName>
                                          <p:attrName>ppt_y</p:attrName>
                                        </p:attrNameLst>
                                      </p:cBhvr>
                                      <p:rCtr x="6784" y="8773"/>
                                    </p:animMotion>
                                  </p:childTnLst>
                                </p:cTn>
                              </p:par>
                            </p:childTnLst>
                          </p:cTn>
                        </p:par>
                        <p:par>
                          <p:cTn id="129" fill="hold">
                            <p:stCondLst>
                              <p:cond delay="3500"/>
                            </p:stCondLst>
                            <p:childTnLst>
                              <p:par>
                                <p:cTn id="130" presetID="22" presetClass="exit" presetSubtype="4" fill="hold" nodeType="afterEffect">
                                  <p:stCondLst>
                                    <p:cond delay="0"/>
                                  </p:stCondLst>
                                  <p:childTnLst>
                                    <p:animEffect transition="out" filter="wipe(down)">
                                      <p:cBhvr>
                                        <p:cTn id="131" dur="500"/>
                                        <p:tgtEl>
                                          <p:spTgt spid="47"/>
                                        </p:tgtEl>
                                      </p:cBhvr>
                                    </p:animEffect>
                                    <p:set>
                                      <p:cBhvr>
                                        <p:cTn id="132" dur="1" fill="hold">
                                          <p:stCondLst>
                                            <p:cond delay="499"/>
                                          </p:stCondLst>
                                        </p:cTn>
                                        <p:tgtEl>
                                          <p:spTgt spid="47"/>
                                        </p:tgtEl>
                                        <p:attrNameLst>
                                          <p:attrName>style.visibility</p:attrName>
                                        </p:attrNameLst>
                                      </p:cBhvr>
                                      <p:to>
                                        <p:strVal val="hidden"/>
                                      </p:to>
                                    </p:set>
                                  </p:childTnLst>
                                </p:cTn>
                              </p:par>
                            </p:childTnLst>
                          </p:cTn>
                        </p:par>
                        <p:par>
                          <p:cTn id="133" fill="hold">
                            <p:stCondLst>
                              <p:cond delay="4000"/>
                            </p:stCondLst>
                            <p:childTnLst>
                              <p:par>
                                <p:cTn id="134" presetID="22" presetClass="entr" presetSubtype="8" fill="hold" nodeType="afterEffect">
                                  <p:stCondLst>
                                    <p:cond delay="0"/>
                                  </p:stCondLst>
                                  <p:childTnLst>
                                    <p:set>
                                      <p:cBhvr>
                                        <p:cTn id="135" dur="1" fill="hold">
                                          <p:stCondLst>
                                            <p:cond delay="0"/>
                                          </p:stCondLst>
                                        </p:cTn>
                                        <p:tgtEl>
                                          <p:spTgt spid="50"/>
                                        </p:tgtEl>
                                        <p:attrNameLst>
                                          <p:attrName>style.visibility</p:attrName>
                                        </p:attrNameLst>
                                      </p:cBhvr>
                                      <p:to>
                                        <p:strVal val="visible"/>
                                      </p:to>
                                    </p:set>
                                    <p:animEffect transition="in" filter="wipe(left)">
                                      <p:cBhvr>
                                        <p:cTn id="136" dur="1000"/>
                                        <p:tgtEl>
                                          <p:spTgt spid="50"/>
                                        </p:tgtEl>
                                      </p:cBhvr>
                                    </p:animEffect>
                                  </p:childTnLst>
                                </p:cTn>
                              </p:par>
                            </p:childTnLst>
                          </p:cTn>
                        </p:par>
                      </p:childTnLst>
                    </p:cTn>
                  </p:par>
                  <p:par>
                    <p:cTn id="137" fill="hold">
                      <p:stCondLst>
                        <p:cond delay="indefinite"/>
                      </p:stCondLst>
                      <p:childTnLst>
                        <p:par>
                          <p:cTn id="138" fill="hold">
                            <p:stCondLst>
                              <p:cond delay="0"/>
                            </p:stCondLst>
                            <p:childTnLst>
                              <p:par>
                                <p:cTn id="139" presetID="47" presetClass="entr" presetSubtype="0" fill="hold" grpId="0" nodeType="clickEffect">
                                  <p:stCondLst>
                                    <p:cond delay="0"/>
                                  </p:stCondLst>
                                  <p:childTnLst>
                                    <p:set>
                                      <p:cBhvr>
                                        <p:cTn id="140" dur="1" fill="hold">
                                          <p:stCondLst>
                                            <p:cond delay="0"/>
                                          </p:stCondLst>
                                        </p:cTn>
                                        <p:tgtEl>
                                          <p:spTgt spid="37"/>
                                        </p:tgtEl>
                                        <p:attrNameLst>
                                          <p:attrName>style.visibility</p:attrName>
                                        </p:attrNameLst>
                                      </p:cBhvr>
                                      <p:to>
                                        <p:strVal val="visible"/>
                                      </p:to>
                                    </p:set>
                                    <p:animEffect transition="in" filter="fade">
                                      <p:cBhvr>
                                        <p:cTn id="141" dur="1000"/>
                                        <p:tgtEl>
                                          <p:spTgt spid="37"/>
                                        </p:tgtEl>
                                      </p:cBhvr>
                                    </p:animEffect>
                                    <p:anim calcmode="lin" valueType="num">
                                      <p:cBhvr>
                                        <p:cTn id="142" dur="1000" fill="hold"/>
                                        <p:tgtEl>
                                          <p:spTgt spid="37"/>
                                        </p:tgtEl>
                                        <p:attrNameLst>
                                          <p:attrName>ppt_x</p:attrName>
                                        </p:attrNameLst>
                                      </p:cBhvr>
                                      <p:tavLst>
                                        <p:tav tm="0">
                                          <p:val>
                                            <p:strVal val="#ppt_x"/>
                                          </p:val>
                                        </p:tav>
                                        <p:tav tm="100000">
                                          <p:val>
                                            <p:strVal val="#ppt_x"/>
                                          </p:val>
                                        </p:tav>
                                      </p:tavLst>
                                    </p:anim>
                                    <p:anim calcmode="lin" valueType="num">
                                      <p:cBhvr>
                                        <p:cTn id="143" dur="1000" fill="hold"/>
                                        <p:tgtEl>
                                          <p:spTgt spid="37"/>
                                        </p:tgtEl>
                                        <p:attrNameLst>
                                          <p:attrName>ppt_y</p:attrName>
                                        </p:attrNameLst>
                                      </p:cBhvr>
                                      <p:tavLst>
                                        <p:tav tm="0">
                                          <p:val>
                                            <p:strVal val="#ppt_y-.1"/>
                                          </p:val>
                                        </p:tav>
                                        <p:tav tm="100000">
                                          <p:val>
                                            <p:strVal val="#ppt_y"/>
                                          </p:val>
                                        </p:tav>
                                      </p:tavLst>
                                    </p:anim>
                                  </p:childTnLst>
                                </p:cTn>
                              </p:par>
                            </p:childTnLst>
                          </p:cTn>
                        </p:par>
                        <p:par>
                          <p:cTn id="144" fill="hold">
                            <p:stCondLst>
                              <p:cond delay="1000"/>
                            </p:stCondLst>
                            <p:childTnLst>
                              <p:par>
                                <p:cTn id="145" presetID="32" presetClass="emph" presetSubtype="0" fill="hold" nodeType="afterEffect">
                                  <p:stCondLst>
                                    <p:cond delay="0"/>
                                  </p:stCondLst>
                                  <p:childTnLst>
                                    <p:animRot by="120000">
                                      <p:cBhvr>
                                        <p:cTn id="146" dur="100" fill="hold">
                                          <p:stCondLst>
                                            <p:cond delay="0"/>
                                          </p:stCondLst>
                                        </p:cTn>
                                        <p:tgtEl>
                                          <p:spTgt spid="79"/>
                                        </p:tgtEl>
                                        <p:attrNameLst>
                                          <p:attrName>r</p:attrName>
                                        </p:attrNameLst>
                                      </p:cBhvr>
                                    </p:animRot>
                                    <p:animRot by="-240000">
                                      <p:cBhvr>
                                        <p:cTn id="147" dur="200" fill="hold">
                                          <p:stCondLst>
                                            <p:cond delay="200"/>
                                          </p:stCondLst>
                                        </p:cTn>
                                        <p:tgtEl>
                                          <p:spTgt spid="79"/>
                                        </p:tgtEl>
                                        <p:attrNameLst>
                                          <p:attrName>r</p:attrName>
                                        </p:attrNameLst>
                                      </p:cBhvr>
                                    </p:animRot>
                                    <p:animRot by="240000">
                                      <p:cBhvr>
                                        <p:cTn id="148" dur="200" fill="hold">
                                          <p:stCondLst>
                                            <p:cond delay="400"/>
                                          </p:stCondLst>
                                        </p:cTn>
                                        <p:tgtEl>
                                          <p:spTgt spid="79"/>
                                        </p:tgtEl>
                                        <p:attrNameLst>
                                          <p:attrName>r</p:attrName>
                                        </p:attrNameLst>
                                      </p:cBhvr>
                                    </p:animRot>
                                    <p:animRot by="-240000">
                                      <p:cBhvr>
                                        <p:cTn id="149" dur="200" fill="hold">
                                          <p:stCondLst>
                                            <p:cond delay="600"/>
                                          </p:stCondLst>
                                        </p:cTn>
                                        <p:tgtEl>
                                          <p:spTgt spid="79"/>
                                        </p:tgtEl>
                                        <p:attrNameLst>
                                          <p:attrName>r</p:attrName>
                                        </p:attrNameLst>
                                      </p:cBhvr>
                                    </p:animRot>
                                    <p:animRot by="120000">
                                      <p:cBhvr>
                                        <p:cTn id="150" dur="200" fill="hold">
                                          <p:stCondLst>
                                            <p:cond delay="800"/>
                                          </p:stCondLst>
                                        </p:cTn>
                                        <p:tgtEl>
                                          <p:spTgt spid="79"/>
                                        </p:tgtEl>
                                        <p:attrNameLst>
                                          <p:attrName>r</p:attrName>
                                        </p:attrNameLst>
                                      </p:cBhvr>
                                    </p:animRot>
                                  </p:childTnLst>
                                </p:cTn>
                              </p:par>
                            </p:childTnLst>
                          </p:cTn>
                        </p:par>
                      </p:childTnLst>
                    </p:cTn>
                  </p:par>
                  <p:par>
                    <p:cTn id="151" fill="hold">
                      <p:stCondLst>
                        <p:cond delay="indefinite"/>
                      </p:stCondLst>
                      <p:childTnLst>
                        <p:par>
                          <p:cTn id="152" fill="hold">
                            <p:stCondLst>
                              <p:cond delay="0"/>
                            </p:stCondLst>
                            <p:childTnLst>
                              <p:par>
                                <p:cTn id="153" presetID="49" presetClass="entr" presetSubtype="0" decel="100000" fill="hold" grpId="0" nodeType="clickEffect">
                                  <p:stCondLst>
                                    <p:cond delay="0"/>
                                  </p:stCondLst>
                                  <p:childTnLst>
                                    <p:set>
                                      <p:cBhvr>
                                        <p:cTn id="154" dur="1" fill="hold">
                                          <p:stCondLst>
                                            <p:cond delay="0"/>
                                          </p:stCondLst>
                                        </p:cTn>
                                        <p:tgtEl>
                                          <p:spTgt spid="52"/>
                                        </p:tgtEl>
                                        <p:attrNameLst>
                                          <p:attrName>style.visibility</p:attrName>
                                        </p:attrNameLst>
                                      </p:cBhvr>
                                      <p:to>
                                        <p:strVal val="visible"/>
                                      </p:to>
                                    </p:set>
                                    <p:anim calcmode="lin" valueType="num">
                                      <p:cBhvr>
                                        <p:cTn id="155" dur="1500" fill="hold"/>
                                        <p:tgtEl>
                                          <p:spTgt spid="52"/>
                                        </p:tgtEl>
                                        <p:attrNameLst>
                                          <p:attrName>ppt_w</p:attrName>
                                        </p:attrNameLst>
                                      </p:cBhvr>
                                      <p:tavLst>
                                        <p:tav tm="0">
                                          <p:val>
                                            <p:fltVal val="0"/>
                                          </p:val>
                                        </p:tav>
                                        <p:tav tm="100000">
                                          <p:val>
                                            <p:strVal val="#ppt_w"/>
                                          </p:val>
                                        </p:tav>
                                      </p:tavLst>
                                    </p:anim>
                                    <p:anim calcmode="lin" valueType="num">
                                      <p:cBhvr>
                                        <p:cTn id="156" dur="1500" fill="hold"/>
                                        <p:tgtEl>
                                          <p:spTgt spid="52"/>
                                        </p:tgtEl>
                                        <p:attrNameLst>
                                          <p:attrName>ppt_h</p:attrName>
                                        </p:attrNameLst>
                                      </p:cBhvr>
                                      <p:tavLst>
                                        <p:tav tm="0">
                                          <p:val>
                                            <p:fltVal val="0"/>
                                          </p:val>
                                        </p:tav>
                                        <p:tav tm="100000">
                                          <p:val>
                                            <p:strVal val="#ppt_h"/>
                                          </p:val>
                                        </p:tav>
                                      </p:tavLst>
                                    </p:anim>
                                    <p:anim calcmode="lin" valueType="num">
                                      <p:cBhvr>
                                        <p:cTn id="157" dur="1500" fill="hold"/>
                                        <p:tgtEl>
                                          <p:spTgt spid="52"/>
                                        </p:tgtEl>
                                        <p:attrNameLst>
                                          <p:attrName>style.rotation</p:attrName>
                                        </p:attrNameLst>
                                      </p:cBhvr>
                                      <p:tavLst>
                                        <p:tav tm="0">
                                          <p:val>
                                            <p:fltVal val="360"/>
                                          </p:val>
                                        </p:tav>
                                        <p:tav tm="100000">
                                          <p:val>
                                            <p:fltVal val="0"/>
                                          </p:val>
                                        </p:tav>
                                      </p:tavLst>
                                    </p:anim>
                                    <p:animEffect transition="in" filter="fade">
                                      <p:cBhvr>
                                        <p:cTn id="158" dur="1500"/>
                                        <p:tgtEl>
                                          <p:spTgt spid="52"/>
                                        </p:tgtEl>
                                      </p:cBhvr>
                                    </p:animEffect>
                                  </p:childTnLst>
                                </p:cTn>
                              </p:par>
                            </p:childTnLst>
                          </p:cTn>
                        </p:par>
                        <p:par>
                          <p:cTn id="159" fill="hold">
                            <p:stCondLst>
                              <p:cond delay="1500"/>
                            </p:stCondLst>
                            <p:childTnLst>
                              <p:par>
                                <p:cTn id="160" presetID="42" presetClass="path" presetSubtype="0" accel="50000" decel="50000" fill="hold" grpId="1" nodeType="afterEffect">
                                  <p:stCondLst>
                                    <p:cond delay="0"/>
                                  </p:stCondLst>
                                  <p:childTnLst>
                                    <p:animMotion origin="layout" path="M -4.79167E-6 -1.48148E-6 L 0.13451 0.07894 " pathEditMode="relative" rAng="0" ptsTypes="AA">
                                      <p:cBhvr>
                                        <p:cTn id="161" dur="2000" fill="hold"/>
                                        <p:tgtEl>
                                          <p:spTgt spid="52"/>
                                        </p:tgtEl>
                                        <p:attrNameLst>
                                          <p:attrName>ppt_x</p:attrName>
                                          <p:attrName>ppt_y</p:attrName>
                                        </p:attrNameLst>
                                      </p:cBhvr>
                                      <p:rCtr x="6719" y="3935"/>
                                    </p:animMotion>
                                  </p:childTnLst>
                                </p:cTn>
                              </p:par>
                            </p:childTnLst>
                          </p:cTn>
                        </p:par>
                        <p:par>
                          <p:cTn id="162" fill="hold">
                            <p:stCondLst>
                              <p:cond delay="3500"/>
                            </p:stCondLst>
                            <p:childTnLst>
                              <p:par>
                                <p:cTn id="163" presetID="22" presetClass="exit" presetSubtype="4" fill="hold" nodeType="afterEffect">
                                  <p:stCondLst>
                                    <p:cond delay="0"/>
                                  </p:stCondLst>
                                  <p:childTnLst>
                                    <p:animEffect transition="out" filter="wipe(down)">
                                      <p:cBhvr>
                                        <p:cTn id="164" dur="500"/>
                                        <p:tgtEl>
                                          <p:spTgt spid="50"/>
                                        </p:tgtEl>
                                      </p:cBhvr>
                                    </p:animEffect>
                                    <p:set>
                                      <p:cBhvr>
                                        <p:cTn id="165" dur="1" fill="hold">
                                          <p:stCondLst>
                                            <p:cond delay="499"/>
                                          </p:stCondLst>
                                        </p:cTn>
                                        <p:tgtEl>
                                          <p:spTgt spid="50"/>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22" presetClass="entr" presetSubtype="4" fill="hold" nodeType="clickEffect">
                                  <p:stCondLst>
                                    <p:cond delay="0"/>
                                  </p:stCondLst>
                                  <p:childTnLst>
                                    <p:set>
                                      <p:cBhvr>
                                        <p:cTn id="169" dur="1" fill="hold">
                                          <p:stCondLst>
                                            <p:cond delay="0"/>
                                          </p:stCondLst>
                                        </p:cTn>
                                        <p:tgtEl>
                                          <p:spTgt spid="53"/>
                                        </p:tgtEl>
                                        <p:attrNameLst>
                                          <p:attrName>style.visibility</p:attrName>
                                        </p:attrNameLst>
                                      </p:cBhvr>
                                      <p:to>
                                        <p:strVal val="visible"/>
                                      </p:to>
                                    </p:set>
                                    <p:animEffect transition="in" filter="wipe(down)">
                                      <p:cBhvr>
                                        <p:cTn id="170" dur="500"/>
                                        <p:tgtEl>
                                          <p:spTgt spid="53"/>
                                        </p:tgtEl>
                                      </p:cBhvr>
                                    </p:animEffect>
                                  </p:childTnLst>
                                </p:cTn>
                              </p:par>
                            </p:childTnLst>
                          </p:cTn>
                        </p:par>
                        <p:par>
                          <p:cTn id="171" fill="hold">
                            <p:stCondLst>
                              <p:cond delay="500"/>
                            </p:stCondLst>
                            <p:childTnLst>
                              <p:par>
                                <p:cTn id="172" presetID="22" presetClass="exit" presetSubtype="2" fill="hold" nodeType="afterEffect">
                                  <p:stCondLst>
                                    <p:cond delay="0"/>
                                  </p:stCondLst>
                                  <p:childTnLst>
                                    <p:animEffect transition="out" filter="wipe(right)">
                                      <p:cBhvr>
                                        <p:cTn id="173" dur="500"/>
                                        <p:tgtEl>
                                          <p:spTgt spid="79"/>
                                        </p:tgtEl>
                                      </p:cBhvr>
                                    </p:animEffect>
                                    <p:set>
                                      <p:cBhvr>
                                        <p:cTn id="174" dur="1" fill="hold">
                                          <p:stCondLst>
                                            <p:cond delay="499"/>
                                          </p:stCondLst>
                                        </p:cTn>
                                        <p:tgtEl>
                                          <p:spTgt spid="79"/>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47" presetClass="entr" presetSubtype="0" fill="hold" grpId="0" nodeType="clickEffect">
                                  <p:stCondLst>
                                    <p:cond delay="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79" dur="1000"/>
                                        <p:tgtEl>
                                          <p:spTgt spid="42"/>
                                        </p:tgtEl>
                                      </p:cBhvr>
                                    </p:animEffect>
                                    <p:anim calcmode="lin" valueType="num">
                                      <p:cBhvr>
                                        <p:cTn id="180" dur="1000" fill="hold"/>
                                        <p:tgtEl>
                                          <p:spTgt spid="42"/>
                                        </p:tgtEl>
                                        <p:attrNameLst>
                                          <p:attrName>ppt_x</p:attrName>
                                        </p:attrNameLst>
                                      </p:cBhvr>
                                      <p:tavLst>
                                        <p:tav tm="0">
                                          <p:val>
                                            <p:strVal val="#ppt_x"/>
                                          </p:val>
                                        </p:tav>
                                        <p:tav tm="100000">
                                          <p:val>
                                            <p:strVal val="#ppt_x"/>
                                          </p:val>
                                        </p:tav>
                                      </p:tavLst>
                                    </p:anim>
                                    <p:anim calcmode="lin" valueType="num">
                                      <p:cBhvr>
                                        <p:cTn id="181" dur="1000" fill="hold"/>
                                        <p:tgtEl>
                                          <p:spTgt spid="42"/>
                                        </p:tgtEl>
                                        <p:attrNameLst>
                                          <p:attrName>ppt_y</p:attrName>
                                        </p:attrNameLst>
                                      </p:cBhvr>
                                      <p:tavLst>
                                        <p:tav tm="0">
                                          <p:val>
                                            <p:strVal val="#ppt_y-.1"/>
                                          </p:val>
                                        </p:tav>
                                        <p:tav tm="100000">
                                          <p:val>
                                            <p:strVal val="#ppt_y"/>
                                          </p:val>
                                        </p:tav>
                                      </p:tavLst>
                                    </p:anim>
                                  </p:childTnLst>
                                </p:cTn>
                              </p:par>
                            </p:childTnLst>
                          </p:cTn>
                        </p:par>
                        <p:par>
                          <p:cTn id="182" fill="hold">
                            <p:stCondLst>
                              <p:cond delay="1000"/>
                            </p:stCondLst>
                            <p:childTnLst>
                              <p:par>
                                <p:cTn id="183" presetID="22" presetClass="entr" presetSubtype="8" fill="hold" nodeType="afterEffect">
                                  <p:stCondLst>
                                    <p:cond delay="0"/>
                                  </p:stCondLst>
                                  <p:childTnLst>
                                    <p:set>
                                      <p:cBhvr>
                                        <p:cTn id="184" dur="1" fill="hold">
                                          <p:stCondLst>
                                            <p:cond delay="0"/>
                                          </p:stCondLst>
                                        </p:cTn>
                                        <p:tgtEl>
                                          <p:spTgt spid="73"/>
                                        </p:tgtEl>
                                        <p:attrNameLst>
                                          <p:attrName>style.visibility</p:attrName>
                                        </p:attrNameLst>
                                      </p:cBhvr>
                                      <p:to>
                                        <p:strVal val="visible"/>
                                      </p:to>
                                    </p:set>
                                    <p:animEffect transition="in" filter="wipe(left)">
                                      <p:cBhvr>
                                        <p:cTn id="185" dur="1000"/>
                                        <p:tgtEl>
                                          <p:spTgt spid="73"/>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xit" presetSubtype="2" fill="hold" nodeType="clickEffect">
                                  <p:stCondLst>
                                    <p:cond delay="0"/>
                                  </p:stCondLst>
                                  <p:childTnLst>
                                    <p:animEffect transition="out" filter="wipe(right)">
                                      <p:cBhvr>
                                        <p:cTn id="189" dur="500"/>
                                        <p:tgtEl>
                                          <p:spTgt spid="73"/>
                                        </p:tgtEl>
                                      </p:cBhvr>
                                    </p:animEffect>
                                    <p:set>
                                      <p:cBhvr>
                                        <p:cTn id="190" dur="1" fill="hold">
                                          <p:stCondLst>
                                            <p:cond delay="499"/>
                                          </p:stCondLst>
                                        </p:cTn>
                                        <p:tgtEl>
                                          <p:spTgt spid="73"/>
                                        </p:tgtEl>
                                        <p:attrNameLst>
                                          <p:attrName>style.visibility</p:attrName>
                                        </p:attrNameLst>
                                      </p:cBhvr>
                                      <p:to>
                                        <p:strVal val="hidden"/>
                                      </p:to>
                                    </p:set>
                                  </p:childTnLst>
                                </p:cTn>
                              </p:par>
                            </p:childTnLst>
                          </p:cTn>
                        </p:par>
                        <p:par>
                          <p:cTn id="191" fill="hold">
                            <p:stCondLst>
                              <p:cond delay="500"/>
                            </p:stCondLst>
                            <p:childTnLst>
                              <p:par>
                                <p:cTn id="192" presetID="22" presetClass="entr" presetSubtype="1" fill="hold" nodeType="afterEffect">
                                  <p:stCondLst>
                                    <p:cond delay="0"/>
                                  </p:stCondLst>
                                  <p:childTnLst>
                                    <p:set>
                                      <p:cBhvr>
                                        <p:cTn id="193" dur="1" fill="hold">
                                          <p:stCondLst>
                                            <p:cond delay="0"/>
                                          </p:stCondLst>
                                        </p:cTn>
                                        <p:tgtEl>
                                          <p:spTgt spid="76"/>
                                        </p:tgtEl>
                                        <p:attrNameLst>
                                          <p:attrName>style.visibility</p:attrName>
                                        </p:attrNameLst>
                                      </p:cBhvr>
                                      <p:to>
                                        <p:strVal val="visible"/>
                                      </p:to>
                                    </p:set>
                                    <p:animEffect transition="in" filter="wipe(up)">
                                      <p:cBhvr>
                                        <p:cTn id="194" dur="1000"/>
                                        <p:tgtEl>
                                          <p:spTgt spid="76"/>
                                        </p:tgtEl>
                                      </p:cBhvr>
                                    </p:animEffect>
                                  </p:childTnLst>
                                </p:cTn>
                              </p:par>
                            </p:childTnLst>
                          </p:cTn>
                        </p:par>
                        <p:par>
                          <p:cTn id="195" fill="hold">
                            <p:stCondLst>
                              <p:cond delay="1500"/>
                            </p:stCondLst>
                            <p:childTnLst>
                              <p:par>
                                <p:cTn id="196" presetID="22" presetClass="entr" presetSubtype="4" fill="hold" nodeType="afterEffect">
                                  <p:stCondLst>
                                    <p:cond delay="0"/>
                                  </p:stCondLst>
                                  <p:childTnLst>
                                    <p:set>
                                      <p:cBhvr>
                                        <p:cTn id="197" dur="1" fill="hold">
                                          <p:stCondLst>
                                            <p:cond delay="0"/>
                                          </p:stCondLst>
                                        </p:cTn>
                                        <p:tgtEl>
                                          <p:spTgt spid="56"/>
                                        </p:tgtEl>
                                        <p:attrNameLst>
                                          <p:attrName>style.visibility</p:attrName>
                                        </p:attrNameLst>
                                      </p:cBhvr>
                                      <p:to>
                                        <p:strVal val="visible"/>
                                      </p:to>
                                    </p:set>
                                    <p:animEffect transition="in" filter="wipe(down)">
                                      <p:cBhvr>
                                        <p:cTn id="198" dur="500"/>
                                        <p:tgtEl>
                                          <p:spTgt spid="56"/>
                                        </p:tgtEl>
                                      </p:cBhvr>
                                    </p:animEffect>
                                  </p:childTnLst>
                                </p:cTn>
                              </p:par>
                            </p:childTnLst>
                          </p:cTn>
                        </p:par>
                      </p:childTnLst>
                    </p:cTn>
                  </p:par>
                  <p:par>
                    <p:cTn id="199" fill="hold">
                      <p:stCondLst>
                        <p:cond delay="indefinite"/>
                      </p:stCondLst>
                      <p:childTnLst>
                        <p:par>
                          <p:cTn id="200" fill="hold">
                            <p:stCondLst>
                              <p:cond delay="0"/>
                            </p:stCondLst>
                            <p:childTnLst>
                              <p:par>
                                <p:cTn id="201" presetID="45" presetClass="exit" presetSubtype="0" fill="hold" grpId="0" nodeType="clickEffect">
                                  <p:stCondLst>
                                    <p:cond delay="0"/>
                                  </p:stCondLst>
                                  <p:childTnLst>
                                    <p:animEffect transition="out" filter="fade">
                                      <p:cBhvr>
                                        <p:cTn id="202" dur="2000"/>
                                        <p:tgtEl>
                                          <p:spTgt spid="27"/>
                                        </p:tgtEl>
                                      </p:cBhvr>
                                    </p:animEffect>
                                    <p:anim calcmode="lin" valueType="num">
                                      <p:cBhvr>
                                        <p:cTn id="203" dur="2000"/>
                                        <p:tgtEl>
                                          <p:spTgt spid="27"/>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04" dur="2000"/>
                                        <p:tgtEl>
                                          <p:spTgt spid="27"/>
                                        </p:tgtEl>
                                        <p:attrNameLst>
                                          <p:attrName>ppt_h</p:attrName>
                                        </p:attrNameLst>
                                      </p:cBhvr>
                                      <p:tavLst>
                                        <p:tav tm="0">
                                          <p:val>
                                            <p:strVal val="ppt_h"/>
                                          </p:val>
                                        </p:tav>
                                        <p:tav tm="100000">
                                          <p:val>
                                            <p:strVal val="ppt_h"/>
                                          </p:val>
                                        </p:tav>
                                      </p:tavLst>
                                    </p:anim>
                                    <p:set>
                                      <p:cBhvr>
                                        <p:cTn id="205" dur="1" fill="hold">
                                          <p:stCondLst>
                                            <p:cond delay="1999"/>
                                          </p:stCondLst>
                                        </p:cTn>
                                        <p:tgtEl>
                                          <p:spTgt spid="27"/>
                                        </p:tgtEl>
                                        <p:attrNameLst>
                                          <p:attrName>style.visibility</p:attrName>
                                        </p:attrNameLst>
                                      </p:cBhvr>
                                      <p:to>
                                        <p:strVal val="hidden"/>
                                      </p:to>
                                    </p:set>
                                  </p:childTnLst>
                                </p:cTn>
                              </p:par>
                            </p:childTnLst>
                          </p:cTn>
                        </p:par>
                        <p:par>
                          <p:cTn id="206" fill="hold">
                            <p:stCondLst>
                              <p:cond delay="2000"/>
                            </p:stCondLst>
                            <p:childTnLst>
                              <p:par>
                                <p:cTn id="207" presetID="2" presetClass="entr" presetSubtype="9" fill="hold" grpId="0" nodeType="afterEffect">
                                  <p:stCondLst>
                                    <p:cond delay="0"/>
                                  </p:stCondLst>
                                  <p:childTnLst>
                                    <p:set>
                                      <p:cBhvr>
                                        <p:cTn id="208" dur="1" fill="hold">
                                          <p:stCondLst>
                                            <p:cond delay="0"/>
                                          </p:stCondLst>
                                        </p:cTn>
                                        <p:tgtEl>
                                          <p:spTgt spid="64"/>
                                        </p:tgtEl>
                                        <p:attrNameLst>
                                          <p:attrName>style.visibility</p:attrName>
                                        </p:attrNameLst>
                                      </p:cBhvr>
                                      <p:to>
                                        <p:strVal val="visible"/>
                                      </p:to>
                                    </p:set>
                                    <p:anim calcmode="lin" valueType="num">
                                      <p:cBhvr additive="base">
                                        <p:cTn id="209" dur="1000" fill="hold"/>
                                        <p:tgtEl>
                                          <p:spTgt spid="64"/>
                                        </p:tgtEl>
                                        <p:attrNameLst>
                                          <p:attrName>ppt_x</p:attrName>
                                        </p:attrNameLst>
                                      </p:cBhvr>
                                      <p:tavLst>
                                        <p:tav tm="0">
                                          <p:val>
                                            <p:strVal val="0-#ppt_w/2"/>
                                          </p:val>
                                        </p:tav>
                                        <p:tav tm="100000">
                                          <p:val>
                                            <p:strVal val="#ppt_x"/>
                                          </p:val>
                                        </p:tav>
                                      </p:tavLst>
                                    </p:anim>
                                    <p:anim calcmode="lin" valueType="num">
                                      <p:cBhvr additive="base">
                                        <p:cTn id="210" dur="1000" fill="hold"/>
                                        <p:tgtEl>
                                          <p:spTgt spid="64"/>
                                        </p:tgtEl>
                                        <p:attrNameLst>
                                          <p:attrName>ppt_y</p:attrName>
                                        </p:attrNameLst>
                                      </p:cBhvr>
                                      <p:tavLst>
                                        <p:tav tm="0">
                                          <p:val>
                                            <p:strVal val="0-#ppt_h/2"/>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22" presetClass="exit" presetSubtype="1" fill="hold" nodeType="clickEffect">
                                  <p:stCondLst>
                                    <p:cond delay="0"/>
                                  </p:stCondLst>
                                  <p:childTnLst>
                                    <p:animEffect transition="out" filter="wipe(up)">
                                      <p:cBhvr>
                                        <p:cTn id="214" dur="500"/>
                                        <p:tgtEl>
                                          <p:spTgt spid="76"/>
                                        </p:tgtEl>
                                      </p:cBhvr>
                                    </p:animEffect>
                                    <p:set>
                                      <p:cBhvr>
                                        <p:cTn id="215" dur="1" fill="hold">
                                          <p:stCondLst>
                                            <p:cond delay="499"/>
                                          </p:stCondLst>
                                        </p:cTn>
                                        <p:tgtEl>
                                          <p:spTgt spid="76"/>
                                        </p:tgtEl>
                                        <p:attrNameLst>
                                          <p:attrName>style.visibility</p:attrName>
                                        </p:attrNameLst>
                                      </p:cBhvr>
                                      <p:to>
                                        <p:strVal val="hidden"/>
                                      </p:to>
                                    </p:set>
                                  </p:childTnLst>
                                </p:cTn>
                              </p:par>
                            </p:childTnLst>
                          </p:cTn>
                        </p:par>
                        <p:par>
                          <p:cTn id="216" fill="hold">
                            <p:stCondLst>
                              <p:cond delay="500"/>
                            </p:stCondLst>
                            <p:childTnLst>
                              <p:par>
                                <p:cTn id="217" presetID="22" presetClass="entr" presetSubtype="8" fill="hold" nodeType="after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wipe(left)">
                                      <p:cBhvr>
                                        <p:cTn id="219" dur="1000"/>
                                        <p:tgtEl>
                                          <p:spTgt spid="79"/>
                                        </p:tgtEl>
                                      </p:cBhvr>
                                    </p:animEffect>
                                  </p:childTnLst>
                                </p:cTn>
                              </p:par>
                            </p:childTnLst>
                          </p:cTn>
                        </p:par>
                        <p:par>
                          <p:cTn id="220" fill="hold">
                            <p:stCondLst>
                              <p:cond delay="1500"/>
                            </p:stCondLst>
                            <p:childTnLst>
                              <p:par>
                                <p:cTn id="221" presetID="49" presetClass="entr" presetSubtype="0" decel="100000" fill="hold" grpId="0" nodeType="afterEffect">
                                  <p:stCondLst>
                                    <p:cond delay="0"/>
                                  </p:stCondLst>
                                  <p:childTnLst>
                                    <p:set>
                                      <p:cBhvr>
                                        <p:cTn id="222" dur="1" fill="hold">
                                          <p:stCondLst>
                                            <p:cond delay="0"/>
                                          </p:stCondLst>
                                        </p:cTn>
                                        <p:tgtEl>
                                          <p:spTgt spid="55"/>
                                        </p:tgtEl>
                                        <p:attrNameLst>
                                          <p:attrName>style.visibility</p:attrName>
                                        </p:attrNameLst>
                                      </p:cBhvr>
                                      <p:to>
                                        <p:strVal val="visible"/>
                                      </p:to>
                                    </p:set>
                                    <p:anim calcmode="lin" valueType="num">
                                      <p:cBhvr>
                                        <p:cTn id="223" dur="1500" fill="hold"/>
                                        <p:tgtEl>
                                          <p:spTgt spid="55"/>
                                        </p:tgtEl>
                                        <p:attrNameLst>
                                          <p:attrName>ppt_w</p:attrName>
                                        </p:attrNameLst>
                                      </p:cBhvr>
                                      <p:tavLst>
                                        <p:tav tm="0">
                                          <p:val>
                                            <p:fltVal val="0"/>
                                          </p:val>
                                        </p:tav>
                                        <p:tav tm="100000">
                                          <p:val>
                                            <p:strVal val="#ppt_w"/>
                                          </p:val>
                                        </p:tav>
                                      </p:tavLst>
                                    </p:anim>
                                    <p:anim calcmode="lin" valueType="num">
                                      <p:cBhvr>
                                        <p:cTn id="224" dur="1500" fill="hold"/>
                                        <p:tgtEl>
                                          <p:spTgt spid="55"/>
                                        </p:tgtEl>
                                        <p:attrNameLst>
                                          <p:attrName>ppt_h</p:attrName>
                                        </p:attrNameLst>
                                      </p:cBhvr>
                                      <p:tavLst>
                                        <p:tav tm="0">
                                          <p:val>
                                            <p:fltVal val="0"/>
                                          </p:val>
                                        </p:tav>
                                        <p:tav tm="100000">
                                          <p:val>
                                            <p:strVal val="#ppt_h"/>
                                          </p:val>
                                        </p:tav>
                                      </p:tavLst>
                                    </p:anim>
                                    <p:anim calcmode="lin" valueType="num">
                                      <p:cBhvr>
                                        <p:cTn id="225" dur="1500" fill="hold"/>
                                        <p:tgtEl>
                                          <p:spTgt spid="55"/>
                                        </p:tgtEl>
                                        <p:attrNameLst>
                                          <p:attrName>style.rotation</p:attrName>
                                        </p:attrNameLst>
                                      </p:cBhvr>
                                      <p:tavLst>
                                        <p:tav tm="0">
                                          <p:val>
                                            <p:fltVal val="360"/>
                                          </p:val>
                                        </p:tav>
                                        <p:tav tm="100000">
                                          <p:val>
                                            <p:fltVal val="0"/>
                                          </p:val>
                                        </p:tav>
                                      </p:tavLst>
                                    </p:anim>
                                    <p:animEffect transition="in" filter="fade">
                                      <p:cBhvr>
                                        <p:cTn id="226" dur="1500"/>
                                        <p:tgtEl>
                                          <p:spTgt spid="55"/>
                                        </p:tgtEl>
                                      </p:cBhvr>
                                    </p:animEffect>
                                  </p:childTnLst>
                                </p:cTn>
                              </p:par>
                            </p:childTnLst>
                          </p:cTn>
                        </p:par>
                        <p:par>
                          <p:cTn id="227" fill="hold">
                            <p:stCondLst>
                              <p:cond delay="3000"/>
                            </p:stCondLst>
                            <p:childTnLst>
                              <p:par>
                                <p:cTn id="228" presetID="42" presetClass="path" presetSubtype="0" accel="50000" decel="50000" fill="hold" grpId="1" nodeType="afterEffect">
                                  <p:stCondLst>
                                    <p:cond delay="0"/>
                                  </p:stCondLst>
                                  <p:childTnLst>
                                    <p:animMotion origin="layout" path="M -1.25E-6 2.22222E-6 L 0.13672 -0.01945 " pathEditMode="relative" rAng="0" ptsTypes="AA">
                                      <p:cBhvr>
                                        <p:cTn id="229" dur="2000" fill="hold"/>
                                        <p:tgtEl>
                                          <p:spTgt spid="55"/>
                                        </p:tgtEl>
                                        <p:attrNameLst>
                                          <p:attrName>ppt_x</p:attrName>
                                          <p:attrName>ppt_y</p:attrName>
                                        </p:attrNameLst>
                                      </p:cBhvr>
                                      <p:rCtr x="6836" y="-972"/>
                                    </p:animMotion>
                                  </p:childTnLst>
                                </p:cTn>
                              </p:par>
                            </p:childTnLst>
                          </p:cTn>
                        </p:par>
                        <p:par>
                          <p:cTn id="230" fill="hold">
                            <p:stCondLst>
                              <p:cond delay="5000"/>
                            </p:stCondLst>
                            <p:childTnLst>
                              <p:par>
                                <p:cTn id="231" presetID="22" presetClass="entr" presetSubtype="8" fill="hold" nodeType="afterEffect">
                                  <p:stCondLst>
                                    <p:cond delay="0"/>
                                  </p:stCondLst>
                                  <p:childTnLst>
                                    <p:set>
                                      <p:cBhvr>
                                        <p:cTn id="232" dur="1" fill="hold">
                                          <p:stCondLst>
                                            <p:cond delay="0"/>
                                          </p:stCondLst>
                                        </p:cTn>
                                        <p:tgtEl>
                                          <p:spTgt spid="65"/>
                                        </p:tgtEl>
                                        <p:attrNameLst>
                                          <p:attrName>style.visibility</p:attrName>
                                        </p:attrNameLst>
                                      </p:cBhvr>
                                      <p:to>
                                        <p:strVal val="visible"/>
                                      </p:to>
                                    </p:set>
                                    <p:animEffect transition="in" filter="wipe(left)">
                                      <p:cBhvr>
                                        <p:cTn id="233" dur="1000"/>
                                        <p:tgtEl>
                                          <p:spTgt spid="65"/>
                                        </p:tgtEl>
                                      </p:cBhvr>
                                    </p:animEffect>
                                  </p:childTnLst>
                                </p:cTn>
                              </p:par>
                            </p:childTnLst>
                          </p:cTn>
                        </p:par>
                      </p:childTnLst>
                    </p:cTn>
                  </p:par>
                  <p:par>
                    <p:cTn id="234" fill="hold">
                      <p:stCondLst>
                        <p:cond delay="indefinite"/>
                      </p:stCondLst>
                      <p:childTnLst>
                        <p:par>
                          <p:cTn id="235" fill="hold">
                            <p:stCondLst>
                              <p:cond delay="0"/>
                            </p:stCondLst>
                            <p:childTnLst>
                              <p:par>
                                <p:cTn id="236" presetID="22" presetClass="exit" presetSubtype="2" fill="hold" nodeType="clickEffect">
                                  <p:stCondLst>
                                    <p:cond delay="0"/>
                                  </p:stCondLst>
                                  <p:childTnLst>
                                    <p:animEffect transition="out" filter="wipe(right)">
                                      <p:cBhvr>
                                        <p:cTn id="237" dur="500"/>
                                        <p:tgtEl>
                                          <p:spTgt spid="79"/>
                                        </p:tgtEl>
                                      </p:cBhvr>
                                    </p:animEffect>
                                    <p:set>
                                      <p:cBhvr>
                                        <p:cTn id="238" dur="1" fill="hold">
                                          <p:stCondLst>
                                            <p:cond delay="499"/>
                                          </p:stCondLst>
                                        </p:cTn>
                                        <p:tgtEl>
                                          <p:spTgt spid="79"/>
                                        </p:tgtEl>
                                        <p:attrNameLst>
                                          <p:attrName>style.visibility</p:attrName>
                                        </p:attrNameLst>
                                      </p:cBhvr>
                                      <p:to>
                                        <p:strVal val="hidden"/>
                                      </p:to>
                                    </p:set>
                                  </p:childTnLst>
                                </p:cTn>
                              </p:par>
                            </p:childTnLst>
                          </p:cTn>
                        </p:par>
                        <p:par>
                          <p:cTn id="239" fill="hold">
                            <p:stCondLst>
                              <p:cond delay="500"/>
                            </p:stCondLst>
                            <p:childTnLst>
                              <p:par>
                                <p:cTn id="240" presetID="31" presetClass="entr" presetSubtype="0" fill="hold" grpId="0" nodeType="afterEffect">
                                  <p:stCondLst>
                                    <p:cond delay="0"/>
                                  </p:stCondLst>
                                  <p:childTnLst>
                                    <p:set>
                                      <p:cBhvr>
                                        <p:cTn id="241" dur="1" fill="hold">
                                          <p:stCondLst>
                                            <p:cond delay="0"/>
                                          </p:stCondLst>
                                        </p:cTn>
                                        <p:tgtEl>
                                          <p:spTgt spid="6"/>
                                        </p:tgtEl>
                                        <p:attrNameLst>
                                          <p:attrName>style.visibility</p:attrName>
                                        </p:attrNameLst>
                                      </p:cBhvr>
                                      <p:to>
                                        <p:strVal val="visible"/>
                                      </p:to>
                                    </p:set>
                                    <p:anim calcmode="lin" valueType="num">
                                      <p:cBhvr>
                                        <p:cTn id="242" dur="1000" fill="hold"/>
                                        <p:tgtEl>
                                          <p:spTgt spid="6"/>
                                        </p:tgtEl>
                                        <p:attrNameLst>
                                          <p:attrName>ppt_w</p:attrName>
                                        </p:attrNameLst>
                                      </p:cBhvr>
                                      <p:tavLst>
                                        <p:tav tm="0">
                                          <p:val>
                                            <p:fltVal val="0"/>
                                          </p:val>
                                        </p:tav>
                                        <p:tav tm="100000">
                                          <p:val>
                                            <p:strVal val="#ppt_w"/>
                                          </p:val>
                                        </p:tav>
                                      </p:tavLst>
                                    </p:anim>
                                    <p:anim calcmode="lin" valueType="num">
                                      <p:cBhvr>
                                        <p:cTn id="243" dur="1000" fill="hold"/>
                                        <p:tgtEl>
                                          <p:spTgt spid="6"/>
                                        </p:tgtEl>
                                        <p:attrNameLst>
                                          <p:attrName>ppt_h</p:attrName>
                                        </p:attrNameLst>
                                      </p:cBhvr>
                                      <p:tavLst>
                                        <p:tav tm="0">
                                          <p:val>
                                            <p:fltVal val="0"/>
                                          </p:val>
                                        </p:tav>
                                        <p:tav tm="100000">
                                          <p:val>
                                            <p:strVal val="#ppt_h"/>
                                          </p:val>
                                        </p:tav>
                                      </p:tavLst>
                                    </p:anim>
                                    <p:anim calcmode="lin" valueType="num">
                                      <p:cBhvr>
                                        <p:cTn id="244" dur="1000" fill="hold"/>
                                        <p:tgtEl>
                                          <p:spTgt spid="6"/>
                                        </p:tgtEl>
                                        <p:attrNameLst>
                                          <p:attrName>style.rotation</p:attrName>
                                        </p:attrNameLst>
                                      </p:cBhvr>
                                      <p:tavLst>
                                        <p:tav tm="0">
                                          <p:val>
                                            <p:fltVal val="90"/>
                                          </p:val>
                                        </p:tav>
                                        <p:tav tm="100000">
                                          <p:val>
                                            <p:fltVal val="0"/>
                                          </p:val>
                                        </p:tav>
                                      </p:tavLst>
                                    </p:anim>
                                    <p:animEffect transition="in" filter="fade">
                                      <p:cBhvr>
                                        <p:cTn id="245" dur="1000"/>
                                        <p:tgtEl>
                                          <p:spTgt spid="6"/>
                                        </p:tgtEl>
                                      </p:cBhvr>
                                    </p:animEffect>
                                  </p:childTnLst>
                                </p:cTn>
                              </p:par>
                            </p:childTnLst>
                          </p:cTn>
                        </p:par>
                      </p:childTnLst>
                    </p:cTn>
                  </p:par>
                  <p:par>
                    <p:cTn id="246" fill="hold">
                      <p:stCondLst>
                        <p:cond delay="indefinite"/>
                      </p:stCondLst>
                      <p:childTnLst>
                        <p:par>
                          <p:cTn id="247" fill="hold">
                            <p:stCondLst>
                              <p:cond delay="0"/>
                            </p:stCondLst>
                            <p:childTnLst>
                              <p:par>
                                <p:cTn id="248" presetID="22" presetClass="entr" presetSubtype="8" fill="hold" grpId="0" nodeType="clickEffect">
                                  <p:stCondLst>
                                    <p:cond delay="0"/>
                                  </p:stCondLst>
                                  <p:childTnLst>
                                    <p:set>
                                      <p:cBhvr>
                                        <p:cTn id="249" dur="1" fill="hold">
                                          <p:stCondLst>
                                            <p:cond delay="0"/>
                                          </p:stCondLst>
                                        </p:cTn>
                                        <p:tgtEl>
                                          <p:spTgt spid="67"/>
                                        </p:tgtEl>
                                        <p:attrNameLst>
                                          <p:attrName>style.visibility</p:attrName>
                                        </p:attrNameLst>
                                      </p:cBhvr>
                                      <p:to>
                                        <p:strVal val="visible"/>
                                      </p:to>
                                    </p:set>
                                    <p:animEffect transition="in" filter="wipe(left)">
                                      <p:cBhvr>
                                        <p:cTn id="250" dur="1000"/>
                                        <p:tgtEl>
                                          <p:spTgt spid="67"/>
                                        </p:tgtEl>
                                      </p:cBhvr>
                                    </p:animEffect>
                                  </p:childTnLst>
                                </p:cTn>
                              </p:par>
                            </p:childTnLst>
                          </p:cTn>
                        </p:par>
                        <p:par>
                          <p:cTn id="251" fill="hold">
                            <p:stCondLst>
                              <p:cond delay="1000"/>
                            </p:stCondLst>
                            <p:childTnLst>
                              <p:par>
                                <p:cTn id="252" presetID="22" presetClass="exit" presetSubtype="4" fill="hold" nodeType="afterEffect">
                                  <p:stCondLst>
                                    <p:cond delay="0"/>
                                  </p:stCondLst>
                                  <p:childTnLst>
                                    <p:animEffect transition="out" filter="wipe(down)">
                                      <p:cBhvr>
                                        <p:cTn id="253" dur="500"/>
                                        <p:tgtEl>
                                          <p:spTgt spid="65"/>
                                        </p:tgtEl>
                                      </p:cBhvr>
                                    </p:animEffect>
                                    <p:set>
                                      <p:cBhvr>
                                        <p:cTn id="254" dur="1" fill="hold">
                                          <p:stCondLst>
                                            <p:cond delay="499"/>
                                          </p:stCondLst>
                                        </p:cTn>
                                        <p:tgtEl>
                                          <p:spTgt spid="65"/>
                                        </p:tgtEl>
                                        <p:attrNameLst>
                                          <p:attrName>style.visibility</p:attrName>
                                        </p:attrNameLst>
                                      </p:cBhvr>
                                      <p:to>
                                        <p:strVal val="hidden"/>
                                      </p:to>
                                    </p:set>
                                  </p:childTnLst>
                                </p:cTn>
                              </p:par>
                            </p:childTnLst>
                          </p:cTn>
                        </p:par>
                        <p:par>
                          <p:cTn id="255" fill="hold">
                            <p:stCondLst>
                              <p:cond delay="1500"/>
                            </p:stCondLst>
                            <p:childTnLst>
                              <p:par>
                                <p:cTn id="256" presetID="22" presetClass="entr" presetSubtype="4" fill="hold" nodeType="afterEffect">
                                  <p:stCondLst>
                                    <p:cond delay="0"/>
                                  </p:stCondLst>
                                  <p:childTnLst>
                                    <p:set>
                                      <p:cBhvr>
                                        <p:cTn id="257" dur="1" fill="hold">
                                          <p:stCondLst>
                                            <p:cond delay="0"/>
                                          </p:stCondLst>
                                        </p:cTn>
                                        <p:tgtEl>
                                          <p:spTgt spid="53"/>
                                        </p:tgtEl>
                                        <p:attrNameLst>
                                          <p:attrName>style.visibility</p:attrName>
                                        </p:attrNameLst>
                                      </p:cBhvr>
                                      <p:to>
                                        <p:strVal val="visible"/>
                                      </p:to>
                                    </p:set>
                                    <p:animEffect transition="in" filter="wipe(down)">
                                      <p:cBhvr>
                                        <p:cTn id="258" dur="1000"/>
                                        <p:tgtEl>
                                          <p:spTgt spid="53"/>
                                        </p:tgtEl>
                                      </p:cBhvr>
                                    </p:animEffect>
                                  </p:childTnLst>
                                </p:cTn>
                              </p:par>
                            </p:childTnLst>
                          </p:cTn>
                        </p:par>
                        <p:par>
                          <p:cTn id="259" fill="hold">
                            <p:stCondLst>
                              <p:cond delay="2500"/>
                            </p:stCondLst>
                            <p:childTnLst>
                              <p:par>
                                <p:cTn id="260" presetID="8" presetClass="emph" presetSubtype="0" fill="hold" grpId="2" nodeType="afterEffect">
                                  <p:stCondLst>
                                    <p:cond delay="0"/>
                                  </p:stCondLst>
                                  <p:childTnLst>
                                    <p:animRot by="21600000">
                                      <p:cBhvr>
                                        <p:cTn id="261" dur="1500" fill="hold"/>
                                        <p:tgtEl>
                                          <p:spTgt spid="55"/>
                                        </p:tgtEl>
                                        <p:attrNameLst>
                                          <p:attrName>r</p:attrName>
                                        </p:attrNameLst>
                                      </p:cBhvr>
                                    </p:animRot>
                                  </p:childTnLst>
                                </p:cTn>
                              </p:par>
                            </p:childTnLst>
                          </p:cTn>
                        </p:par>
                        <p:par>
                          <p:cTn id="262" fill="hold">
                            <p:stCondLst>
                              <p:cond delay="4000"/>
                            </p:stCondLst>
                            <p:childTnLst>
                              <p:par>
                                <p:cTn id="263" presetID="42" presetClass="path" presetSubtype="0" accel="50000" decel="50000" fill="hold" grpId="3" nodeType="afterEffect">
                                  <p:stCondLst>
                                    <p:cond delay="0"/>
                                  </p:stCondLst>
                                  <p:childTnLst>
                                    <p:animMotion origin="layout" path="M 0.13672 -0.01945 L 0.17188 0.34213 " pathEditMode="relative" rAng="0" ptsTypes="AA">
                                      <p:cBhvr>
                                        <p:cTn id="264" dur="2000" fill="hold"/>
                                        <p:tgtEl>
                                          <p:spTgt spid="55"/>
                                        </p:tgtEl>
                                        <p:attrNameLst>
                                          <p:attrName>ppt_x</p:attrName>
                                          <p:attrName>ppt_y</p:attrName>
                                        </p:attrNameLst>
                                      </p:cBhvr>
                                      <p:rCtr x="1758" y="18079"/>
                                    </p:animMotion>
                                  </p:childTnLst>
                                </p:cTn>
                              </p:par>
                            </p:childTnLst>
                          </p:cTn>
                        </p:par>
                      </p:childTnLst>
                    </p:cTn>
                  </p:par>
                  <p:par>
                    <p:cTn id="265" fill="hold">
                      <p:stCondLst>
                        <p:cond delay="indefinite"/>
                      </p:stCondLst>
                      <p:childTnLst>
                        <p:par>
                          <p:cTn id="266" fill="hold">
                            <p:stCondLst>
                              <p:cond delay="0"/>
                            </p:stCondLst>
                            <p:childTnLst>
                              <p:par>
                                <p:cTn id="267" presetID="22" presetClass="entr" presetSubtype="8" fill="hold" grpId="0" nodeType="clickEffect">
                                  <p:stCondLst>
                                    <p:cond delay="0"/>
                                  </p:stCondLst>
                                  <p:childTnLst>
                                    <p:set>
                                      <p:cBhvr>
                                        <p:cTn id="268" dur="1" fill="hold">
                                          <p:stCondLst>
                                            <p:cond delay="0"/>
                                          </p:stCondLst>
                                        </p:cTn>
                                        <p:tgtEl>
                                          <p:spTgt spid="69"/>
                                        </p:tgtEl>
                                        <p:attrNameLst>
                                          <p:attrName>style.visibility</p:attrName>
                                        </p:attrNameLst>
                                      </p:cBhvr>
                                      <p:to>
                                        <p:strVal val="visible"/>
                                      </p:to>
                                    </p:set>
                                    <p:animEffect transition="in" filter="wipe(left)">
                                      <p:cBhvr>
                                        <p:cTn id="269" dur="1000"/>
                                        <p:tgtEl>
                                          <p:spTgt spid="69"/>
                                        </p:tgtEl>
                                      </p:cBhvr>
                                    </p:animEffect>
                                  </p:childTnLst>
                                </p:cTn>
                              </p:par>
                            </p:childTnLst>
                          </p:cTn>
                        </p:par>
                        <p:par>
                          <p:cTn id="270" fill="hold">
                            <p:stCondLst>
                              <p:cond delay="1000"/>
                            </p:stCondLst>
                            <p:childTnLst>
                              <p:par>
                                <p:cTn id="271" presetID="22" presetClass="exit" presetSubtype="1" fill="hold" nodeType="afterEffect">
                                  <p:stCondLst>
                                    <p:cond delay="0"/>
                                  </p:stCondLst>
                                  <p:childTnLst>
                                    <p:animEffect transition="out" filter="wipe(up)">
                                      <p:cBhvr>
                                        <p:cTn id="272" dur="500"/>
                                        <p:tgtEl>
                                          <p:spTgt spid="53"/>
                                        </p:tgtEl>
                                      </p:cBhvr>
                                    </p:animEffect>
                                    <p:set>
                                      <p:cBhvr>
                                        <p:cTn id="273" dur="1" fill="hold">
                                          <p:stCondLst>
                                            <p:cond delay="499"/>
                                          </p:stCondLst>
                                        </p:cTn>
                                        <p:tgtEl>
                                          <p:spTgt spid="53"/>
                                        </p:tgtEl>
                                        <p:attrNameLst>
                                          <p:attrName>style.visibility</p:attrName>
                                        </p:attrNameLst>
                                      </p:cBhvr>
                                      <p:to>
                                        <p:strVal val="hidden"/>
                                      </p:to>
                                    </p:set>
                                  </p:childTnLst>
                                </p:cTn>
                              </p:par>
                            </p:childTnLst>
                          </p:cTn>
                        </p:par>
                        <p:par>
                          <p:cTn id="274" fill="hold">
                            <p:stCondLst>
                              <p:cond delay="1500"/>
                            </p:stCondLst>
                            <p:childTnLst>
                              <p:par>
                                <p:cTn id="275" presetID="22" presetClass="entr" presetSubtype="4" fill="hold" nodeType="afterEffect">
                                  <p:stCondLst>
                                    <p:cond delay="0"/>
                                  </p:stCondLst>
                                  <p:childTnLst>
                                    <p:set>
                                      <p:cBhvr>
                                        <p:cTn id="276" dur="1" fill="hold">
                                          <p:stCondLst>
                                            <p:cond delay="0"/>
                                          </p:stCondLst>
                                        </p:cTn>
                                        <p:tgtEl>
                                          <p:spTgt spid="50"/>
                                        </p:tgtEl>
                                        <p:attrNameLst>
                                          <p:attrName>style.visibility</p:attrName>
                                        </p:attrNameLst>
                                      </p:cBhvr>
                                      <p:to>
                                        <p:strVal val="visible"/>
                                      </p:to>
                                    </p:set>
                                    <p:animEffect transition="in" filter="wipe(down)">
                                      <p:cBhvr>
                                        <p:cTn id="277" dur="1000"/>
                                        <p:tgtEl>
                                          <p:spTgt spid="50"/>
                                        </p:tgtEl>
                                      </p:cBhvr>
                                    </p:animEffect>
                                  </p:childTnLst>
                                </p:cTn>
                              </p:par>
                            </p:childTnLst>
                          </p:cTn>
                        </p:par>
                        <p:par>
                          <p:cTn id="278" fill="hold">
                            <p:stCondLst>
                              <p:cond delay="2500"/>
                            </p:stCondLst>
                            <p:childTnLst>
                              <p:par>
                                <p:cTn id="279" presetID="8" presetClass="emph" presetSubtype="0" fill="hold" grpId="2" nodeType="afterEffect">
                                  <p:stCondLst>
                                    <p:cond delay="0"/>
                                  </p:stCondLst>
                                  <p:childTnLst>
                                    <p:animRot by="21600000">
                                      <p:cBhvr>
                                        <p:cTn id="280" dur="2000" fill="hold"/>
                                        <p:tgtEl>
                                          <p:spTgt spid="52"/>
                                        </p:tgtEl>
                                        <p:attrNameLst>
                                          <p:attrName>r</p:attrName>
                                        </p:attrNameLst>
                                      </p:cBhvr>
                                    </p:animRot>
                                  </p:childTnLst>
                                </p:cTn>
                              </p:par>
                            </p:childTnLst>
                          </p:cTn>
                        </p:par>
                        <p:par>
                          <p:cTn id="281" fill="hold">
                            <p:stCondLst>
                              <p:cond delay="4500"/>
                            </p:stCondLst>
                            <p:childTnLst>
                              <p:par>
                                <p:cTn id="282" presetID="42" presetClass="path" presetSubtype="0" accel="50000" decel="50000" fill="hold" grpId="3" nodeType="afterEffect">
                                  <p:stCondLst>
                                    <p:cond delay="0"/>
                                  </p:stCondLst>
                                  <p:childTnLst>
                                    <p:animMotion origin="layout" path="M 0.13451 0.07894 L 0.16967 0.4507 " pathEditMode="relative" rAng="0" ptsTypes="AA">
                                      <p:cBhvr>
                                        <p:cTn id="283" dur="2000" fill="hold"/>
                                        <p:tgtEl>
                                          <p:spTgt spid="52"/>
                                        </p:tgtEl>
                                        <p:attrNameLst>
                                          <p:attrName>ppt_x</p:attrName>
                                          <p:attrName>ppt_y</p:attrName>
                                        </p:attrNameLst>
                                      </p:cBhvr>
                                      <p:rCtr x="1758" y="18588"/>
                                    </p:animMotion>
                                  </p:childTnLst>
                                </p:cTn>
                              </p:par>
                            </p:childTnLst>
                          </p:cTn>
                        </p:par>
                      </p:childTnLst>
                    </p:cTn>
                  </p:par>
                  <p:par>
                    <p:cTn id="284" fill="hold">
                      <p:stCondLst>
                        <p:cond delay="indefinite"/>
                      </p:stCondLst>
                      <p:childTnLst>
                        <p:par>
                          <p:cTn id="285" fill="hold">
                            <p:stCondLst>
                              <p:cond delay="0"/>
                            </p:stCondLst>
                            <p:childTnLst>
                              <p:par>
                                <p:cTn id="286" presetID="31" presetClass="entr" presetSubtype="0" fill="hold" grpId="0" nodeType="clickEffect">
                                  <p:stCondLst>
                                    <p:cond delay="0"/>
                                  </p:stCondLst>
                                  <p:childTnLst>
                                    <p:set>
                                      <p:cBhvr>
                                        <p:cTn id="287" dur="1" fill="hold">
                                          <p:stCondLst>
                                            <p:cond delay="0"/>
                                          </p:stCondLst>
                                        </p:cTn>
                                        <p:tgtEl>
                                          <p:spTgt spid="5"/>
                                        </p:tgtEl>
                                        <p:attrNameLst>
                                          <p:attrName>style.visibility</p:attrName>
                                        </p:attrNameLst>
                                      </p:cBhvr>
                                      <p:to>
                                        <p:strVal val="visible"/>
                                      </p:to>
                                    </p:set>
                                    <p:anim calcmode="lin" valueType="num">
                                      <p:cBhvr>
                                        <p:cTn id="288" dur="1000" fill="hold"/>
                                        <p:tgtEl>
                                          <p:spTgt spid="5"/>
                                        </p:tgtEl>
                                        <p:attrNameLst>
                                          <p:attrName>ppt_w</p:attrName>
                                        </p:attrNameLst>
                                      </p:cBhvr>
                                      <p:tavLst>
                                        <p:tav tm="0">
                                          <p:val>
                                            <p:fltVal val="0"/>
                                          </p:val>
                                        </p:tav>
                                        <p:tav tm="100000">
                                          <p:val>
                                            <p:strVal val="#ppt_w"/>
                                          </p:val>
                                        </p:tav>
                                      </p:tavLst>
                                    </p:anim>
                                    <p:anim calcmode="lin" valueType="num">
                                      <p:cBhvr>
                                        <p:cTn id="289" dur="1000" fill="hold"/>
                                        <p:tgtEl>
                                          <p:spTgt spid="5"/>
                                        </p:tgtEl>
                                        <p:attrNameLst>
                                          <p:attrName>ppt_h</p:attrName>
                                        </p:attrNameLst>
                                      </p:cBhvr>
                                      <p:tavLst>
                                        <p:tav tm="0">
                                          <p:val>
                                            <p:fltVal val="0"/>
                                          </p:val>
                                        </p:tav>
                                        <p:tav tm="100000">
                                          <p:val>
                                            <p:strVal val="#ppt_h"/>
                                          </p:val>
                                        </p:tav>
                                      </p:tavLst>
                                    </p:anim>
                                    <p:anim calcmode="lin" valueType="num">
                                      <p:cBhvr>
                                        <p:cTn id="290" dur="1000" fill="hold"/>
                                        <p:tgtEl>
                                          <p:spTgt spid="5"/>
                                        </p:tgtEl>
                                        <p:attrNameLst>
                                          <p:attrName>style.rotation</p:attrName>
                                        </p:attrNameLst>
                                      </p:cBhvr>
                                      <p:tavLst>
                                        <p:tav tm="0">
                                          <p:val>
                                            <p:fltVal val="90"/>
                                          </p:val>
                                        </p:tav>
                                        <p:tav tm="100000">
                                          <p:val>
                                            <p:fltVal val="0"/>
                                          </p:val>
                                        </p:tav>
                                      </p:tavLst>
                                    </p:anim>
                                    <p:animEffect transition="in" filter="fade">
                                      <p:cBhvr>
                                        <p:cTn id="291" dur="1000"/>
                                        <p:tgtEl>
                                          <p:spTgt spid="5"/>
                                        </p:tgtEl>
                                      </p:cBhvr>
                                    </p:animEffect>
                                  </p:childTnLst>
                                </p:cTn>
                              </p:par>
                            </p:childTnLst>
                          </p:cTn>
                        </p:par>
                      </p:childTnLst>
                    </p:cTn>
                  </p:par>
                  <p:par>
                    <p:cTn id="292" fill="hold">
                      <p:stCondLst>
                        <p:cond delay="indefinite"/>
                      </p:stCondLst>
                      <p:childTnLst>
                        <p:par>
                          <p:cTn id="293" fill="hold">
                            <p:stCondLst>
                              <p:cond delay="0"/>
                            </p:stCondLst>
                            <p:childTnLst>
                              <p:par>
                                <p:cTn id="294" presetID="22" presetClass="entr" presetSubtype="8" fill="hold" grpId="0" nodeType="clickEffect">
                                  <p:stCondLst>
                                    <p:cond delay="0"/>
                                  </p:stCondLst>
                                  <p:childTnLst>
                                    <p:set>
                                      <p:cBhvr>
                                        <p:cTn id="295" dur="1" fill="hold">
                                          <p:stCondLst>
                                            <p:cond delay="0"/>
                                          </p:stCondLst>
                                        </p:cTn>
                                        <p:tgtEl>
                                          <p:spTgt spid="70"/>
                                        </p:tgtEl>
                                        <p:attrNameLst>
                                          <p:attrName>style.visibility</p:attrName>
                                        </p:attrNameLst>
                                      </p:cBhvr>
                                      <p:to>
                                        <p:strVal val="visible"/>
                                      </p:to>
                                    </p:set>
                                    <p:animEffect transition="in" filter="wipe(left)">
                                      <p:cBhvr>
                                        <p:cTn id="296" dur="1000"/>
                                        <p:tgtEl>
                                          <p:spTgt spid="70"/>
                                        </p:tgtEl>
                                      </p:cBhvr>
                                    </p:animEffect>
                                  </p:childTnLst>
                                </p:cTn>
                              </p:par>
                            </p:childTnLst>
                          </p:cTn>
                        </p:par>
                        <p:par>
                          <p:cTn id="297" fill="hold">
                            <p:stCondLst>
                              <p:cond delay="1000"/>
                            </p:stCondLst>
                            <p:childTnLst>
                              <p:par>
                                <p:cTn id="298" presetID="49" presetClass="entr" presetSubtype="0" decel="100000" fill="hold" grpId="0" nodeType="afterEffect">
                                  <p:stCondLst>
                                    <p:cond delay="0"/>
                                  </p:stCondLst>
                                  <p:childTnLst>
                                    <p:set>
                                      <p:cBhvr>
                                        <p:cTn id="299" dur="1" fill="hold">
                                          <p:stCondLst>
                                            <p:cond delay="0"/>
                                          </p:stCondLst>
                                        </p:cTn>
                                        <p:tgtEl>
                                          <p:spTgt spid="71"/>
                                        </p:tgtEl>
                                        <p:attrNameLst>
                                          <p:attrName>style.visibility</p:attrName>
                                        </p:attrNameLst>
                                      </p:cBhvr>
                                      <p:to>
                                        <p:strVal val="visible"/>
                                      </p:to>
                                    </p:set>
                                    <p:anim calcmode="lin" valueType="num">
                                      <p:cBhvr>
                                        <p:cTn id="300" dur="1500" fill="hold"/>
                                        <p:tgtEl>
                                          <p:spTgt spid="71"/>
                                        </p:tgtEl>
                                        <p:attrNameLst>
                                          <p:attrName>ppt_w</p:attrName>
                                        </p:attrNameLst>
                                      </p:cBhvr>
                                      <p:tavLst>
                                        <p:tav tm="0">
                                          <p:val>
                                            <p:fltVal val="0"/>
                                          </p:val>
                                        </p:tav>
                                        <p:tav tm="100000">
                                          <p:val>
                                            <p:strVal val="#ppt_w"/>
                                          </p:val>
                                        </p:tav>
                                      </p:tavLst>
                                    </p:anim>
                                    <p:anim calcmode="lin" valueType="num">
                                      <p:cBhvr>
                                        <p:cTn id="301" dur="1500" fill="hold"/>
                                        <p:tgtEl>
                                          <p:spTgt spid="71"/>
                                        </p:tgtEl>
                                        <p:attrNameLst>
                                          <p:attrName>ppt_h</p:attrName>
                                        </p:attrNameLst>
                                      </p:cBhvr>
                                      <p:tavLst>
                                        <p:tav tm="0">
                                          <p:val>
                                            <p:fltVal val="0"/>
                                          </p:val>
                                        </p:tav>
                                        <p:tav tm="100000">
                                          <p:val>
                                            <p:strVal val="#ppt_h"/>
                                          </p:val>
                                        </p:tav>
                                      </p:tavLst>
                                    </p:anim>
                                    <p:anim calcmode="lin" valueType="num">
                                      <p:cBhvr>
                                        <p:cTn id="302" dur="1500" fill="hold"/>
                                        <p:tgtEl>
                                          <p:spTgt spid="71"/>
                                        </p:tgtEl>
                                        <p:attrNameLst>
                                          <p:attrName>style.rotation</p:attrName>
                                        </p:attrNameLst>
                                      </p:cBhvr>
                                      <p:tavLst>
                                        <p:tav tm="0">
                                          <p:val>
                                            <p:fltVal val="360"/>
                                          </p:val>
                                        </p:tav>
                                        <p:tav tm="100000">
                                          <p:val>
                                            <p:fltVal val="0"/>
                                          </p:val>
                                        </p:tav>
                                      </p:tavLst>
                                    </p:anim>
                                    <p:animEffect transition="in" filter="fade">
                                      <p:cBhvr>
                                        <p:cTn id="303" dur="1500"/>
                                        <p:tgtEl>
                                          <p:spTgt spid="71"/>
                                        </p:tgtEl>
                                      </p:cBhvr>
                                    </p:animEffect>
                                  </p:childTnLst>
                                </p:cTn>
                              </p:par>
                            </p:childTnLst>
                          </p:cTn>
                        </p:par>
                        <p:par>
                          <p:cTn id="304" fill="hold">
                            <p:stCondLst>
                              <p:cond delay="2500"/>
                            </p:stCondLst>
                            <p:childTnLst>
                              <p:par>
                                <p:cTn id="305" presetID="42" presetClass="path" presetSubtype="0" accel="50000" decel="50000" fill="hold" grpId="1" nodeType="afterEffect">
                                  <p:stCondLst>
                                    <p:cond delay="0"/>
                                  </p:stCondLst>
                                  <p:childTnLst>
                                    <p:animMotion origin="layout" path="M -2.08333E-7 3.7037E-7 L 0.03503 0.47917 " pathEditMode="relative" rAng="0" ptsTypes="AA">
                                      <p:cBhvr>
                                        <p:cTn id="306" dur="2000" fill="hold"/>
                                        <p:tgtEl>
                                          <p:spTgt spid="71"/>
                                        </p:tgtEl>
                                        <p:attrNameLst>
                                          <p:attrName>ppt_x</p:attrName>
                                          <p:attrName>ppt_y</p:attrName>
                                        </p:attrNameLst>
                                      </p:cBhvr>
                                      <p:rCtr x="1745" y="2395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7" grpId="0"/>
      <p:bldP spid="30" grpId="0"/>
      <p:bldP spid="32" grpId="0"/>
      <p:bldP spid="33" grpId="0"/>
      <p:bldP spid="35" grpId="0"/>
      <p:bldP spid="36" grpId="0"/>
      <p:bldP spid="37" grpId="0"/>
      <p:bldP spid="38" grpId="1"/>
      <p:bldP spid="38" grpId="2"/>
      <p:bldP spid="42" grpId="0"/>
      <p:bldP spid="43" grpId="0"/>
      <p:bldP spid="43" grpId="1"/>
      <p:bldP spid="46" grpId="0"/>
      <p:bldP spid="46" grpId="1"/>
      <p:bldP spid="49" grpId="0"/>
      <p:bldP spid="49" grpId="1"/>
      <p:bldP spid="52" grpId="0"/>
      <p:bldP spid="52" grpId="1"/>
      <p:bldP spid="52" grpId="2"/>
      <p:bldP spid="52" grpId="3"/>
      <p:bldP spid="55" grpId="0"/>
      <p:bldP spid="55" grpId="1"/>
      <p:bldP spid="55" grpId="2"/>
      <p:bldP spid="55" grpId="3"/>
      <p:bldP spid="64" grpId="0"/>
      <p:bldP spid="67" grpId="0"/>
      <p:bldP spid="69" grpId="0"/>
      <p:bldP spid="70" grpId="0"/>
      <p:bldP spid="71" grpId="0"/>
      <p:bldP spid="71"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0D28359-2929-29F0-FC86-31390F26BBAD}"/>
              </a:ext>
            </a:extLst>
          </p:cNvPr>
          <p:cNvSpPr>
            <a:spLocks noGrp="1"/>
          </p:cNvSpPr>
          <p:nvPr>
            <p:ph type="sldNum" sz="quarter" idx="12"/>
          </p:nvPr>
        </p:nvSpPr>
        <p:spPr/>
        <p:txBody>
          <a:bodyPr/>
          <a:lstStyle/>
          <a:p>
            <a:fld id="{D7C0FE0B-717B-41AE-9FA2-CA4BF851D1C3}" type="slidenum">
              <a:rPr lang="zh-CN" altLang="en-US" smtClean="0"/>
              <a:t>8</a:t>
            </a:fld>
            <a:endParaRPr lang="zh-CN" altLang="en-US" dirty="0"/>
          </a:p>
        </p:txBody>
      </p:sp>
      <p:sp>
        <p:nvSpPr>
          <p:cNvPr id="4" name="文本框 3">
            <a:extLst>
              <a:ext uri="{FF2B5EF4-FFF2-40B4-BE49-F238E27FC236}">
                <a16:creationId xmlns:a16="http://schemas.microsoft.com/office/drawing/2014/main" id="{BE006914-B2BC-FB94-D3AF-475A6E603720}"/>
              </a:ext>
            </a:extLst>
          </p:cNvPr>
          <p:cNvSpPr txBox="1"/>
          <p:nvPr/>
        </p:nvSpPr>
        <p:spPr>
          <a:xfrm>
            <a:off x="213013" y="870814"/>
            <a:ext cx="5455228" cy="1395831"/>
          </a:xfrm>
          <a:prstGeom prst="rect">
            <a:avLst/>
          </a:prstGeom>
          <a:noFill/>
        </p:spPr>
        <p:txBody>
          <a:bodyPr wrap="square">
            <a:spAutoFit/>
          </a:bodyPr>
          <a:lstStyle/>
          <a:p>
            <a:pPr indent="266700" algn="just">
              <a:lnSpc>
                <a:spcPct val="120000"/>
              </a:lnSpc>
              <a:buNone/>
            </a:pP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十进制数</a:t>
            </a:r>
            <a:r>
              <a:rPr lang="en-US" altLang="zh-CN" sz="1800" b="1" i="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和其他</a:t>
            </a:r>
            <a:r>
              <a:rPr lang="en-US" altLang="zh-CN" b="1" i="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d</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进制数</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转换</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一个简单算法基于下列原理：</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ctr">
              <a:lnSpc>
                <a:spcPct val="120000"/>
              </a:lnSpc>
              <a:buNone/>
            </a:pP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 (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N </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d </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d </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d</a:t>
            </a:r>
          </a:p>
          <a:p>
            <a:pPr algn="ctr">
              <a:lnSpc>
                <a:spcPct val="120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为整除运算，</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为乘法运算，</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为求余运算）</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93427502-CCF5-618C-C8F8-833F2339519C}"/>
              </a:ext>
            </a:extLst>
          </p:cNvPr>
          <p:cNvSpPr txBox="1"/>
          <p:nvPr/>
        </p:nvSpPr>
        <p:spPr>
          <a:xfrm>
            <a:off x="1100138" y="247018"/>
            <a:ext cx="3383539" cy="523220"/>
          </a:xfrm>
          <a:prstGeom prst="rect">
            <a:avLst/>
          </a:prstGeom>
          <a:noFill/>
        </p:spPr>
        <p:txBody>
          <a:bodyPr wrap="square">
            <a:spAutoFit/>
          </a:bodyPr>
          <a:lstStyle/>
          <a:p>
            <a:pPr indent="267970">
              <a:buNone/>
            </a:pPr>
            <a:r>
              <a:rPr lang="en-US" altLang="zh-CN" sz="2800" b="1" kern="100" dirty="0">
                <a:solidFill>
                  <a:srgbClr val="8E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3.2.1  </a:t>
            </a:r>
            <a:r>
              <a:rPr lang="zh-CN" altLang="zh-CN" sz="2800" b="1" kern="100" dirty="0">
                <a:solidFill>
                  <a:srgbClr val="8E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数制转换</a:t>
            </a:r>
            <a:endParaRPr lang="zh-CN" altLang="zh-CN" sz="2800" b="1" kern="100" dirty="0">
              <a:solidFill>
                <a:srgbClr val="8E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D6444DA7-8290-89B2-E6B0-DA6667B036CB}"/>
              </a:ext>
            </a:extLst>
          </p:cNvPr>
          <p:cNvSpPr txBox="1"/>
          <p:nvPr/>
        </p:nvSpPr>
        <p:spPr>
          <a:xfrm>
            <a:off x="5829301" y="776943"/>
            <a:ext cx="6222423" cy="3514039"/>
          </a:xfrm>
          <a:prstGeom prst="rect">
            <a:avLst/>
          </a:prstGeom>
          <a:solidFill>
            <a:schemeClr val="tx2">
              <a:lumMod val="10000"/>
              <a:lumOff val="90000"/>
            </a:schemeClr>
          </a:solidFill>
        </p:spPr>
        <p:txBody>
          <a:bodyPr wrap="square">
            <a:spAutoFit/>
          </a:bodyPr>
          <a:lstStyle/>
          <a:p>
            <a:pPr algn="just">
              <a:lnSpc>
                <a:spcPct val="110000"/>
              </a:lnSpc>
              <a:spcBef>
                <a:spcPts val="600"/>
              </a:spcBef>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void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conversion(</a:t>
            </a:r>
            <a:r>
              <a:rPr lang="en-US" altLang="zh-CN" b="1" kern="100" dirty="0" err="1">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unsighed</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 {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3.1</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a:t>
            </a:r>
          </a:p>
          <a:p>
            <a:pPr algn="just">
              <a:lnSpc>
                <a:spcPct val="110000"/>
              </a:lnSpc>
              <a:spcBef>
                <a:spcPts val="600"/>
              </a:spcBef>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对于非负十进制整数</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，打印输出等值的八进制数</a:t>
            </a:r>
          </a:p>
          <a:p>
            <a:pPr algn="just">
              <a:lnSpc>
                <a:spcPct val="110000"/>
              </a:lnSpc>
              <a:buNone/>
            </a:pPr>
            <a:r>
              <a:rPr lang="en-US" altLang="zh-CN" sz="1800" b="1" kern="100" dirty="0">
                <a:solidFill>
                  <a:srgbClr val="FF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SqStack</a:t>
            </a:r>
            <a:r>
              <a:rPr lang="en-US" altLang="zh-CN" sz="1800" b="1" kern="100" dirty="0">
                <a:solidFill>
                  <a:srgbClr val="FF0000"/>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S =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InitStack</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(6);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建</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容量</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6</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空栈</a:t>
            </a:r>
          </a:p>
          <a:p>
            <a:pPr algn="just">
              <a:lnSpc>
                <a:spcPct val="11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循环中，</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不断变小，直至为</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0</a:t>
            </a:r>
            <a:endParaRPr lang="zh-CN"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endParaRPr>
          </a:p>
          <a:p>
            <a:pPr algn="just">
              <a:lnSpc>
                <a:spcPct val="11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Push(S,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N%8</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8</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除</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，余数入栈</a:t>
            </a:r>
          </a:p>
          <a:p>
            <a:pPr algn="just">
              <a:lnSpc>
                <a:spcPct val="11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N = N/8;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8</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除</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，商替代原</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N</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值</a:t>
            </a:r>
          </a:p>
          <a:p>
            <a:pPr algn="just">
              <a:lnSpc>
                <a:spcPct val="11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just">
              <a:lnSpc>
                <a:spcPct val="11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StackEmpty</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(S))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循环到栈空为止</a:t>
            </a:r>
          </a:p>
          <a:p>
            <a:pPr algn="just">
              <a:lnSpc>
                <a:spcPct val="11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printf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("%d", Pop(S));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输出退栈值</a:t>
            </a:r>
          </a:p>
          <a:p>
            <a:pPr algn="just">
              <a:lnSpc>
                <a:spcPct val="11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printf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("\n");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换行，结束</a:t>
            </a:r>
          </a:p>
          <a:p>
            <a:pPr algn="just">
              <a:lnSpc>
                <a:spcPct val="110000"/>
              </a:lnSpc>
              <a:buNone/>
            </a:pPr>
            <a:r>
              <a:rPr lang="en-US" altLang="zh-CN"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en-US" b="1" kern="10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8E6957E8-6C5C-2AC4-3B16-B612A326D1AD}"/>
              </a:ext>
            </a:extLst>
          </p:cNvPr>
          <p:cNvSpPr txBox="1"/>
          <p:nvPr/>
        </p:nvSpPr>
        <p:spPr>
          <a:xfrm>
            <a:off x="213013" y="4255727"/>
            <a:ext cx="5455228" cy="2129173"/>
          </a:xfrm>
          <a:prstGeom prst="rect">
            <a:avLst/>
          </a:prstGeom>
          <a:noFill/>
        </p:spPr>
        <p:txBody>
          <a:bodyPr wrap="square">
            <a:spAutoFit/>
          </a:bodyPr>
          <a:lstStyle/>
          <a:p>
            <a:pPr algn="just">
              <a:lnSpc>
                <a:spcPct val="115000"/>
              </a:lnSpc>
              <a:spcBef>
                <a:spcPts val="600"/>
              </a:spcBef>
              <a:buNone/>
            </a:pPr>
            <a:r>
              <a:rPr lang="zh-CN" altLang="en-US" sz="1800" b="1" kern="100" dirty="0">
                <a:solidFill>
                  <a:srgbClr val="8E0000"/>
                </a:solidFill>
                <a:effectLst/>
                <a:latin typeface="黑体" panose="02010609060101010101" pitchFamily="49" charset="-122"/>
                <a:ea typeface="黑体" panose="02010609060101010101" pitchFamily="49" charset="-122"/>
                <a:cs typeface="Times New Roman" panose="02020603050405020304" pitchFamily="18" charset="0"/>
              </a:rPr>
              <a:t>编</a:t>
            </a:r>
            <a:r>
              <a:rPr lang="zh-CN" altLang="zh-CN" sz="1800" b="1" kern="100" dirty="0">
                <a:solidFill>
                  <a:srgbClr val="8E0000"/>
                </a:solidFill>
                <a:effectLst/>
                <a:latin typeface="黑体" panose="02010609060101010101" pitchFamily="49" charset="-122"/>
                <a:ea typeface="黑体" panose="02010609060101010101" pitchFamily="49" charset="-122"/>
                <a:cs typeface="Times New Roman" panose="02020603050405020304" pitchFamily="18" charset="0"/>
              </a:rPr>
              <a:t>程</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：对输入的任意非负十进制整数，打印输出等值的八进制数。</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上述计算</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从低位到高位</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顺序产生八进制数的各个数位，打印输出</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通常</a:t>
            </a:r>
            <a:r>
              <a:rPr lang="zh-CN" altLang="en-US"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由</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高位到低位</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进行，恰好相反。</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若将计算过程中得到的八进制数的各位顺序</a:t>
            </a:r>
            <a:r>
              <a:rPr lang="zh-CN" altLang="zh-CN" sz="1800" b="1" kern="100" dirty="0">
                <a:solidFill>
                  <a:srgbClr val="041ABC"/>
                </a:solidFill>
                <a:effectLst/>
                <a:latin typeface="黑体" panose="02010609060101010101" pitchFamily="49" charset="-122"/>
                <a:ea typeface="黑体" panose="02010609060101010101" pitchFamily="49" charset="-122"/>
                <a:cs typeface="Times New Roman" panose="02020603050405020304" pitchFamily="18" charset="0"/>
              </a:rPr>
              <a:t>进栈</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，则按</a:t>
            </a:r>
            <a:r>
              <a:rPr lang="zh-CN" altLang="zh-CN" b="1" kern="100" dirty="0">
                <a:solidFill>
                  <a:srgbClr val="041ABC"/>
                </a:solidFill>
                <a:latin typeface="黑体" panose="02010609060101010101" pitchFamily="49" charset="-122"/>
                <a:ea typeface="黑体" panose="02010609060101010101" pitchFamily="49" charset="-122"/>
                <a:cs typeface="Times New Roman" panose="02020603050405020304" pitchFamily="18" charset="0"/>
              </a:rPr>
              <a:t>出栈</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序列打印输出的即为对应的八进制数。</a:t>
            </a:r>
            <a:endPar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2" name="直接箭头连接符 11">
            <a:extLst>
              <a:ext uri="{FF2B5EF4-FFF2-40B4-BE49-F238E27FC236}">
                <a16:creationId xmlns:a16="http://schemas.microsoft.com/office/drawing/2014/main" id="{C87C91D9-2394-4E53-FD3D-94BF05245A1F}"/>
              </a:ext>
            </a:extLst>
          </p:cNvPr>
          <p:cNvCxnSpPr>
            <a:cxnSpLocks/>
          </p:cNvCxnSpPr>
          <p:nvPr/>
        </p:nvCxnSpPr>
        <p:spPr>
          <a:xfrm>
            <a:off x="1293668" y="2961409"/>
            <a:ext cx="0" cy="1179368"/>
          </a:xfrm>
          <a:prstGeom prst="straightConnector1">
            <a:avLst/>
          </a:prstGeom>
          <a:ln>
            <a:solidFill>
              <a:schemeClr val="accent2"/>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直接箭头连接符 14">
            <a:extLst>
              <a:ext uri="{FF2B5EF4-FFF2-40B4-BE49-F238E27FC236}">
                <a16:creationId xmlns:a16="http://schemas.microsoft.com/office/drawing/2014/main" id="{9A2AFA2F-4376-2E34-4ED8-390C6081A83A}"/>
              </a:ext>
            </a:extLst>
          </p:cNvPr>
          <p:cNvCxnSpPr>
            <a:cxnSpLocks/>
          </p:cNvCxnSpPr>
          <p:nvPr/>
        </p:nvCxnSpPr>
        <p:spPr>
          <a:xfrm flipV="1">
            <a:off x="3629870" y="2961409"/>
            <a:ext cx="0" cy="1179368"/>
          </a:xfrm>
          <a:prstGeom prst="straightConnector1">
            <a:avLst/>
          </a:prstGeom>
          <a:ln>
            <a:solidFill>
              <a:schemeClr val="accent2"/>
            </a:solidFill>
            <a:tailEnd type="triangle" w="lg" len="lg"/>
          </a:ln>
        </p:spPr>
        <p:style>
          <a:lnRef idx="2">
            <a:schemeClr val="accent1"/>
          </a:lnRef>
          <a:fillRef idx="0">
            <a:schemeClr val="accent1"/>
          </a:fillRef>
          <a:effectRef idx="1">
            <a:schemeClr val="accent1"/>
          </a:effectRef>
          <a:fontRef idx="minor">
            <a:schemeClr val="tx1"/>
          </a:fontRef>
        </p:style>
      </p:cxnSp>
      <p:grpSp>
        <p:nvGrpSpPr>
          <p:cNvPr id="18" name="组合 17">
            <a:extLst>
              <a:ext uri="{FF2B5EF4-FFF2-40B4-BE49-F238E27FC236}">
                <a16:creationId xmlns:a16="http://schemas.microsoft.com/office/drawing/2014/main" id="{0D93E127-2CCF-2964-FB0E-C9307C6638AB}"/>
              </a:ext>
            </a:extLst>
          </p:cNvPr>
          <p:cNvGrpSpPr/>
          <p:nvPr/>
        </p:nvGrpSpPr>
        <p:grpSpPr>
          <a:xfrm>
            <a:off x="6382535" y="5526505"/>
            <a:ext cx="1287212" cy="1130024"/>
            <a:chOff x="5301644" y="4692550"/>
            <a:chExt cx="1287212" cy="1506801"/>
          </a:xfrm>
        </p:grpSpPr>
        <p:sp>
          <p:nvSpPr>
            <p:cNvPr id="41" name="文本框 81922">
              <a:extLst>
                <a:ext uri="{FF2B5EF4-FFF2-40B4-BE49-F238E27FC236}">
                  <a16:creationId xmlns:a16="http://schemas.microsoft.com/office/drawing/2014/main" id="{3D90F82A-24F8-B29A-4CFE-40DCC3E94219}"/>
                </a:ext>
              </a:extLst>
            </p:cNvPr>
            <p:cNvSpPr txBox="1">
              <a:spLocks noChangeArrowheads="1"/>
            </p:cNvSpPr>
            <p:nvPr/>
          </p:nvSpPr>
          <p:spPr bwMode="auto">
            <a:xfrm>
              <a:off x="5354289" y="4692550"/>
              <a:ext cx="723930" cy="6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lnSpc>
                  <a:spcPct val="105000"/>
                </a:lnSpc>
                <a:spcBef>
                  <a:spcPct val="0"/>
                </a:spcBef>
                <a:buClrTx/>
                <a:buFontTx/>
                <a:buNone/>
              </a:pPr>
              <a:r>
                <a:rPr lang="en-US" altLang="zh-CN" sz="2400" b="1" dirty="0">
                  <a:solidFill>
                    <a:schemeClr val="accent5">
                      <a:lumMod val="50000"/>
                    </a:schemeClr>
                  </a:solidFill>
                  <a:latin typeface="+mn-lt"/>
                  <a:ea typeface="+mn-ea"/>
                </a:rPr>
                <a:t>top</a:t>
              </a:r>
              <a:endParaRPr lang="zh-CN" altLang="en-US" sz="2400" b="1" dirty="0">
                <a:solidFill>
                  <a:schemeClr val="accent5">
                    <a:lumMod val="50000"/>
                  </a:schemeClr>
                </a:solidFill>
                <a:latin typeface="+mn-lt"/>
                <a:ea typeface="+mn-ea"/>
              </a:endParaRPr>
            </a:p>
          </p:txBody>
        </p:sp>
        <p:sp>
          <p:nvSpPr>
            <p:cNvPr id="42" name="文本框 81922">
              <a:extLst>
                <a:ext uri="{FF2B5EF4-FFF2-40B4-BE49-F238E27FC236}">
                  <a16:creationId xmlns:a16="http://schemas.microsoft.com/office/drawing/2014/main" id="{0A1A78CD-A9AE-1B99-8A72-B9E53E899EF6}"/>
                </a:ext>
              </a:extLst>
            </p:cNvPr>
            <p:cNvSpPr txBox="1">
              <a:spLocks noChangeArrowheads="1"/>
            </p:cNvSpPr>
            <p:nvPr/>
          </p:nvSpPr>
          <p:spPr bwMode="auto">
            <a:xfrm>
              <a:off x="5301644" y="5147866"/>
              <a:ext cx="797310" cy="6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a:lnSpc>
                  <a:spcPct val="105000"/>
                </a:lnSpc>
                <a:spcBef>
                  <a:spcPct val="0"/>
                </a:spcBef>
                <a:buClrTx/>
                <a:buNone/>
              </a:pPr>
              <a:r>
                <a:rPr lang="en-US" altLang="zh-CN" sz="2400" b="1" dirty="0">
                  <a:solidFill>
                    <a:srgbClr val="008080"/>
                  </a:solidFill>
                  <a:latin typeface="+mn-lt"/>
                  <a:ea typeface="+mn-ea"/>
                </a:rPr>
                <a:t>base</a:t>
              </a:r>
              <a:endParaRPr lang="zh-CN" altLang="en-US" sz="2400" b="1" dirty="0">
                <a:solidFill>
                  <a:srgbClr val="008080"/>
                </a:solidFill>
                <a:latin typeface="+mn-lt"/>
                <a:ea typeface="+mn-ea"/>
              </a:endParaRPr>
            </a:p>
          </p:txBody>
        </p:sp>
        <p:sp>
          <p:nvSpPr>
            <p:cNvPr id="43" name="矩形 42">
              <a:extLst>
                <a:ext uri="{FF2B5EF4-FFF2-40B4-BE49-F238E27FC236}">
                  <a16:creationId xmlns:a16="http://schemas.microsoft.com/office/drawing/2014/main" id="{FBEC6815-6F15-4470-CE89-B777C2AD4FCC}"/>
                </a:ext>
              </a:extLst>
            </p:cNvPr>
            <p:cNvSpPr/>
            <p:nvPr/>
          </p:nvSpPr>
          <p:spPr>
            <a:xfrm>
              <a:off x="6074443" y="4767250"/>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44" name="矩形 43">
              <a:extLst>
                <a:ext uri="{FF2B5EF4-FFF2-40B4-BE49-F238E27FC236}">
                  <a16:creationId xmlns:a16="http://schemas.microsoft.com/office/drawing/2014/main" id="{B7C56A2A-B205-5745-4A68-DAB94260F7D9}"/>
                </a:ext>
              </a:extLst>
            </p:cNvPr>
            <p:cNvSpPr/>
            <p:nvPr/>
          </p:nvSpPr>
          <p:spPr>
            <a:xfrm>
              <a:off x="6074443" y="52277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45" name="矩形 44">
              <a:extLst>
                <a:ext uri="{FF2B5EF4-FFF2-40B4-BE49-F238E27FC236}">
                  <a16:creationId xmlns:a16="http://schemas.microsoft.com/office/drawing/2014/main" id="{1B834A9A-3187-42B5-8B7E-1BB8EAFFEEBA}"/>
                </a:ext>
              </a:extLst>
            </p:cNvPr>
            <p:cNvSpPr/>
            <p:nvPr/>
          </p:nvSpPr>
          <p:spPr>
            <a:xfrm>
              <a:off x="6074442" y="5684997"/>
              <a:ext cx="514413" cy="457200"/>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46" name="文本框 81922">
              <a:extLst>
                <a:ext uri="{FF2B5EF4-FFF2-40B4-BE49-F238E27FC236}">
                  <a16:creationId xmlns:a16="http://schemas.microsoft.com/office/drawing/2014/main" id="{40819792-017C-6329-03AB-F4F804707285}"/>
                </a:ext>
              </a:extLst>
            </p:cNvPr>
            <p:cNvSpPr txBox="1">
              <a:spLocks noChangeArrowheads="1"/>
            </p:cNvSpPr>
            <p:nvPr/>
          </p:nvSpPr>
          <p:spPr bwMode="auto">
            <a:xfrm>
              <a:off x="5391754" y="5592220"/>
              <a:ext cx="694945" cy="60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a:lnSpc>
                  <a:spcPct val="105000"/>
                </a:lnSpc>
                <a:spcBef>
                  <a:spcPct val="0"/>
                </a:spcBef>
                <a:buClrTx/>
                <a:buNone/>
              </a:pPr>
              <a:r>
                <a:rPr lang="en-US" altLang="zh-CN" sz="2400" b="1" dirty="0">
                  <a:solidFill>
                    <a:srgbClr val="00B0F0"/>
                  </a:solidFill>
                  <a:latin typeface="+mn-lt"/>
                  <a:ea typeface="+mn-ea"/>
                </a:rPr>
                <a:t>size</a:t>
              </a:r>
              <a:endParaRPr lang="zh-CN" altLang="en-US" sz="2400" b="1" dirty="0">
                <a:solidFill>
                  <a:srgbClr val="00B0F0"/>
                </a:solidFill>
                <a:latin typeface="+mn-lt"/>
                <a:ea typeface="+mn-ea"/>
              </a:endParaRPr>
            </a:p>
          </p:txBody>
        </p:sp>
      </p:grpSp>
      <p:cxnSp>
        <p:nvCxnSpPr>
          <p:cNvPr id="20" name="直接箭头连接符 19">
            <a:extLst>
              <a:ext uri="{FF2B5EF4-FFF2-40B4-BE49-F238E27FC236}">
                <a16:creationId xmlns:a16="http://schemas.microsoft.com/office/drawing/2014/main" id="{76BEA695-65D8-E2A3-F856-58AB16582F9F}"/>
              </a:ext>
            </a:extLst>
          </p:cNvPr>
          <p:cNvCxnSpPr>
            <a:cxnSpLocks/>
          </p:cNvCxnSpPr>
          <p:nvPr/>
        </p:nvCxnSpPr>
        <p:spPr>
          <a:xfrm>
            <a:off x="7433996" y="6091086"/>
            <a:ext cx="687562" cy="476654"/>
          </a:xfrm>
          <a:prstGeom prst="straightConnector1">
            <a:avLst/>
          </a:prstGeom>
          <a:ln>
            <a:headEnd type="oval"/>
            <a:tailEnd type="triangle" w="lg" len="lg"/>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6E67A188-8C85-1CBD-72FF-518138A957EB}"/>
              </a:ext>
            </a:extLst>
          </p:cNvPr>
          <p:cNvCxnSpPr>
            <a:cxnSpLocks/>
          </p:cNvCxnSpPr>
          <p:nvPr/>
        </p:nvCxnSpPr>
        <p:spPr>
          <a:xfrm>
            <a:off x="7433996" y="5766889"/>
            <a:ext cx="687562" cy="614826"/>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cxnSp>
        <p:nvCxnSpPr>
          <p:cNvPr id="22" name="直接箭头连接符 21">
            <a:extLst>
              <a:ext uri="{FF2B5EF4-FFF2-40B4-BE49-F238E27FC236}">
                <a16:creationId xmlns:a16="http://schemas.microsoft.com/office/drawing/2014/main" id="{8A01C66D-F45B-AAE4-3544-E06EA7D8B929}"/>
              </a:ext>
            </a:extLst>
          </p:cNvPr>
          <p:cNvCxnSpPr>
            <a:cxnSpLocks/>
          </p:cNvCxnSpPr>
          <p:nvPr/>
        </p:nvCxnSpPr>
        <p:spPr>
          <a:xfrm>
            <a:off x="6808200" y="5371173"/>
            <a:ext cx="371645" cy="219678"/>
          </a:xfrm>
          <a:prstGeom prst="straightConnector1">
            <a:avLst/>
          </a:prstGeom>
          <a:ln>
            <a:solidFill>
              <a:srgbClr val="8E0000"/>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23" name="文本框 81922">
            <a:extLst>
              <a:ext uri="{FF2B5EF4-FFF2-40B4-BE49-F238E27FC236}">
                <a16:creationId xmlns:a16="http://schemas.microsoft.com/office/drawing/2014/main" id="{9A2ED32B-1872-8B35-0098-35CA9EAB9E08}"/>
              </a:ext>
            </a:extLst>
          </p:cNvPr>
          <p:cNvSpPr txBox="1">
            <a:spLocks noChangeArrowheads="1"/>
          </p:cNvSpPr>
          <p:nvPr/>
        </p:nvSpPr>
        <p:spPr bwMode="auto">
          <a:xfrm>
            <a:off x="6435180" y="5042266"/>
            <a:ext cx="472887" cy="455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ct val="105000"/>
              </a:lnSpc>
              <a:spcBef>
                <a:spcPct val="0"/>
              </a:spcBef>
              <a:buClrTx/>
              <a:buFontTx/>
              <a:buNone/>
            </a:pPr>
            <a:r>
              <a:rPr lang="en-US" altLang="zh-CN" sz="2400" b="1" dirty="0">
                <a:solidFill>
                  <a:srgbClr val="C00000"/>
                </a:solidFill>
                <a:ea typeface="楷体_GB2312" pitchFamily="49" charset="-122"/>
              </a:rPr>
              <a:t>S</a:t>
            </a:r>
            <a:endParaRPr lang="zh-CN" altLang="en-US" sz="2400" b="1" dirty="0">
              <a:solidFill>
                <a:srgbClr val="C00000"/>
              </a:solidFill>
            </a:endParaRPr>
          </a:p>
        </p:txBody>
      </p:sp>
      <p:sp>
        <p:nvSpPr>
          <p:cNvPr id="24" name="文本框 26">
            <a:extLst>
              <a:ext uri="{FF2B5EF4-FFF2-40B4-BE49-F238E27FC236}">
                <a16:creationId xmlns:a16="http://schemas.microsoft.com/office/drawing/2014/main" id="{E9B00E1B-E847-7813-0E37-8C1BD49421CB}"/>
              </a:ext>
            </a:extLst>
          </p:cNvPr>
          <p:cNvSpPr txBox="1"/>
          <p:nvPr/>
        </p:nvSpPr>
        <p:spPr>
          <a:xfrm>
            <a:off x="7237861" y="6242165"/>
            <a:ext cx="354584" cy="430887"/>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solidFill>
                  <a:srgbClr val="C00000"/>
                </a:solidFill>
                <a:latin typeface="Courier New" panose="02070309020205020404" pitchFamily="49" charset="0"/>
                <a:cs typeface="Courier New" panose="02070309020205020404" pitchFamily="49" charset="0"/>
              </a:rPr>
              <a:t>6</a:t>
            </a:r>
            <a:endParaRPr lang="zh-CN" altLang="en-US" sz="2200" b="1" dirty="0">
              <a:solidFill>
                <a:srgbClr val="C00000"/>
              </a:solidFill>
              <a:latin typeface="Courier New" panose="02070309020205020404" pitchFamily="49" charset="0"/>
              <a:cs typeface="Courier New" panose="02070309020205020404" pitchFamily="49" charset="0"/>
            </a:endParaRPr>
          </a:p>
        </p:txBody>
      </p:sp>
      <p:cxnSp>
        <p:nvCxnSpPr>
          <p:cNvPr id="25" name="直接箭头连接符 24">
            <a:extLst>
              <a:ext uri="{FF2B5EF4-FFF2-40B4-BE49-F238E27FC236}">
                <a16:creationId xmlns:a16="http://schemas.microsoft.com/office/drawing/2014/main" id="{BAA8CCC4-BC72-09AE-E785-B488E5693323}"/>
              </a:ext>
            </a:extLst>
          </p:cNvPr>
          <p:cNvCxnSpPr>
            <a:cxnSpLocks/>
            <a:endCxn id="36" idx="1"/>
          </p:cNvCxnSpPr>
          <p:nvPr/>
        </p:nvCxnSpPr>
        <p:spPr>
          <a:xfrm>
            <a:off x="7433996" y="5764758"/>
            <a:ext cx="687566" cy="351828"/>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cxnSp>
        <p:nvCxnSpPr>
          <p:cNvPr id="27" name="直接箭头连接符 26">
            <a:extLst>
              <a:ext uri="{FF2B5EF4-FFF2-40B4-BE49-F238E27FC236}">
                <a16:creationId xmlns:a16="http://schemas.microsoft.com/office/drawing/2014/main" id="{71C97CFC-9130-9C0F-424C-9F87C62C1521}"/>
              </a:ext>
            </a:extLst>
          </p:cNvPr>
          <p:cNvCxnSpPr>
            <a:cxnSpLocks/>
          </p:cNvCxnSpPr>
          <p:nvPr/>
        </p:nvCxnSpPr>
        <p:spPr>
          <a:xfrm>
            <a:off x="7433996" y="5773633"/>
            <a:ext cx="682780" cy="7288"/>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cxnSp>
        <p:nvCxnSpPr>
          <p:cNvPr id="28" name="直接箭头连接符 27">
            <a:extLst>
              <a:ext uri="{FF2B5EF4-FFF2-40B4-BE49-F238E27FC236}">
                <a16:creationId xmlns:a16="http://schemas.microsoft.com/office/drawing/2014/main" id="{564100D2-EA80-3F29-C87D-111C6D6E7233}"/>
              </a:ext>
            </a:extLst>
          </p:cNvPr>
          <p:cNvCxnSpPr>
            <a:cxnSpLocks/>
          </p:cNvCxnSpPr>
          <p:nvPr/>
        </p:nvCxnSpPr>
        <p:spPr>
          <a:xfrm flipV="1">
            <a:off x="7433995" y="5421116"/>
            <a:ext cx="703079" cy="350934"/>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cxnSp>
        <p:nvCxnSpPr>
          <p:cNvPr id="29" name="直接箭头连接符 28">
            <a:extLst>
              <a:ext uri="{FF2B5EF4-FFF2-40B4-BE49-F238E27FC236}">
                <a16:creationId xmlns:a16="http://schemas.microsoft.com/office/drawing/2014/main" id="{D80B568C-152B-2C06-8913-27FB7907EEFF}"/>
              </a:ext>
            </a:extLst>
          </p:cNvPr>
          <p:cNvCxnSpPr>
            <a:cxnSpLocks/>
            <a:endCxn id="38" idx="1"/>
          </p:cNvCxnSpPr>
          <p:nvPr/>
        </p:nvCxnSpPr>
        <p:spPr>
          <a:xfrm flipV="1">
            <a:off x="7433993" y="5105693"/>
            <a:ext cx="687565" cy="687045"/>
          </a:xfrm>
          <a:prstGeom prst="straightConnector1">
            <a:avLst/>
          </a:prstGeom>
          <a:ln>
            <a:solidFill>
              <a:schemeClr val="accent5">
                <a:lumMod val="50000"/>
              </a:schemeClr>
            </a:solidFill>
            <a:headEnd type="oval"/>
            <a:tailEnd type="triangle" w="lg" len="lg"/>
          </a:ln>
        </p:spPr>
        <p:style>
          <a:lnRef idx="2">
            <a:schemeClr val="accent1"/>
          </a:lnRef>
          <a:fillRef idx="0">
            <a:schemeClr val="accent1"/>
          </a:fillRef>
          <a:effectRef idx="1">
            <a:schemeClr val="accent1"/>
          </a:effectRef>
          <a:fontRef idx="minor">
            <a:schemeClr val="tx1"/>
          </a:fontRef>
        </p:style>
      </p:cxnSp>
      <p:grpSp>
        <p:nvGrpSpPr>
          <p:cNvPr id="49" name="组合 48">
            <a:extLst>
              <a:ext uri="{FF2B5EF4-FFF2-40B4-BE49-F238E27FC236}">
                <a16:creationId xmlns:a16="http://schemas.microsoft.com/office/drawing/2014/main" id="{44377A40-6851-B059-84A5-098CA5F450C1}"/>
              </a:ext>
            </a:extLst>
          </p:cNvPr>
          <p:cNvGrpSpPr/>
          <p:nvPr/>
        </p:nvGrpSpPr>
        <p:grpSpPr>
          <a:xfrm>
            <a:off x="8121557" y="4536266"/>
            <a:ext cx="983109" cy="2137380"/>
            <a:chOff x="8121557" y="4536266"/>
            <a:chExt cx="983109" cy="2137380"/>
          </a:xfrm>
        </p:grpSpPr>
        <p:sp>
          <p:nvSpPr>
            <p:cNvPr id="34" name="矩形 33">
              <a:extLst>
                <a:ext uri="{FF2B5EF4-FFF2-40B4-BE49-F238E27FC236}">
                  <a16:creationId xmlns:a16="http://schemas.microsoft.com/office/drawing/2014/main" id="{A1BAD01F-7A50-07C0-4C27-BA50889AFC8D}"/>
                </a:ext>
              </a:extLst>
            </p:cNvPr>
            <p:cNvSpPr/>
            <p:nvPr/>
          </p:nvSpPr>
          <p:spPr>
            <a:xfrm>
              <a:off x="8121560" y="5276578"/>
              <a:ext cx="662481" cy="331442"/>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dirty="0"/>
            </a:p>
          </p:txBody>
        </p:sp>
        <p:sp>
          <p:nvSpPr>
            <p:cNvPr id="35" name="矩形 34">
              <a:extLst>
                <a:ext uri="{FF2B5EF4-FFF2-40B4-BE49-F238E27FC236}">
                  <a16:creationId xmlns:a16="http://schemas.microsoft.com/office/drawing/2014/main" id="{BD854FCE-3E03-48DE-CB85-9256C7E2BE02}"/>
                </a:ext>
              </a:extLst>
            </p:cNvPr>
            <p:cNvSpPr/>
            <p:nvPr/>
          </p:nvSpPr>
          <p:spPr>
            <a:xfrm>
              <a:off x="8121562" y="5604956"/>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36" name="矩形 35">
              <a:extLst>
                <a:ext uri="{FF2B5EF4-FFF2-40B4-BE49-F238E27FC236}">
                  <a16:creationId xmlns:a16="http://schemas.microsoft.com/office/drawing/2014/main" id="{229CE8E5-740E-F12E-1D35-A394421761E5}"/>
                </a:ext>
              </a:extLst>
            </p:cNvPr>
            <p:cNvSpPr/>
            <p:nvPr/>
          </p:nvSpPr>
          <p:spPr>
            <a:xfrm>
              <a:off x="8121562" y="5945148"/>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37" name="矩形 36">
              <a:extLst>
                <a:ext uri="{FF2B5EF4-FFF2-40B4-BE49-F238E27FC236}">
                  <a16:creationId xmlns:a16="http://schemas.microsoft.com/office/drawing/2014/main" id="{BDC2BD8C-883C-4596-8900-205E0B2DCD25}"/>
                </a:ext>
              </a:extLst>
            </p:cNvPr>
            <p:cNvSpPr/>
            <p:nvPr/>
          </p:nvSpPr>
          <p:spPr>
            <a:xfrm>
              <a:off x="8121561" y="6288024"/>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38" name="矩形 37">
              <a:extLst>
                <a:ext uri="{FF2B5EF4-FFF2-40B4-BE49-F238E27FC236}">
                  <a16:creationId xmlns:a16="http://schemas.microsoft.com/office/drawing/2014/main" id="{6227F47A-9978-E7A7-E476-53D6D649DB41}"/>
                </a:ext>
              </a:extLst>
            </p:cNvPr>
            <p:cNvSpPr/>
            <p:nvPr/>
          </p:nvSpPr>
          <p:spPr>
            <a:xfrm>
              <a:off x="8121558" y="4934255"/>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sp>
          <p:nvSpPr>
            <p:cNvPr id="39" name="文本框 20">
              <a:extLst>
                <a:ext uri="{FF2B5EF4-FFF2-40B4-BE49-F238E27FC236}">
                  <a16:creationId xmlns:a16="http://schemas.microsoft.com/office/drawing/2014/main" id="{F15E74AF-3FB6-236C-93E1-A246EAD7BBB3}"/>
                </a:ext>
              </a:extLst>
            </p:cNvPr>
            <p:cNvSpPr txBox="1"/>
            <p:nvPr/>
          </p:nvSpPr>
          <p:spPr>
            <a:xfrm>
              <a:off x="8804584" y="4536266"/>
              <a:ext cx="300082" cy="213738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700"/>
                </a:lnSpc>
              </a:pPr>
              <a:r>
                <a:rPr lang="en-US" altLang="zh-CN" b="1" dirty="0">
                  <a:solidFill>
                    <a:srgbClr val="041ABC"/>
                  </a:solidFill>
                </a:rPr>
                <a:t>5</a:t>
              </a:r>
            </a:p>
            <a:p>
              <a:pPr>
                <a:lnSpc>
                  <a:spcPts val="2700"/>
                </a:lnSpc>
              </a:pPr>
              <a:r>
                <a:rPr lang="en-US" altLang="zh-CN" b="1" dirty="0">
                  <a:solidFill>
                    <a:srgbClr val="041ABC"/>
                  </a:solidFill>
                </a:rPr>
                <a:t>4</a:t>
              </a:r>
            </a:p>
            <a:p>
              <a:pPr>
                <a:lnSpc>
                  <a:spcPts val="2700"/>
                </a:lnSpc>
              </a:pPr>
              <a:r>
                <a:rPr lang="en-US" altLang="zh-CN" b="1" dirty="0">
                  <a:solidFill>
                    <a:srgbClr val="041ABC"/>
                  </a:solidFill>
                </a:rPr>
                <a:t>3</a:t>
              </a:r>
            </a:p>
            <a:p>
              <a:pPr>
                <a:lnSpc>
                  <a:spcPts val="2700"/>
                </a:lnSpc>
              </a:pPr>
              <a:r>
                <a:rPr lang="en-US" altLang="zh-CN" b="1" dirty="0">
                  <a:solidFill>
                    <a:srgbClr val="041ABC"/>
                  </a:solidFill>
                </a:rPr>
                <a:t>2</a:t>
              </a:r>
            </a:p>
            <a:p>
              <a:pPr>
                <a:lnSpc>
                  <a:spcPts val="2700"/>
                </a:lnSpc>
              </a:pPr>
              <a:r>
                <a:rPr lang="en-US" altLang="zh-CN" b="1" dirty="0">
                  <a:solidFill>
                    <a:srgbClr val="041ABC"/>
                  </a:solidFill>
                </a:rPr>
                <a:t>1</a:t>
              </a:r>
            </a:p>
            <a:p>
              <a:pPr>
                <a:lnSpc>
                  <a:spcPts val="2700"/>
                </a:lnSpc>
              </a:pPr>
              <a:r>
                <a:rPr lang="en-US" altLang="zh-CN" b="1" dirty="0">
                  <a:solidFill>
                    <a:srgbClr val="041ABC"/>
                  </a:solidFill>
                </a:rPr>
                <a:t>0</a:t>
              </a:r>
              <a:endParaRPr lang="zh-CN" altLang="en-US" b="1" dirty="0">
                <a:solidFill>
                  <a:srgbClr val="041ABC"/>
                </a:solidFill>
              </a:endParaRPr>
            </a:p>
          </p:txBody>
        </p:sp>
        <p:sp>
          <p:nvSpPr>
            <p:cNvPr id="40" name="矩形 39">
              <a:extLst>
                <a:ext uri="{FF2B5EF4-FFF2-40B4-BE49-F238E27FC236}">
                  <a16:creationId xmlns:a16="http://schemas.microsoft.com/office/drawing/2014/main" id="{9666B012-791B-4ECC-CBCD-7EB9A1FF8F11}"/>
                </a:ext>
              </a:extLst>
            </p:cNvPr>
            <p:cNvSpPr/>
            <p:nvPr/>
          </p:nvSpPr>
          <p:spPr>
            <a:xfrm>
              <a:off x="8121560" y="4585801"/>
              <a:ext cx="662481" cy="2045099"/>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矩形 46">
              <a:extLst>
                <a:ext uri="{FF2B5EF4-FFF2-40B4-BE49-F238E27FC236}">
                  <a16:creationId xmlns:a16="http://schemas.microsoft.com/office/drawing/2014/main" id="{43B56512-5768-AFAB-1352-E6F907CDD063}"/>
                </a:ext>
              </a:extLst>
            </p:cNvPr>
            <p:cNvSpPr/>
            <p:nvPr/>
          </p:nvSpPr>
          <p:spPr>
            <a:xfrm>
              <a:off x="8121557" y="4590996"/>
              <a:ext cx="66248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a:p>
          </p:txBody>
        </p:sp>
      </p:grpSp>
      <p:sp>
        <p:nvSpPr>
          <p:cNvPr id="51" name="文本框 26">
            <a:extLst>
              <a:ext uri="{FF2B5EF4-FFF2-40B4-BE49-F238E27FC236}">
                <a16:creationId xmlns:a16="http://schemas.microsoft.com/office/drawing/2014/main" id="{1FE29468-5894-A074-23FF-4435F1F8002C}"/>
              </a:ext>
            </a:extLst>
          </p:cNvPr>
          <p:cNvSpPr txBox="1"/>
          <p:nvPr/>
        </p:nvSpPr>
        <p:spPr>
          <a:xfrm>
            <a:off x="9670451" y="554794"/>
            <a:ext cx="864339" cy="430887"/>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1348</a:t>
            </a:r>
            <a:endParaRPr lang="zh-CN" altLang="en-US" sz="22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52" name="直接连接符 51">
            <a:extLst>
              <a:ext uri="{FF2B5EF4-FFF2-40B4-BE49-F238E27FC236}">
                <a16:creationId xmlns:a16="http://schemas.microsoft.com/office/drawing/2014/main" id="{C8A284B8-3899-A306-06F9-66718BFF7682}"/>
              </a:ext>
            </a:extLst>
          </p:cNvPr>
          <p:cNvCxnSpPr>
            <a:cxnSpLocks/>
          </p:cNvCxnSpPr>
          <p:nvPr/>
        </p:nvCxnSpPr>
        <p:spPr>
          <a:xfrm>
            <a:off x="6286910" y="1795705"/>
            <a:ext cx="3419475" cy="16313"/>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4" name="直接连接符 53">
            <a:extLst>
              <a:ext uri="{FF2B5EF4-FFF2-40B4-BE49-F238E27FC236}">
                <a16:creationId xmlns:a16="http://schemas.microsoft.com/office/drawing/2014/main" id="{E58EA29E-7729-9E35-5839-93B2A0AD76B3}"/>
              </a:ext>
            </a:extLst>
          </p:cNvPr>
          <p:cNvCxnSpPr>
            <a:cxnSpLocks/>
          </p:cNvCxnSpPr>
          <p:nvPr/>
        </p:nvCxnSpPr>
        <p:spPr>
          <a:xfrm flipH="1">
            <a:off x="6201386" y="1860072"/>
            <a:ext cx="8049" cy="943132"/>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56" name="文本框 26">
            <a:extLst>
              <a:ext uri="{FF2B5EF4-FFF2-40B4-BE49-F238E27FC236}">
                <a16:creationId xmlns:a16="http://schemas.microsoft.com/office/drawing/2014/main" id="{CFBB90E5-E946-BA49-A2BA-9410096B00CA}"/>
              </a:ext>
            </a:extLst>
          </p:cNvPr>
          <p:cNvSpPr txBox="1"/>
          <p:nvPr/>
        </p:nvSpPr>
        <p:spPr>
          <a:xfrm>
            <a:off x="7712411" y="2136545"/>
            <a:ext cx="354584" cy="430887"/>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solidFill>
                  <a:srgbClr val="C00000"/>
                </a:solidFill>
                <a:latin typeface="Courier New" panose="02070309020205020404" pitchFamily="49" charset="0"/>
                <a:cs typeface="Courier New" panose="02070309020205020404" pitchFamily="49" charset="0"/>
              </a:rPr>
              <a:t>4</a:t>
            </a:r>
            <a:endParaRPr lang="zh-CN" altLang="en-US" sz="2200" b="1" dirty="0">
              <a:solidFill>
                <a:srgbClr val="C00000"/>
              </a:solidFill>
              <a:latin typeface="Courier New" panose="02070309020205020404" pitchFamily="49" charset="0"/>
              <a:cs typeface="Courier New" panose="02070309020205020404" pitchFamily="49" charset="0"/>
            </a:endParaRPr>
          </a:p>
        </p:txBody>
      </p:sp>
      <p:sp>
        <p:nvSpPr>
          <p:cNvPr id="57" name="文本框 26">
            <a:extLst>
              <a:ext uri="{FF2B5EF4-FFF2-40B4-BE49-F238E27FC236}">
                <a16:creationId xmlns:a16="http://schemas.microsoft.com/office/drawing/2014/main" id="{3FEBF8F8-4C67-185D-637C-630177D5BA01}"/>
              </a:ext>
            </a:extLst>
          </p:cNvPr>
          <p:cNvSpPr txBox="1"/>
          <p:nvPr/>
        </p:nvSpPr>
        <p:spPr>
          <a:xfrm>
            <a:off x="7712411" y="2134962"/>
            <a:ext cx="354584" cy="430887"/>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solidFill>
                  <a:srgbClr val="C00000"/>
                </a:solidFill>
                <a:latin typeface="Courier New" panose="02070309020205020404" pitchFamily="49" charset="0"/>
                <a:cs typeface="Courier New" panose="02070309020205020404" pitchFamily="49" charset="0"/>
              </a:rPr>
              <a:t>0</a:t>
            </a:r>
            <a:endParaRPr lang="zh-CN" altLang="en-US" sz="2200" b="1" dirty="0">
              <a:solidFill>
                <a:srgbClr val="C00000"/>
              </a:solidFill>
              <a:latin typeface="Courier New" panose="02070309020205020404" pitchFamily="49" charset="0"/>
              <a:cs typeface="Courier New" panose="02070309020205020404" pitchFamily="49" charset="0"/>
            </a:endParaRPr>
          </a:p>
        </p:txBody>
      </p:sp>
      <p:sp>
        <p:nvSpPr>
          <p:cNvPr id="58" name="文本框 26">
            <a:extLst>
              <a:ext uri="{FF2B5EF4-FFF2-40B4-BE49-F238E27FC236}">
                <a16:creationId xmlns:a16="http://schemas.microsoft.com/office/drawing/2014/main" id="{2C1D7717-0B8D-0C75-9388-FA43D23080B3}"/>
              </a:ext>
            </a:extLst>
          </p:cNvPr>
          <p:cNvSpPr txBox="1"/>
          <p:nvPr/>
        </p:nvSpPr>
        <p:spPr>
          <a:xfrm>
            <a:off x="7712411" y="2131054"/>
            <a:ext cx="354584" cy="430887"/>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solidFill>
                  <a:srgbClr val="C00000"/>
                </a:solidFill>
                <a:latin typeface="Courier New" panose="02070309020205020404" pitchFamily="49" charset="0"/>
                <a:cs typeface="Courier New" panose="02070309020205020404" pitchFamily="49" charset="0"/>
              </a:rPr>
              <a:t>5</a:t>
            </a:r>
            <a:endParaRPr lang="zh-CN" altLang="en-US" sz="2200" b="1" dirty="0">
              <a:solidFill>
                <a:srgbClr val="C00000"/>
              </a:solidFill>
              <a:latin typeface="Courier New" panose="02070309020205020404" pitchFamily="49" charset="0"/>
              <a:cs typeface="Courier New" panose="02070309020205020404" pitchFamily="49" charset="0"/>
            </a:endParaRPr>
          </a:p>
        </p:txBody>
      </p:sp>
      <p:sp>
        <p:nvSpPr>
          <p:cNvPr id="59" name="文本框 26">
            <a:extLst>
              <a:ext uri="{FF2B5EF4-FFF2-40B4-BE49-F238E27FC236}">
                <a16:creationId xmlns:a16="http://schemas.microsoft.com/office/drawing/2014/main" id="{B1C0BE13-9F4F-529B-0DFF-FDC3674DE773}"/>
              </a:ext>
            </a:extLst>
          </p:cNvPr>
          <p:cNvSpPr txBox="1"/>
          <p:nvPr/>
        </p:nvSpPr>
        <p:spPr>
          <a:xfrm>
            <a:off x="7712411" y="2162634"/>
            <a:ext cx="354584" cy="430887"/>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200" b="1" dirty="0">
                <a:solidFill>
                  <a:srgbClr val="C00000"/>
                </a:solidFill>
                <a:latin typeface="Courier New" panose="02070309020205020404" pitchFamily="49" charset="0"/>
                <a:cs typeface="Courier New" panose="02070309020205020404" pitchFamily="49" charset="0"/>
              </a:rPr>
              <a:t>2</a:t>
            </a:r>
            <a:endParaRPr lang="zh-CN" altLang="en-US" sz="2200" b="1" dirty="0">
              <a:solidFill>
                <a:srgbClr val="C00000"/>
              </a:solidFill>
              <a:latin typeface="Courier New" panose="02070309020205020404" pitchFamily="49" charset="0"/>
              <a:cs typeface="Courier New" panose="02070309020205020404" pitchFamily="49" charset="0"/>
            </a:endParaRPr>
          </a:p>
        </p:txBody>
      </p:sp>
      <p:cxnSp>
        <p:nvCxnSpPr>
          <p:cNvPr id="60" name="直接连接符 59">
            <a:extLst>
              <a:ext uri="{FF2B5EF4-FFF2-40B4-BE49-F238E27FC236}">
                <a16:creationId xmlns:a16="http://schemas.microsoft.com/office/drawing/2014/main" id="{74B9E4DC-2AE5-AF55-02E2-903AC2BC913B}"/>
              </a:ext>
            </a:extLst>
          </p:cNvPr>
          <p:cNvCxnSpPr>
            <a:cxnSpLocks/>
          </p:cNvCxnSpPr>
          <p:nvPr/>
        </p:nvCxnSpPr>
        <p:spPr>
          <a:xfrm>
            <a:off x="6201386" y="3138928"/>
            <a:ext cx="0" cy="518672"/>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2" name="直接连接符 61">
            <a:extLst>
              <a:ext uri="{FF2B5EF4-FFF2-40B4-BE49-F238E27FC236}">
                <a16:creationId xmlns:a16="http://schemas.microsoft.com/office/drawing/2014/main" id="{C146C788-B332-68B7-42BE-1DD611F10A3E}"/>
              </a:ext>
            </a:extLst>
          </p:cNvPr>
          <p:cNvCxnSpPr>
            <a:cxnSpLocks/>
          </p:cNvCxnSpPr>
          <p:nvPr/>
        </p:nvCxnSpPr>
        <p:spPr>
          <a:xfrm>
            <a:off x="6294704" y="3931873"/>
            <a:ext cx="1772291"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64" name="文本框 63">
            <a:extLst>
              <a:ext uri="{FF2B5EF4-FFF2-40B4-BE49-F238E27FC236}">
                <a16:creationId xmlns:a16="http://schemas.microsoft.com/office/drawing/2014/main" id="{6594A1C6-2263-C087-E680-B633EA02F084}"/>
              </a:ext>
            </a:extLst>
          </p:cNvPr>
          <p:cNvSpPr txBox="1"/>
          <p:nvPr/>
        </p:nvSpPr>
        <p:spPr>
          <a:xfrm>
            <a:off x="9225913" y="4918010"/>
            <a:ext cx="2354755" cy="400110"/>
          </a:xfrm>
          <a:prstGeom prst="rect">
            <a:avLst/>
          </a:prstGeom>
          <a:noFill/>
        </p:spPr>
        <p:txBody>
          <a:bodyPr wrap="square" rtlCol="0">
            <a:spAutoFit/>
          </a:bodyPr>
          <a:lstStyle/>
          <a:p>
            <a:r>
              <a:rPr lang="zh-CN" altLang="en-US" sz="2000" b="1" dirty="0">
                <a:effectLst>
                  <a:outerShdw blurRad="38100" dist="38100" dir="2700000" algn="tl">
                    <a:srgbClr val="000000">
                      <a:alpha val="43137"/>
                    </a:srgbClr>
                  </a:outerShdw>
                </a:effectLst>
              </a:rPr>
              <a:t>依次出栈输出各位：</a:t>
            </a:r>
            <a:endParaRPr lang="en-US" altLang="zh-CN" sz="2000" b="1" dirty="0">
              <a:effectLst>
                <a:outerShdw blurRad="38100" dist="38100" dir="2700000" algn="tl">
                  <a:srgbClr val="000000">
                    <a:alpha val="43137"/>
                  </a:srgbClr>
                </a:outerShdw>
              </a:effectLst>
            </a:endParaRPr>
          </a:p>
        </p:txBody>
      </p:sp>
      <p:sp>
        <p:nvSpPr>
          <p:cNvPr id="66" name="文本框 65">
            <a:extLst>
              <a:ext uri="{FF2B5EF4-FFF2-40B4-BE49-F238E27FC236}">
                <a16:creationId xmlns:a16="http://schemas.microsoft.com/office/drawing/2014/main" id="{A5A9F39C-323A-1C1F-A86F-D8FC7D1597D6}"/>
              </a:ext>
            </a:extLst>
          </p:cNvPr>
          <p:cNvSpPr txBox="1"/>
          <p:nvPr/>
        </p:nvSpPr>
        <p:spPr>
          <a:xfrm>
            <a:off x="213013" y="2197984"/>
            <a:ext cx="4691496" cy="2057743"/>
          </a:xfrm>
          <a:prstGeom prst="rect">
            <a:avLst/>
          </a:prstGeom>
          <a:noFill/>
        </p:spPr>
        <p:txBody>
          <a:bodyPr wrap="square">
            <a:spAutoFit/>
          </a:bodyPr>
          <a:lstStyle/>
          <a:p>
            <a:pPr algn="just">
              <a:lnSpc>
                <a:spcPct val="120000"/>
              </a:lnSpc>
              <a:buNone/>
            </a:pPr>
            <a:r>
              <a:rPr lang="zh-CN" altLang="zh-CN" sz="18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例如</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1348</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baseline="-25000" dirty="0">
                <a:effectLst/>
                <a:latin typeface="Times New Roman" panose="02020603050405020304" pitchFamily="18" charset="0"/>
                <a:ea typeface="宋体" panose="02010600030101010101" pitchFamily="2" charset="-122"/>
                <a:cs typeface="Times New Roman" panose="02020603050405020304" pitchFamily="18" charset="0"/>
              </a:rPr>
              <a:t>10</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2504</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baseline="-25000" dirty="0">
                <a:effectLst/>
                <a:latin typeface="Times New Roman" panose="02020603050405020304" pitchFamily="18" charset="0"/>
                <a:ea typeface="宋体" panose="02010600030101010101" pitchFamily="2" charset="-122"/>
                <a:cs typeface="Times New Roman" panose="02020603050405020304" pitchFamily="18" charset="0"/>
              </a:rPr>
              <a:t>8</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，其运算过程如下：</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393190" algn="just">
              <a:lnSpc>
                <a:spcPct val="120000"/>
              </a:lnSpc>
              <a:buNone/>
            </a:pPr>
            <a:r>
              <a:rPr lang="en-US" altLang="zh-CN" sz="1800" b="1" kern="100" dirty="0">
                <a:solidFill>
                  <a:srgbClr val="7030A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N       N / 8     </a:t>
            </a:r>
            <a:r>
              <a:rPr lang="en-US" altLang="zh-CN" sz="1800" b="1" i="1" kern="100" dirty="0">
                <a:solidFill>
                  <a:srgbClr val="7030A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b="1" kern="100" dirty="0">
                <a:solidFill>
                  <a:srgbClr val="7030A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 8</a:t>
            </a:r>
            <a:endParaRPr lang="zh-CN" altLang="zh-CN" sz="1800" b="1" kern="100" dirty="0">
              <a:solidFill>
                <a:srgbClr val="7030A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a:p>
            <a:pPr indent="1259840" algn="just">
              <a:lnSpc>
                <a:spcPct val="120000"/>
              </a:lnSpc>
              <a:buNone/>
            </a:pP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1348       168        4</a:t>
            </a:r>
            <a:endParaRPr lang="zh-CN"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indent="1326515" algn="just">
              <a:lnSpc>
                <a:spcPct val="120000"/>
              </a:lnSpc>
              <a:buNone/>
            </a:pP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168          21        0</a:t>
            </a:r>
            <a:endParaRPr lang="zh-CN"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indent="1393190" algn="just">
              <a:lnSpc>
                <a:spcPct val="120000"/>
              </a:lnSpc>
              <a:buNone/>
            </a:pP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 21           2         5</a:t>
            </a:r>
            <a:endParaRPr lang="zh-CN"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indent="1459865" algn="just">
              <a:lnSpc>
                <a:spcPct val="120000"/>
              </a:lnSpc>
              <a:buNone/>
            </a:pP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 2            0         2</a:t>
            </a:r>
            <a:endParaRPr lang="zh-CN" altLang="en-US" dirty="0"/>
          </a:p>
        </p:txBody>
      </p:sp>
    </p:spTree>
    <p:extLst>
      <p:ext uri="{BB962C8B-B14F-4D97-AF65-F5344CB8AC3E}">
        <p14:creationId xmlns:p14="http://schemas.microsoft.com/office/powerpoint/2010/main" val="212684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down)">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Effect transition="in" filter="fade">
                                      <p:cBhvr>
                                        <p:cTn id="24" dur="1000"/>
                                        <p:tgtEl>
                                          <p:spTgt spid="10">
                                            <p:txEl>
                                              <p:pRg st="0" end="0"/>
                                            </p:txEl>
                                          </p:spTgt>
                                        </p:tgtEl>
                                      </p:cBhvr>
                                    </p:animEffect>
                                    <p:anim calcmode="lin" valueType="num">
                                      <p:cBhvr>
                                        <p:cTn id="2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xEl>
                                              <p:pRg st="1" end="1"/>
                                            </p:txEl>
                                          </p:spTgt>
                                        </p:tgtEl>
                                        <p:attrNameLst>
                                          <p:attrName>style.visibility</p:attrName>
                                        </p:attrNameLst>
                                      </p:cBhvr>
                                      <p:to>
                                        <p:strVal val="visible"/>
                                      </p:to>
                                    </p:set>
                                    <p:animEffect transition="in" filter="fade">
                                      <p:cBhvr>
                                        <p:cTn id="31" dur="1000"/>
                                        <p:tgtEl>
                                          <p:spTgt spid="10">
                                            <p:txEl>
                                              <p:pRg st="1" end="1"/>
                                            </p:txEl>
                                          </p:spTgt>
                                        </p:tgtEl>
                                      </p:cBhvr>
                                    </p:animEffect>
                                    <p:anim calcmode="lin" valueType="num">
                                      <p:cBhvr>
                                        <p:cTn id="32"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3"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0">
                                            <p:txEl>
                                              <p:pRg st="2" end="2"/>
                                            </p:txEl>
                                          </p:spTgt>
                                        </p:tgtEl>
                                        <p:attrNameLst>
                                          <p:attrName>style.visibility</p:attrName>
                                        </p:attrNameLst>
                                      </p:cBhvr>
                                      <p:to>
                                        <p:strVal val="visible"/>
                                      </p:to>
                                    </p:set>
                                    <p:animEffect transition="in" filter="fade">
                                      <p:cBhvr>
                                        <p:cTn id="38" dur="1000"/>
                                        <p:tgtEl>
                                          <p:spTgt spid="10">
                                            <p:txEl>
                                              <p:pRg st="2" end="2"/>
                                            </p:txEl>
                                          </p:spTgt>
                                        </p:tgtEl>
                                      </p:cBhvr>
                                    </p:animEffect>
                                    <p:anim calcmode="lin" valueType="num">
                                      <p:cBhvr>
                                        <p:cTn id="3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1000" fill="hold"/>
                                        <p:tgtEl>
                                          <p:spTgt spid="8"/>
                                        </p:tgtEl>
                                        <p:attrNameLst>
                                          <p:attrName>ppt_w</p:attrName>
                                        </p:attrNameLst>
                                      </p:cBhvr>
                                      <p:tavLst>
                                        <p:tav tm="0">
                                          <p:val>
                                            <p:fltVal val="0"/>
                                          </p:val>
                                        </p:tav>
                                        <p:tav tm="100000">
                                          <p:val>
                                            <p:strVal val="#ppt_w"/>
                                          </p:val>
                                        </p:tav>
                                      </p:tavLst>
                                    </p:anim>
                                    <p:anim calcmode="lin" valueType="num">
                                      <p:cBhvr>
                                        <p:cTn id="46" dur="1000" fill="hold"/>
                                        <p:tgtEl>
                                          <p:spTgt spid="8"/>
                                        </p:tgtEl>
                                        <p:attrNameLst>
                                          <p:attrName>ppt_h</p:attrName>
                                        </p:attrNameLst>
                                      </p:cBhvr>
                                      <p:tavLst>
                                        <p:tav tm="0">
                                          <p:val>
                                            <p:fltVal val="0"/>
                                          </p:val>
                                        </p:tav>
                                        <p:tav tm="100000">
                                          <p:val>
                                            <p:strVal val="#ppt_h"/>
                                          </p:val>
                                        </p:tav>
                                      </p:tavLst>
                                    </p:anim>
                                    <p:anim calcmode="lin" valueType="num">
                                      <p:cBhvr>
                                        <p:cTn id="47" dur="1000" fill="hold"/>
                                        <p:tgtEl>
                                          <p:spTgt spid="8"/>
                                        </p:tgtEl>
                                        <p:attrNameLst>
                                          <p:attrName>style.rotation</p:attrName>
                                        </p:attrNameLst>
                                      </p:cBhvr>
                                      <p:tavLst>
                                        <p:tav tm="0">
                                          <p:val>
                                            <p:fltVal val="90"/>
                                          </p:val>
                                        </p:tav>
                                        <p:tav tm="100000">
                                          <p:val>
                                            <p:fltVal val="0"/>
                                          </p:val>
                                        </p:tav>
                                      </p:tavLst>
                                    </p:anim>
                                    <p:animEffect transition="in" filter="fade">
                                      <p:cBhvr>
                                        <p:cTn id="48" dur="10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47" presetClass="entr" presetSubtype="0" fill="hold" grpId="0" nodeType="clickEffect">
                                  <p:stCondLst>
                                    <p:cond delay="0"/>
                                  </p:stCondLst>
                                  <p:childTnLst>
                                    <p:set>
                                      <p:cBhvr>
                                        <p:cTn id="52" dur="1" fill="hold">
                                          <p:stCondLst>
                                            <p:cond delay="0"/>
                                          </p:stCondLst>
                                        </p:cTn>
                                        <p:tgtEl>
                                          <p:spTgt spid="51"/>
                                        </p:tgtEl>
                                        <p:attrNameLst>
                                          <p:attrName>style.visibility</p:attrName>
                                        </p:attrNameLst>
                                      </p:cBhvr>
                                      <p:to>
                                        <p:strVal val="visible"/>
                                      </p:to>
                                    </p:set>
                                    <p:animEffect transition="in" filter="fade">
                                      <p:cBhvr>
                                        <p:cTn id="53" dur="1000"/>
                                        <p:tgtEl>
                                          <p:spTgt spid="51"/>
                                        </p:tgtEl>
                                      </p:cBhvr>
                                    </p:animEffect>
                                    <p:anim calcmode="lin" valueType="num">
                                      <p:cBhvr>
                                        <p:cTn id="54" dur="1000" fill="hold"/>
                                        <p:tgtEl>
                                          <p:spTgt spid="51"/>
                                        </p:tgtEl>
                                        <p:attrNameLst>
                                          <p:attrName>ppt_x</p:attrName>
                                        </p:attrNameLst>
                                      </p:cBhvr>
                                      <p:tavLst>
                                        <p:tav tm="0">
                                          <p:val>
                                            <p:strVal val="#ppt_x"/>
                                          </p:val>
                                        </p:tav>
                                        <p:tav tm="100000">
                                          <p:val>
                                            <p:strVal val="#ppt_x"/>
                                          </p:val>
                                        </p:tav>
                                      </p:tavLst>
                                    </p:anim>
                                    <p:anim calcmode="lin" valueType="num">
                                      <p:cBhvr>
                                        <p:cTn id="55"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wipe(left)">
                                      <p:cBhvr>
                                        <p:cTn id="60" dur="1000"/>
                                        <p:tgtEl>
                                          <p:spTgt spid="5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wipe(up)">
                                      <p:cBhvr>
                                        <p:cTn id="65" dur="500"/>
                                        <p:tgtEl>
                                          <p:spTgt spid="23"/>
                                        </p:tgtEl>
                                      </p:cBhvr>
                                    </p:animEffect>
                                  </p:childTnLst>
                                </p:cTn>
                              </p:par>
                              <p:par>
                                <p:cTn id="66" presetID="22" presetClass="entr" presetSubtype="8"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wipe(left)">
                                      <p:cBhvr>
                                        <p:cTn id="68" dur="500"/>
                                        <p:tgtEl>
                                          <p:spTgt spid="22"/>
                                        </p:tgtEl>
                                      </p:cBhvr>
                                    </p:animEffect>
                                  </p:childTnLst>
                                </p:cTn>
                              </p:par>
                              <p:par>
                                <p:cTn id="69" presetID="22" presetClass="entr" presetSubtype="1" fill="hold"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wipe(up)">
                                      <p:cBhvr>
                                        <p:cTn id="71" dur="1000"/>
                                        <p:tgtEl>
                                          <p:spTgt spid="18"/>
                                        </p:tgtEl>
                                      </p:cBhvr>
                                    </p:animEffect>
                                  </p:childTnLst>
                                </p:cTn>
                              </p:par>
                              <p:par>
                                <p:cTn id="72" presetID="22" presetClass="entr" presetSubtype="8" fill="hold" nodeType="with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left)">
                                      <p:cBhvr>
                                        <p:cTn id="74" dur="1000"/>
                                        <p:tgtEl>
                                          <p:spTgt spid="20"/>
                                        </p:tgtEl>
                                      </p:cBhvr>
                                    </p:animEffect>
                                  </p:childTnLst>
                                </p:cTn>
                              </p:par>
                              <p:par>
                                <p:cTn id="75" presetID="22" presetClass="entr" presetSubtype="4" fill="hold"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wipe(down)">
                                      <p:cBhvr>
                                        <p:cTn id="77" dur="1000"/>
                                        <p:tgtEl>
                                          <p:spTgt spid="49"/>
                                        </p:tgtEl>
                                      </p:cBhvr>
                                    </p:animEffect>
                                  </p:childTnLst>
                                </p:cTn>
                              </p:par>
                              <p:par>
                                <p:cTn id="78" presetID="22" presetClass="entr" presetSubtype="8" fill="hold" nodeType="with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wipe(left)">
                                      <p:cBhvr>
                                        <p:cTn id="80" dur="500"/>
                                        <p:tgtEl>
                                          <p:spTgt spid="21"/>
                                        </p:tgtEl>
                                      </p:cBhvr>
                                    </p:animEffect>
                                  </p:childTnLst>
                                </p:cTn>
                              </p:par>
                            </p:childTnLst>
                          </p:cTn>
                        </p:par>
                        <p:par>
                          <p:cTn id="81" fill="hold">
                            <p:stCondLst>
                              <p:cond delay="1000"/>
                            </p:stCondLst>
                            <p:childTnLst>
                              <p:par>
                                <p:cTn id="82" presetID="49" presetClass="entr" presetSubtype="0" decel="100000" fill="hold" grpId="0" nodeType="afterEffect">
                                  <p:stCondLst>
                                    <p:cond delay="0"/>
                                  </p:stCondLst>
                                  <p:childTnLst>
                                    <p:set>
                                      <p:cBhvr>
                                        <p:cTn id="83" dur="1" fill="hold">
                                          <p:stCondLst>
                                            <p:cond delay="0"/>
                                          </p:stCondLst>
                                        </p:cTn>
                                        <p:tgtEl>
                                          <p:spTgt spid="24"/>
                                        </p:tgtEl>
                                        <p:attrNameLst>
                                          <p:attrName>style.visibility</p:attrName>
                                        </p:attrNameLst>
                                      </p:cBhvr>
                                      <p:to>
                                        <p:strVal val="visible"/>
                                      </p:to>
                                    </p:set>
                                    <p:anim calcmode="lin" valueType="num">
                                      <p:cBhvr>
                                        <p:cTn id="84" dur="500" fill="hold"/>
                                        <p:tgtEl>
                                          <p:spTgt spid="24"/>
                                        </p:tgtEl>
                                        <p:attrNameLst>
                                          <p:attrName>ppt_w</p:attrName>
                                        </p:attrNameLst>
                                      </p:cBhvr>
                                      <p:tavLst>
                                        <p:tav tm="0">
                                          <p:val>
                                            <p:fltVal val="0"/>
                                          </p:val>
                                        </p:tav>
                                        <p:tav tm="100000">
                                          <p:val>
                                            <p:strVal val="#ppt_w"/>
                                          </p:val>
                                        </p:tav>
                                      </p:tavLst>
                                    </p:anim>
                                    <p:anim calcmode="lin" valueType="num">
                                      <p:cBhvr>
                                        <p:cTn id="85" dur="500" fill="hold"/>
                                        <p:tgtEl>
                                          <p:spTgt spid="24"/>
                                        </p:tgtEl>
                                        <p:attrNameLst>
                                          <p:attrName>ppt_h</p:attrName>
                                        </p:attrNameLst>
                                      </p:cBhvr>
                                      <p:tavLst>
                                        <p:tav tm="0">
                                          <p:val>
                                            <p:fltVal val="0"/>
                                          </p:val>
                                        </p:tav>
                                        <p:tav tm="100000">
                                          <p:val>
                                            <p:strVal val="#ppt_h"/>
                                          </p:val>
                                        </p:tav>
                                      </p:tavLst>
                                    </p:anim>
                                    <p:anim calcmode="lin" valueType="num">
                                      <p:cBhvr>
                                        <p:cTn id="86" dur="500" fill="hold"/>
                                        <p:tgtEl>
                                          <p:spTgt spid="24"/>
                                        </p:tgtEl>
                                        <p:attrNameLst>
                                          <p:attrName>style.rotation</p:attrName>
                                        </p:attrNameLst>
                                      </p:cBhvr>
                                      <p:tavLst>
                                        <p:tav tm="0">
                                          <p:val>
                                            <p:fltVal val="360"/>
                                          </p:val>
                                        </p:tav>
                                        <p:tav tm="100000">
                                          <p:val>
                                            <p:fltVal val="0"/>
                                          </p:val>
                                        </p:tav>
                                      </p:tavLst>
                                    </p:anim>
                                    <p:animEffect transition="in" filter="fade">
                                      <p:cBhvr>
                                        <p:cTn id="87" dur="500"/>
                                        <p:tgtEl>
                                          <p:spTgt spid="24"/>
                                        </p:tgtEl>
                                      </p:cBhvr>
                                    </p:animEffect>
                                  </p:childTnLst>
                                </p:cTn>
                              </p:par>
                            </p:childTnLst>
                          </p:cTn>
                        </p:par>
                        <p:par>
                          <p:cTn id="88" fill="hold">
                            <p:stCondLst>
                              <p:cond delay="1500"/>
                            </p:stCondLst>
                            <p:childTnLst>
                              <p:par>
                                <p:cTn id="89" presetID="22" presetClass="exit" presetSubtype="2" fill="hold" nodeType="afterEffect">
                                  <p:stCondLst>
                                    <p:cond delay="0"/>
                                  </p:stCondLst>
                                  <p:childTnLst>
                                    <p:animEffect transition="out" filter="wipe(right)">
                                      <p:cBhvr>
                                        <p:cTn id="90" dur="500"/>
                                        <p:tgtEl>
                                          <p:spTgt spid="52"/>
                                        </p:tgtEl>
                                      </p:cBhvr>
                                    </p:animEffect>
                                    <p:set>
                                      <p:cBhvr>
                                        <p:cTn id="91" dur="1" fill="hold">
                                          <p:stCondLst>
                                            <p:cond delay="499"/>
                                          </p:stCondLst>
                                        </p:cTn>
                                        <p:tgtEl>
                                          <p:spTgt spid="52"/>
                                        </p:tgtEl>
                                        <p:attrNameLst>
                                          <p:attrName>style.visibility</p:attrName>
                                        </p:attrNameLst>
                                      </p:cBhvr>
                                      <p:to>
                                        <p:strVal val="hidden"/>
                                      </p:to>
                                    </p:set>
                                  </p:childTnLst>
                                </p:cTn>
                              </p:par>
                            </p:childTnLst>
                          </p:cTn>
                        </p:par>
                        <p:par>
                          <p:cTn id="92" fill="hold">
                            <p:stCondLst>
                              <p:cond delay="2000"/>
                            </p:stCondLst>
                            <p:childTnLst>
                              <p:par>
                                <p:cTn id="93" presetID="22" presetClass="entr" presetSubtype="8" fill="hold" nodeType="after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wipe(left)">
                                      <p:cBhvr>
                                        <p:cTn id="95" dur="1000"/>
                                        <p:tgtEl>
                                          <p:spTgt spid="54"/>
                                        </p:tgtEl>
                                      </p:cBhvr>
                                    </p:animEffect>
                                  </p:childTnLst>
                                </p:cTn>
                              </p:par>
                            </p:childTnLst>
                          </p:cTn>
                        </p:par>
                      </p:childTnLst>
                    </p:cTn>
                  </p:par>
                  <p:par>
                    <p:cTn id="96" fill="hold">
                      <p:stCondLst>
                        <p:cond delay="indefinite"/>
                      </p:stCondLst>
                      <p:childTnLst>
                        <p:par>
                          <p:cTn id="97" fill="hold">
                            <p:stCondLst>
                              <p:cond delay="0"/>
                            </p:stCondLst>
                            <p:childTnLst>
                              <p:par>
                                <p:cTn id="98" presetID="49" presetClass="entr" presetSubtype="0" decel="100000" fill="hold" grpId="0" nodeType="clickEffect">
                                  <p:stCondLst>
                                    <p:cond delay="0"/>
                                  </p:stCondLst>
                                  <p:childTnLst>
                                    <p:set>
                                      <p:cBhvr>
                                        <p:cTn id="99" dur="1" fill="hold">
                                          <p:stCondLst>
                                            <p:cond delay="0"/>
                                          </p:stCondLst>
                                        </p:cTn>
                                        <p:tgtEl>
                                          <p:spTgt spid="56"/>
                                        </p:tgtEl>
                                        <p:attrNameLst>
                                          <p:attrName>style.visibility</p:attrName>
                                        </p:attrNameLst>
                                      </p:cBhvr>
                                      <p:to>
                                        <p:strVal val="visible"/>
                                      </p:to>
                                    </p:set>
                                    <p:anim calcmode="lin" valueType="num">
                                      <p:cBhvr>
                                        <p:cTn id="100" dur="500" fill="hold"/>
                                        <p:tgtEl>
                                          <p:spTgt spid="56"/>
                                        </p:tgtEl>
                                        <p:attrNameLst>
                                          <p:attrName>ppt_w</p:attrName>
                                        </p:attrNameLst>
                                      </p:cBhvr>
                                      <p:tavLst>
                                        <p:tav tm="0">
                                          <p:val>
                                            <p:fltVal val="0"/>
                                          </p:val>
                                        </p:tav>
                                        <p:tav tm="100000">
                                          <p:val>
                                            <p:strVal val="#ppt_w"/>
                                          </p:val>
                                        </p:tav>
                                      </p:tavLst>
                                    </p:anim>
                                    <p:anim calcmode="lin" valueType="num">
                                      <p:cBhvr>
                                        <p:cTn id="101" dur="500" fill="hold"/>
                                        <p:tgtEl>
                                          <p:spTgt spid="56"/>
                                        </p:tgtEl>
                                        <p:attrNameLst>
                                          <p:attrName>ppt_h</p:attrName>
                                        </p:attrNameLst>
                                      </p:cBhvr>
                                      <p:tavLst>
                                        <p:tav tm="0">
                                          <p:val>
                                            <p:fltVal val="0"/>
                                          </p:val>
                                        </p:tav>
                                        <p:tav tm="100000">
                                          <p:val>
                                            <p:strVal val="#ppt_h"/>
                                          </p:val>
                                        </p:tav>
                                      </p:tavLst>
                                    </p:anim>
                                    <p:anim calcmode="lin" valueType="num">
                                      <p:cBhvr>
                                        <p:cTn id="102" dur="500" fill="hold"/>
                                        <p:tgtEl>
                                          <p:spTgt spid="56"/>
                                        </p:tgtEl>
                                        <p:attrNameLst>
                                          <p:attrName>style.rotation</p:attrName>
                                        </p:attrNameLst>
                                      </p:cBhvr>
                                      <p:tavLst>
                                        <p:tav tm="0">
                                          <p:val>
                                            <p:fltVal val="360"/>
                                          </p:val>
                                        </p:tav>
                                        <p:tav tm="100000">
                                          <p:val>
                                            <p:fltVal val="0"/>
                                          </p:val>
                                        </p:tav>
                                      </p:tavLst>
                                    </p:anim>
                                    <p:animEffect transition="in" filter="fade">
                                      <p:cBhvr>
                                        <p:cTn id="103" dur="500"/>
                                        <p:tgtEl>
                                          <p:spTgt spid="56"/>
                                        </p:tgtEl>
                                      </p:cBhvr>
                                    </p:animEffect>
                                  </p:childTnLst>
                                </p:cTn>
                              </p:par>
                            </p:childTnLst>
                          </p:cTn>
                        </p:par>
                        <p:par>
                          <p:cTn id="104" fill="hold">
                            <p:stCondLst>
                              <p:cond delay="500"/>
                            </p:stCondLst>
                            <p:childTnLst>
                              <p:par>
                                <p:cTn id="105" presetID="42" presetClass="path" presetSubtype="0" accel="50000" decel="50000" fill="hold" grpId="1" nodeType="afterEffect">
                                  <p:stCondLst>
                                    <p:cond delay="0"/>
                                  </p:stCondLst>
                                  <p:childTnLst>
                                    <p:animMotion origin="layout" path="M 4.58333E-6 -4.07407E-6 L 0.04531 0.60255 " pathEditMode="relative" rAng="0" ptsTypes="AA">
                                      <p:cBhvr>
                                        <p:cTn id="106" dur="2000" fill="hold"/>
                                        <p:tgtEl>
                                          <p:spTgt spid="56"/>
                                        </p:tgtEl>
                                        <p:attrNameLst>
                                          <p:attrName>ppt_x</p:attrName>
                                          <p:attrName>ppt_y</p:attrName>
                                        </p:attrNameLst>
                                      </p:cBhvr>
                                      <p:rCtr x="2266" y="30116"/>
                                    </p:animMotion>
                                  </p:childTnLst>
                                </p:cTn>
                              </p:par>
                            </p:childTnLst>
                          </p:cTn>
                        </p:par>
                        <p:par>
                          <p:cTn id="107" fill="hold">
                            <p:stCondLst>
                              <p:cond delay="2500"/>
                            </p:stCondLst>
                            <p:childTnLst>
                              <p:par>
                                <p:cTn id="108" presetID="22" presetClass="exit" presetSubtype="4" fill="hold" nodeType="afterEffect">
                                  <p:stCondLst>
                                    <p:cond delay="0"/>
                                  </p:stCondLst>
                                  <p:childTnLst>
                                    <p:animEffect transition="out" filter="wipe(down)">
                                      <p:cBhvr>
                                        <p:cTn id="109" dur="500"/>
                                        <p:tgtEl>
                                          <p:spTgt spid="21"/>
                                        </p:tgtEl>
                                      </p:cBhvr>
                                    </p:animEffect>
                                    <p:set>
                                      <p:cBhvr>
                                        <p:cTn id="110" dur="1" fill="hold">
                                          <p:stCondLst>
                                            <p:cond delay="499"/>
                                          </p:stCondLst>
                                        </p:cTn>
                                        <p:tgtEl>
                                          <p:spTgt spid="21"/>
                                        </p:tgtEl>
                                        <p:attrNameLst>
                                          <p:attrName>style.visibility</p:attrName>
                                        </p:attrNameLst>
                                      </p:cBhvr>
                                      <p:to>
                                        <p:strVal val="hidden"/>
                                      </p:to>
                                    </p:set>
                                  </p:childTnLst>
                                </p:cTn>
                              </p:par>
                            </p:childTnLst>
                          </p:cTn>
                        </p:par>
                        <p:par>
                          <p:cTn id="111" fill="hold">
                            <p:stCondLst>
                              <p:cond delay="3000"/>
                            </p:stCondLst>
                            <p:childTnLst>
                              <p:par>
                                <p:cTn id="112" presetID="22" presetClass="entr" presetSubtype="8" fill="hold" nodeType="afterEffect">
                                  <p:stCondLst>
                                    <p:cond delay="0"/>
                                  </p:stCondLst>
                                  <p:childTnLst>
                                    <p:set>
                                      <p:cBhvr>
                                        <p:cTn id="113" dur="1" fill="hold">
                                          <p:stCondLst>
                                            <p:cond delay="0"/>
                                          </p:stCondLst>
                                        </p:cTn>
                                        <p:tgtEl>
                                          <p:spTgt spid="25"/>
                                        </p:tgtEl>
                                        <p:attrNameLst>
                                          <p:attrName>style.visibility</p:attrName>
                                        </p:attrNameLst>
                                      </p:cBhvr>
                                      <p:to>
                                        <p:strVal val="visible"/>
                                      </p:to>
                                    </p:set>
                                    <p:animEffect transition="in" filter="wipe(left)">
                                      <p:cBhvr>
                                        <p:cTn id="114" dur="1000"/>
                                        <p:tgtEl>
                                          <p:spTgt spid="25"/>
                                        </p:tgtEl>
                                      </p:cBhvr>
                                    </p:animEffect>
                                  </p:childTnLst>
                                </p:cTn>
                              </p:par>
                            </p:childTnLst>
                          </p:cTn>
                        </p:par>
                        <p:par>
                          <p:cTn id="115" fill="hold">
                            <p:stCondLst>
                              <p:cond delay="4000"/>
                            </p:stCondLst>
                            <p:childTnLst>
                              <p:par>
                                <p:cTn id="116" presetID="32" presetClass="emph" presetSubtype="0" fill="hold" nodeType="afterEffect">
                                  <p:stCondLst>
                                    <p:cond delay="0"/>
                                  </p:stCondLst>
                                  <p:childTnLst>
                                    <p:animRot by="120000">
                                      <p:cBhvr>
                                        <p:cTn id="117" dur="100" fill="hold">
                                          <p:stCondLst>
                                            <p:cond delay="0"/>
                                          </p:stCondLst>
                                        </p:cTn>
                                        <p:tgtEl>
                                          <p:spTgt spid="54"/>
                                        </p:tgtEl>
                                        <p:attrNameLst>
                                          <p:attrName>r</p:attrName>
                                        </p:attrNameLst>
                                      </p:cBhvr>
                                    </p:animRot>
                                    <p:animRot by="-240000">
                                      <p:cBhvr>
                                        <p:cTn id="118" dur="200" fill="hold">
                                          <p:stCondLst>
                                            <p:cond delay="200"/>
                                          </p:stCondLst>
                                        </p:cTn>
                                        <p:tgtEl>
                                          <p:spTgt spid="54"/>
                                        </p:tgtEl>
                                        <p:attrNameLst>
                                          <p:attrName>r</p:attrName>
                                        </p:attrNameLst>
                                      </p:cBhvr>
                                    </p:animRot>
                                    <p:animRot by="240000">
                                      <p:cBhvr>
                                        <p:cTn id="119" dur="200" fill="hold">
                                          <p:stCondLst>
                                            <p:cond delay="400"/>
                                          </p:stCondLst>
                                        </p:cTn>
                                        <p:tgtEl>
                                          <p:spTgt spid="54"/>
                                        </p:tgtEl>
                                        <p:attrNameLst>
                                          <p:attrName>r</p:attrName>
                                        </p:attrNameLst>
                                      </p:cBhvr>
                                    </p:animRot>
                                    <p:animRot by="-240000">
                                      <p:cBhvr>
                                        <p:cTn id="120" dur="200" fill="hold">
                                          <p:stCondLst>
                                            <p:cond delay="600"/>
                                          </p:stCondLst>
                                        </p:cTn>
                                        <p:tgtEl>
                                          <p:spTgt spid="54"/>
                                        </p:tgtEl>
                                        <p:attrNameLst>
                                          <p:attrName>r</p:attrName>
                                        </p:attrNameLst>
                                      </p:cBhvr>
                                    </p:animRot>
                                    <p:animRot by="120000">
                                      <p:cBhvr>
                                        <p:cTn id="121" dur="200" fill="hold">
                                          <p:stCondLst>
                                            <p:cond delay="800"/>
                                          </p:stCondLst>
                                        </p:cTn>
                                        <p:tgtEl>
                                          <p:spTgt spid="54"/>
                                        </p:tgtEl>
                                        <p:attrNameLst>
                                          <p:attrName>r</p:attrName>
                                        </p:attrNameLst>
                                      </p:cBhvr>
                                    </p:animRot>
                                  </p:childTnLst>
                                </p:cTn>
                              </p:par>
                            </p:childTnLst>
                          </p:cTn>
                        </p:par>
                      </p:childTnLst>
                    </p:cTn>
                  </p:par>
                  <p:par>
                    <p:cTn id="122" fill="hold">
                      <p:stCondLst>
                        <p:cond delay="indefinite"/>
                      </p:stCondLst>
                      <p:childTnLst>
                        <p:par>
                          <p:cTn id="123" fill="hold">
                            <p:stCondLst>
                              <p:cond delay="0"/>
                            </p:stCondLst>
                            <p:childTnLst>
                              <p:par>
                                <p:cTn id="124" presetID="49" presetClass="entr" presetSubtype="0" decel="100000" fill="hold" grpId="0" nodeType="clickEffect">
                                  <p:stCondLst>
                                    <p:cond delay="0"/>
                                  </p:stCondLst>
                                  <p:childTnLst>
                                    <p:set>
                                      <p:cBhvr>
                                        <p:cTn id="125" dur="1" fill="hold">
                                          <p:stCondLst>
                                            <p:cond delay="0"/>
                                          </p:stCondLst>
                                        </p:cTn>
                                        <p:tgtEl>
                                          <p:spTgt spid="57"/>
                                        </p:tgtEl>
                                        <p:attrNameLst>
                                          <p:attrName>style.visibility</p:attrName>
                                        </p:attrNameLst>
                                      </p:cBhvr>
                                      <p:to>
                                        <p:strVal val="visible"/>
                                      </p:to>
                                    </p:set>
                                    <p:anim calcmode="lin" valueType="num">
                                      <p:cBhvr>
                                        <p:cTn id="126" dur="500" fill="hold"/>
                                        <p:tgtEl>
                                          <p:spTgt spid="57"/>
                                        </p:tgtEl>
                                        <p:attrNameLst>
                                          <p:attrName>ppt_w</p:attrName>
                                        </p:attrNameLst>
                                      </p:cBhvr>
                                      <p:tavLst>
                                        <p:tav tm="0">
                                          <p:val>
                                            <p:fltVal val="0"/>
                                          </p:val>
                                        </p:tav>
                                        <p:tav tm="100000">
                                          <p:val>
                                            <p:strVal val="#ppt_w"/>
                                          </p:val>
                                        </p:tav>
                                      </p:tavLst>
                                    </p:anim>
                                    <p:anim calcmode="lin" valueType="num">
                                      <p:cBhvr>
                                        <p:cTn id="127" dur="500" fill="hold"/>
                                        <p:tgtEl>
                                          <p:spTgt spid="57"/>
                                        </p:tgtEl>
                                        <p:attrNameLst>
                                          <p:attrName>ppt_h</p:attrName>
                                        </p:attrNameLst>
                                      </p:cBhvr>
                                      <p:tavLst>
                                        <p:tav tm="0">
                                          <p:val>
                                            <p:fltVal val="0"/>
                                          </p:val>
                                        </p:tav>
                                        <p:tav tm="100000">
                                          <p:val>
                                            <p:strVal val="#ppt_h"/>
                                          </p:val>
                                        </p:tav>
                                      </p:tavLst>
                                    </p:anim>
                                    <p:anim calcmode="lin" valueType="num">
                                      <p:cBhvr>
                                        <p:cTn id="128" dur="500" fill="hold"/>
                                        <p:tgtEl>
                                          <p:spTgt spid="57"/>
                                        </p:tgtEl>
                                        <p:attrNameLst>
                                          <p:attrName>style.rotation</p:attrName>
                                        </p:attrNameLst>
                                      </p:cBhvr>
                                      <p:tavLst>
                                        <p:tav tm="0">
                                          <p:val>
                                            <p:fltVal val="360"/>
                                          </p:val>
                                        </p:tav>
                                        <p:tav tm="100000">
                                          <p:val>
                                            <p:fltVal val="0"/>
                                          </p:val>
                                        </p:tav>
                                      </p:tavLst>
                                    </p:anim>
                                    <p:animEffect transition="in" filter="fade">
                                      <p:cBhvr>
                                        <p:cTn id="129" dur="500"/>
                                        <p:tgtEl>
                                          <p:spTgt spid="57"/>
                                        </p:tgtEl>
                                      </p:cBhvr>
                                    </p:animEffect>
                                  </p:childTnLst>
                                </p:cTn>
                              </p:par>
                            </p:childTnLst>
                          </p:cTn>
                        </p:par>
                        <p:par>
                          <p:cTn id="130" fill="hold">
                            <p:stCondLst>
                              <p:cond delay="500"/>
                            </p:stCondLst>
                            <p:childTnLst>
                              <p:par>
                                <p:cTn id="131" presetID="42" presetClass="path" presetSubtype="0" accel="50000" decel="50000" fill="hold" grpId="1" nodeType="afterEffect">
                                  <p:stCondLst>
                                    <p:cond delay="0"/>
                                  </p:stCondLst>
                                  <p:childTnLst>
                                    <p:animMotion origin="layout" path="M 4.58333E-6 -2.59259E-6 L 0.04531 0.54931 " pathEditMode="relative" rAng="0" ptsTypes="AA">
                                      <p:cBhvr>
                                        <p:cTn id="132" dur="2000" fill="hold"/>
                                        <p:tgtEl>
                                          <p:spTgt spid="57"/>
                                        </p:tgtEl>
                                        <p:attrNameLst>
                                          <p:attrName>ppt_x</p:attrName>
                                          <p:attrName>ppt_y</p:attrName>
                                        </p:attrNameLst>
                                      </p:cBhvr>
                                      <p:rCtr x="2266" y="27454"/>
                                    </p:animMotion>
                                  </p:childTnLst>
                                </p:cTn>
                              </p:par>
                            </p:childTnLst>
                          </p:cTn>
                        </p:par>
                        <p:par>
                          <p:cTn id="133" fill="hold">
                            <p:stCondLst>
                              <p:cond delay="2500"/>
                            </p:stCondLst>
                            <p:childTnLst>
                              <p:par>
                                <p:cTn id="134" presetID="22" presetClass="exit" presetSubtype="4" fill="hold" nodeType="afterEffect">
                                  <p:stCondLst>
                                    <p:cond delay="0"/>
                                  </p:stCondLst>
                                  <p:childTnLst>
                                    <p:animEffect transition="out" filter="wipe(down)">
                                      <p:cBhvr>
                                        <p:cTn id="135" dur="500"/>
                                        <p:tgtEl>
                                          <p:spTgt spid="25"/>
                                        </p:tgtEl>
                                      </p:cBhvr>
                                    </p:animEffect>
                                    <p:set>
                                      <p:cBhvr>
                                        <p:cTn id="136" dur="1" fill="hold">
                                          <p:stCondLst>
                                            <p:cond delay="499"/>
                                          </p:stCondLst>
                                        </p:cTn>
                                        <p:tgtEl>
                                          <p:spTgt spid="25"/>
                                        </p:tgtEl>
                                        <p:attrNameLst>
                                          <p:attrName>style.visibility</p:attrName>
                                        </p:attrNameLst>
                                      </p:cBhvr>
                                      <p:to>
                                        <p:strVal val="hidden"/>
                                      </p:to>
                                    </p:set>
                                  </p:childTnLst>
                                </p:cTn>
                              </p:par>
                            </p:childTnLst>
                          </p:cTn>
                        </p:par>
                        <p:par>
                          <p:cTn id="137" fill="hold">
                            <p:stCondLst>
                              <p:cond delay="3000"/>
                            </p:stCondLst>
                            <p:childTnLst>
                              <p:par>
                                <p:cTn id="138" presetID="22" presetClass="entr" presetSubtype="8" fill="hold" nodeType="afterEffect">
                                  <p:stCondLst>
                                    <p:cond delay="0"/>
                                  </p:stCondLst>
                                  <p:childTnLst>
                                    <p:set>
                                      <p:cBhvr>
                                        <p:cTn id="139" dur="1" fill="hold">
                                          <p:stCondLst>
                                            <p:cond delay="0"/>
                                          </p:stCondLst>
                                        </p:cTn>
                                        <p:tgtEl>
                                          <p:spTgt spid="27"/>
                                        </p:tgtEl>
                                        <p:attrNameLst>
                                          <p:attrName>style.visibility</p:attrName>
                                        </p:attrNameLst>
                                      </p:cBhvr>
                                      <p:to>
                                        <p:strVal val="visible"/>
                                      </p:to>
                                    </p:set>
                                    <p:animEffect transition="in" filter="wipe(left)">
                                      <p:cBhvr>
                                        <p:cTn id="140" dur="1000"/>
                                        <p:tgtEl>
                                          <p:spTgt spid="27"/>
                                        </p:tgtEl>
                                      </p:cBhvr>
                                    </p:animEffect>
                                  </p:childTnLst>
                                </p:cTn>
                              </p:par>
                            </p:childTnLst>
                          </p:cTn>
                        </p:par>
                        <p:par>
                          <p:cTn id="141" fill="hold">
                            <p:stCondLst>
                              <p:cond delay="4000"/>
                            </p:stCondLst>
                            <p:childTnLst>
                              <p:par>
                                <p:cTn id="142" presetID="32" presetClass="emph" presetSubtype="0" fill="hold" nodeType="afterEffect">
                                  <p:stCondLst>
                                    <p:cond delay="0"/>
                                  </p:stCondLst>
                                  <p:childTnLst>
                                    <p:animRot by="120000">
                                      <p:cBhvr>
                                        <p:cTn id="143" dur="100" fill="hold">
                                          <p:stCondLst>
                                            <p:cond delay="0"/>
                                          </p:stCondLst>
                                        </p:cTn>
                                        <p:tgtEl>
                                          <p:spTgt spid="54"/>
                                        </p:tgtEl>
                                        <p:attrNameLst>
                                          <p:attrName>r</p:attrName>
                                        </p:attrNameLst>
                                      </p:cBhvr>
                                    </p:animRot>
                                    <p:animRot by="-240000">
                                      <p:cBhvr>
                                        <p:cTn id="144" dur="200" fill="hold">
                                          <p:stCondLst>
                                            <p:cond delay="200"/>
                                          </p:stCondLst>
                                        </p:cTn>
                                        <p:tgtEl>
                                          <p:spTgt spid="54"/>
                                        </p:tgtEl>
                                        <p:attrNameLst>
                                          <p:attrName>r</p:attrName>
                                        </p:attrNameLst>
                                      </p:cBhvr>
                                    </p:animRot>
                                    <p:animRot by="240000">
                                      <p:cBhvr>
                                        <p:cTn id="145" dur="200" fill="hold">
                                          <p:stCondLst>
                                            <p:cond delay="400"/>
                                          </p:stCondLst>
                                        </p:cTn>
                                        <p:tgtEl>
                                          <p:spTgt spid="54"/>
                                        </p:tgtEl>
                                        <p:attrNameLst>
                                          <p:attrName>r</p:attrName>
                                        </p:attrNameLst>
                                      </p:cBhvr>
                                    </p:animRot>
                                    <p:animRot by="-240000">
                                      <p:cBhvr>
                                        <p:cTn id="146" dur="200" fill="hold">
                                          <p:stCondLst>
                                            <p:cond delay="600"/>
                                          </p:stCondLst>
                                        </p:cTn>
                                        <p:tgtEl>
                                          <p:spTgt spid="54"/>
                                        </p:tgtEl>
                                        <p:attrNameLst>
                                          <p:attrName>r</p:attrName>
                                        </p:attrNameLst>
                                      </p:cBhvr>
                                    </p:animRot>
                                    <p:animRot by="120000">
                                      <p:cBhvr>
                                        <p:cTn id="147" dur="200" fill="hold">
                                          <p:stCondLst>
                                            <p:cond delay="800"/>
                                          </p:stCondLst>
                                        </p:cTn>
                                        <p:tgtEl>
                                          <p:spTgt spid="54"/>
                                        </p:tgtEl>
                                        <p:attrNameLst>
                                          <p:attrName>r</p:attrName>
                                        </p:attrNameLst>
                                      </p:cBhvr>
                                    </p:animRot>
                                  </p:childTnLst>
                                </p:cTn>
                              </p:par>
                            </p:childTnLst>
                          </p:cTn>
                        </p:par>
                      </p:childTnLst>
                    </p:cTn>
                  </p:par>
                  <p:par>
                    <p:cTn id="148" fill="hold">
                      <p:stCondLst>
                        <p:cond delay="indefinite"/>
                      </p:stCondLst>
                      <p:childTnLst>
                        <p:par>
                          <p:cTn id="149" fill="hold">
                            <p:stCondLst>
                              <p:cond delay="0"/>
                            </p:stCondLst>
                            <p:childTnLst>
                              <p:par>
                                <p:cTn id="150" presetID="49" presetClass="entr" presetSubtype="0" decel="100000" fill="hold" grpId="0" nodeType="clickEffect">
                                  <p:stCondLst>
                                    <p:cond delay="0"/>
                                  </p:stCondLst>
                                  <p:childTnLst>
                                    <p:set>
                                      <p:cBhvr>
                                        <p:cTn id="151" dur="1" fill="hold">
                                          <p:stCondLst>
                                            <p:cond delay="0"/>
                                          </p:stCondLst>
                                        </p:cTn>
                                        <p:tgtEl>
                                          <p:spTgt spid="58"/>
                                        </p:tgtEl>
                                        <p:attrNameLst>
                                          <p:attrName>style.visibility</p:attrName>
                                        </p:attrNameLst>
                                      </p:cBhvr>
                                      <p:to>
                                        <p:strVal val="visible"/>
                                      </p:to>
                                    </p:set>
                                    <p:anim calcmode="lin" valueType="num">
                                      <p:cBhvr>
                                        <p:cTn id="152" dur="500" fill="hold"/>
                                        <p:tgtEl>
                                          <p:spTgt spid="58"/>
                                        </p:tgtEl>
                                        <p:attrNameLst>
                                          <p:attrName>ppt_w</p:attrName>
                                        </p:attrNameLst>
                                      </p:cBhvr>
                                      <p:tavLst>
                                        <p:tav tm="0">
                                          <p:val>
                                            <p:fltVal val="0"/>
                                          </p:val>
                                        </p:tav>
                                        <p:tav tm="100000">
                                          <p:val>
                                            <p:strVal val="#ppt_w"/>
                                          </p:val>
                                        </p:tav>
                                      </p:tavLst>
                                    </p:anim>
                                    <p:anim calcmode="lin" valueType="num">
                                      <p:cBhvr>
                                        <p:cTn id="153" dur="500" fill="hold"/>
                                        <p:tgtEl>
                                          <p:spTgt spid="58"/>
                                        </p:tgtEl>
                                        <p:attrNameLst>
                                          <p:attrName>ppt_h</p:attrName>
                                        </p:attrNameLst>
                                      </p:cBhvr>
                                      <p:tavLst>
                                        <p:tav tm="0">
                                          <p:val>
                                            <p:fltVal val="0"/>
                                          </p:val>
                                        </p:tav>
                                        <p:tav tm="100000">
                                          <p:val>
                                            <p:strVal val="#ppt_h"/>
                                          </p:val>
                                        </p:tav>
                                      </p:tavLst>
                                    </p:anim>
                                    <p:anim calcmode="lin" valueType="num">
                                      <p:cBhvr>
                                        <p:cTn id="154" dur="500" fill="hold"/>
                                        <p:tgtEl>
                                          <p:spTgt spid="58"/>
                                        </p:tgtEl>
                                        <p:attrNameLst>
                                          <p:attrName>style.rotation</p:attrName>
                                        </p:attrNameLst>
                                      </p:cBhvr>
                                      <p:tavLst>
                                        <p:tav tm="0">
                                          <p:val>
                                            <p:fltVal val="360"/>
                                          </p:val>
                                        </p:tav>
                                        <p:tav tm="100000">
                                          <p:val>
                                            <p:fltVal val="0"/>
                                          </p:val>
                                        </p:tav>
                                      </p:tavLst>
                                    </p:anim>
                                    <p:animEffect transition="in" filter="fade">
                                      <p:cBhvr>
                                        <p:cTn id="155" dur="500"/>
                                        <p:tgtEl>
                                          <p:spTgt spid="58"/>
                                        </p:tgtEl>
                                      </p:cBhvr>
                                    </p:animEffect>
                                  </p:childTnLst>
                                </p:cTn>
                              </p:par>
                            </p:childTnLst>
                          </p:cTn>
                        </p:par>
                        <p:par>
                          <p:cTn id="156" fill="hold">
                            <p:stCondLst>
                              <p:cond delay="500"/>
                            </p:stCondLst>
                            <p:childTnLst>
                              <p:par>
                                <p:cTn id="157" presetID="42" presetClass="path" presetSubtype="0" accel="50000" decel="50000" fill="hold" grpId="1" nodeType="afterEffect">
                                  <p:stCondLst>
                                    <p:cond delay="0"/>
                                  </p:stCondLst>
                                  <p:childTnLst>
                                    <p:animMotion origin="layout" path="M 4.58333E-6 3.7037E-7 L 0.04557 0.49838 " pathEditMode="relative" rAng="0" ptsTypes="AA">
                                      <p:cBhvr>
                                        <p:cTn id="158" dur="2000" fill="hold"/>
                                        <p:tgtEl>
                                          <p:spTgt spid="58"/>
                                        </p:tgtEl>
                                        <p:attrNameLst>
                                          <p:attrName>ppt_x</p:attrName>
                                          <p:attrName>ppt_y</p:attrName>
                                        </p:attrNameLst>
                                      </p:cBhvr>
                                      <p:rCtr x="2279" y="24907"/>
                                    </p:animMotion>
                                  </p:childTnLst>
                                </p:cTn>
                              </p:par>
                            </p:childTnLst>
                          </p:cTn>
                        </p:par>
                        <p:par>
                          <p:cTn id="159" fill="hold">
                            <p:stCondLst>
                              <p:cond delay="2500"/>
                            </p:stCondLst>
                            <p:childTnLst>
                              <p:par>
                                <p:cTn id="160" presetID="22" presetClass="exit" presetSubtype="2" fill="hold" nodeType="afterEffect">
                                  <p:stCondLst>
                                    <p:cond delay="0"/>
                                  </p:stCondLst>
                                  <p:childTnLst>
                                    <p:animEffect transition="out" filter="wipe(right)">
                                      <p:cBhvr>
                                        <p:cTn id="161" dur="500"/>
                                        <p:tgtEl>
                                          <p:spTgt spid="27"/>
                                        </p:tgtEl>
                                      </p:cBhvr>
                                    </p:animEffect>
                                    <p:set>
                                      <p:cBhvr>
                                        <p:cTn id="162" dur="1" fill="hold">
                                          <p:stCondLst>
                                            <p:cond delay="499"/>
                                          </p:stCondLst>
                                        </p:cTn>
                                        <p:tgtEl>
                                          <p:spTgt spid="27"/>
                                        </p:tgtEl>
                                        <p:attrNameLst>
                                          <p:attrName>style.visibility</p:attrName>
                                        </p:attrNameLst>
                                      </p:cBhvr>
                                      <p:to>
                                        <p:strVal val="hidden"/>
                                      </p:to>
                                    </p:set>
                                  </p:childTnLst>
                                </p:cTn>
                              </p:par>
                            </p:childTnLst>
                          </p:cTn>
                        </p:par>
                        <p:par>
                          <p:cTn id="163" fill="hold">
                            <p:stCondLst>
                              <p:cond delay="3000"/>
                            </p:stCondLst>
                            <p:childTnLst>
                              <p:par>
                                <p:cTn id="164" presetID="22" presetClass="entr" presetSubtype="4" fill="hold" nodeType="afterEffect">
                                  <p:stCondLst>
                                    <p:cond delay="0"/>
                                  </p:stCondLst>
                                  <p:childTnLst>
                                    <p:set>
                                      <p:cBhvr>
                                        <p:cTn id="165" dur="1" fill="hold">
                                          <p:stCondLst>
                                            <p:cond delay="0"/>
                                          </p:stCondLst>
                                        </p:cTn>
                                        <p:tgtEl>
                                          <p:spTgt spid="28"/>
                                        </p:tgtEl>
                                        <p:attrNameLst>
                                          <p:attrName>style.visibility</p:attrName>
                                        </p:attrNameLst>
                                      </p:cBhvr>
                                      <p:to>
                                        <p:strVal val="visible"/>
                                      </p:to>
                                    </p:set>
                                    <p:animEffect transition="in" filter="wipe(down)">
                                      <p:cBhvr>
                                        <p:cTn id="166" dur="1000"/>
                                        <p:tgtEl>
                                          <p:spTgt spid="28"/>
                                        </p:tgtEl>
                                      </p:cBhvr>
                                    </p:animEffect>
                                  </p:childTnLst>
                                </p:cTn>
                              </p:par>
                            </p:childTnLst>
                          </p:cTn>
                        </p:par>
                        <p:par>
                          <p:cTn id="167" fill="hold">
                            <p:stCondLst>
                              <p:cond delay="4000"/>
                            </p:stCondLst>
                            <p:childTnLst>
                              <p:par>
                                <p:cTn id="168" presetID="32" presetClass="emph" presetSubtype="0" fill="hold" nodeType="afterEffect">
                                  <p:stCondLst>
                                    <p:cond delay="0"/>
                                  </p:stCondLst>
                                  <p:childTnLst>
                                    <p:animRot by="120000">
                                      <p:cBhvr>
                                        <p:cTn id="169" dur="100" fill="hold">
                                          <p:stCondLst>
                                            <p:cond delay="0"/>
                                          </p:stCondLst>
                                        </p:cTn>
                                        <p:tgtEl>
                                          <p:spTgt spid="54"/>
                                        </p:tgtEl>
                                        <p:attrNameLst>
                                          <p:attrName>r</p:attrName>
                                        </p:attrNameLst>
                                      </p:cBhvr>
                                    </p:animRot>
                                    <p:animRot by="-240000">
                                      <p:cBhvr>
                                        <p:cTn id="170" dur="200" fill="hold">
                                          <p:stCondLst>
                                            <p:cond delay="200"/>
                                          </p:stCondLst>
                                        </p:cTn>
                                        <p:tgtEl>
                                          <p:spTgt spid="54"/>
                                        </p:tgtEl>
                                        <p:attrNameLst>
                                          <p:attrName>r</p:attrName>
                                        </p:attrNameLst>
                                      </p:cBhvr>
                                    </p:animRot>
                                    <p:animRot by="240000">
                                      <p:cBhvr>
                                        <p:cTn id="171" dur="200" fill="hold">
                                          <p:stCondLst>
                                            <p:cond delay="400"/>
                                          </p:stCondLst>
                                        </p:cTn>
                                        <p:tgtEl>
                                          <p:spTgt spid="54"/>
                                        </p:tgtEl>
                                        <p:attrNameLst>
                                          <p:attrName>r</p:attrName>
                                        </p:attrNameLst>
                                      </p:cBhvr>
                                    </p:animRot>
                                    <p:animRot by="-240000">
                                      <p:cBhvr>
                                        <p:cTn id="172" dur="200" fill="hold">
                                          <p:stCondLst>
                                            <p:cond delay="600"/>
                                          </p:stCondLst>
                                        </p:cTn>
                                        <p:tgtEl>
                                          <p:spTgt spid="54"/>
                                        </p:tgtEl>
                                        <p:attrNameLst>
                                          <p:attrName>r</p:attrName>
                                        </p:attrNameLst>
                                      </p:cBhvr>
                                    </p:animRot>
                                    <p:animRot by="120000">
                                      <p:cBhvr>
                                        <p:cTn id="173" dur="200" fill="hold">
                                          <p:stCondLst>
                                            <p:cond delay="800"/>
                                          </p:stCondLst>
                                        </p:cTn>
                                        <p:tgtEl>
                                          <p:spTgt spid="54"/>
                                        </p:tgtEl>
                                        <p:attrNameLst>
                                          <p:attrName>r</p:attrName>
                                        </p:attrNameLst>
                                      </p:cBhvr>
                                    </p:animRot>
                                  </p:childTnLst>
                                </p:cTn>
                              </p:par>
                            </p:childTnLst>
                          </p:cTn>
                        </p:par>
                      </p:childTnLst>
                    </p:cTn>
                  </p:par>
                  <p:par>
                    <p:cTn id="174" fill="hold">
                      <p:stCondLst>
                        <p:cond delay="indefinite"/>
                      </p:stCondLst>
                      <p:childTnLst>
                        <p:par>
                          <p:cTn id="175" fill="hold">
                            <p:stCondLst>
                              <p:cond delay="0"/>
                            </p:stCondLst>
                            <p:childTnLst>
                              <p:par>
                                <p:cTn id="176" presetID="49" presetClass="entr" presetSubtype="0" decel="100000" fill="hold" grpId="0" nodeType="clickEffect">
                                  <p:stCondLst>
                                    <p:cond delay="0"/>
                                  </p:stCondLst>
                                  <p:childTnLst>
                                    <p:set>
                                      <p:cBhvr>
                                        <p:cTn id="177" dur="1" fill="hold">
                                          <p:stCondLst>
                                            <p:cond delay="0"/>
                                          </p:stCondLst>
                                        </p:cTn>
                                        <p:tgtEl>
                                          <p:spTgt spid="59"/>
                                        </p:tgtEl>
                                        <p:attrNameLst>
                                          <p:attrName>style.visibility</p:attrName>
                                        </p:attrNameLst>
                                      </p:cBhvr>
                                      <p:to>
                                        <p:strVal val="visible"/>
                                      </p:to>
                                    </p:set>
                                    <p:anim calcmode="lin" valueType="num">
                                      <p:cBhvr>
                                        <p:cTn id="178" dur="500" fill="hold"/>
                                        <p:tgtEl>
                                          <p:spTgt spid="59"/>
                                        </p:tgtEl>
                                        <p:attrNameLst>
                                          <p:attrName>ppt_w</p:attrName>
                                        </p:attrNameLst>
                                      </p:cBhvr>
                                      <p:tavLst>
                                        <p:tav tm="0">
                                          <p:val>
                                            <p:fltVal val="0"/>
                                          </p:val>
                                        </p:tav>
                                        <p:tav tm="100000">
                                          <p:val>
                                            <p:strVal val="#ppt_w"/>
                                          </p:val>
                                        </p:tav>
                                      </p:tavLst>
                                    </p:anim>
                                    <p:anim calcmode="lin" valueType="num">
                                      <p:cBhvr>
                                        <p:cTn id="179" dur="500" fill="hold"/>
                                        <p:tgtEl>
                                          <p:spTgt spid="59"/>
                                        </p:tgtEl>
                                        <p:attrNameLst>
                                          <p:attrName>ppt_h</p:attrName>
                                        </p:attrNameLst>
                                      </p:cBhvr>
                                      <p:tavLst>
                                        <p:tav tm="0">
                                          <p:val>
                                            <p:fltVal val="0"/>
                                          </p:val>
                                        </p:tav>
                                        <p:tav tm="100000">
                                          <p:val>
                                            <p:strVal val="#ppt_h"/>
                                          </p:val>
                                        </p:tav>
                                      </p:tavLst>
                                    </p:anim>
                                    <p:anim calcmode="lin" valueType="num">
                                      <p:cBhvr>
                                        <p:cTn id="180" dur="500" fill="hold"/>
                                        <p:tgtEl>
                                          <p:spTgt spid="59"/>
                                        </p:tgtEl>
                                        <p:attrNameLst>
                                          <p:attrName>style.rotation</p:attrName>
                                        </p:attrNameLst>
                                      </p:cBhvr>
                                      <p:tavLst>
                                        <p:tav tm="0">
                                          <p:val>
                                            <p:fltVal val="360"/>
                                          </p:val>
                                        </p:tav>
                                        <p:tav tm="100000">
                                          <p:val>
                                            <p:fltVal val="0"/>
                                          </p:val>
                                        </p:tav>
                                      </p:tavLst>
                                    </p:anim>
                                    <p:animEffect transition="in" filter="fade">
                                      <p:cBhvr>
                                        <p:cTn id="181" dur="500"/>
                                        <p:tgtEl>
                                          <p:spTgt spid="59"/>
                                        </p:tgtEl>
                                      </p:cBhvr>
                                    </p:animEffect>
                                  </p:childTnLst>
                                </p:cTn>
                              </p:par>
                            </p:childTnLst>
                          </p:cTn>
                        </p:par>
                        <p:par>
                          <p:cTn id="182" fill="hold">
                            <p:stCondLst>
                              <p:cond delay="500"/>
                            </p:stCondLst>
                            <p:childTnLst>
                              <p:par>
                                <p:cTn id="183" presetID="42" presetClass="path" presetSubtype="0" accel="50000" decel="50000" fill="hold" grpId="1" nodeType="afterEffect">
                                  <p:stCondLst>
                                    <p:cond delay="0"/>
                                  </p:stCondLst>
                                  <p:childTnLst>
                                    <p:animMotion origin="layout" path="M 4.58333E-6 7.40741E-7 L 0.04635 0.44699 " pathEditMode="relative" rAng="0" ptsTypes="AA">
                                      <p:cBhvr>
                                        <p:cTn id="184" dur="2000" fill="hold"/>
                                        <p:tgtEl>
                                          <p:spTgt spid="59"/>
                                        </p:tgtEl>
                                        <p:attrNameLst>
                                          <p:attrName>ppt_x</p:attrName>
                                          <p:attrName>ppt_y</p:attrName>
                                        </p:attrNameLst>
                                      </p:cBhvr>
                                      <p:rCtr x="2318" y="22338"/>
                                    </p:animMotion>
                                  </p:childTnLst>
                                </p:cTn>
                              </p:par>
                            </p:childTnLst>
                          </p:cTn>
                        </p:par>
                        <p:par>
                          <p:cTn id="185" fill="hold">
                            <p:stCondLst>
                              <p:cond delay="2500"/>
                            </p:stCondLst>
                            <p:childTnLst>
                              <p:par>
                                <p:cTn id="186" presetID="22" presetClass="exit" presetSubtype="2" fill="hold" nodeType="afterEffect">
                                  <p:stCondLst>
                                    <p:cond delay="0"/>
                                  </p:stCondLst>
                                  <p:childTnLst>
                                    <p:animEffect transition="out" filter="wipe(right)">
                                      <p:cBhvr>
                                        <p:cTn id="187" dur="500"/>
                                        <p:tgtEl>
                                          <p:spTgt spid="28"/>
                                        </p:tgtEl>
                                      </p:cBhvr>
                                    </p:animEffect>
                                    <p:set>
                                      <p:cBhvr>
                                        <p:cTn id="188" dur="1" fill="hold">
                                          <p:stCondLst>
                                            <p:cond delay="499"/>
                                          </p:stCondLst>
                                        </p:cTn>
                                        <p:tgtEl>
                                          <p:spTgt spid="28"/>
                                        </p:tgtEl>
                                        <p:attrNameLst>
                                          <p:attrName>style.visibility</p:attrName>
                                        </p:attrNameLst>
                                      </p:cBhvr>
                                      <p:to>
                                        <p:strVal val="hidden"/>
                                      </p:to>
                                    </p:set>
                                  </p:childTnLst>
                                </p:cTn>
                              </p:par>
                            </p:childTnLst>
                          </p:cTn>
                        </p:par>
                        <p:par>
                          <p:cTn id="189" fill="hold">
                            <p:stCondLst>
                              <p:cond delay="3000"/>
                            </p:stCondLst>
                            <p:childTnLst>
                              <p:par>
                                <p:cTn id="190" presetID="22" presetClass="entr" presetSubtype="4" fill="hold" nodeType="afterEffect">
                                  <p:stCondLst>
                                    <p:cond delay="0"/>
                                  </p:stCondLst>
                                  <p:childTnLst>
                                    <p:set>
                                      <p:cBhvr>
                                        <p:cTn id="191" dur="1" fill="hold">
                                          <p:stCondLst>
                                            <p:cond delay="0"/>
                                          </p:stCondLst>
                                        </p:cTn>
                                        <p:tgtEl>
                                          <p:spTgt spid="29"/>
                                        </p:tgtEl>
                                        <p:attrNameLst>
                                          <p:attrName>style.visibility</p:attrName>
                                        </p:attrNameLst>
                                      </p:cBhvr>
                                      <p:to>
                                        <p:strVal val="visible"/>
                                      </p:to>
                                    </p:set>
                                    <p:animEffect transition="in" filter="wipe(down)">
                                      <p:cBhvr>
                                        <p:cTn id="192" dur="500"/>
                                        <p:tgtEl>
                                          <p:spTgt spid="29"/>
                                        </p:tgtEl>
                                      </p:cBhvr>
                                    </p:animEffect>
                                  </p:childTnLst>
                                </p:cTn>
                              </p:par>
                            </p:childTnLst>
                          </p:cTn>
                        </p:par>
                      </p:childTnLst>
                    </p:cTn>
                  </p:par>
                  <p:par>
                    <p:cTn id="193" fill="hold">
                      <p:stCondLst>
                        <p:cond delay="indefinite"/>
                      </p:stCondLst>
                      <p:childTnLst>
                        <p:par>
                          <p:cTn id="194" fill="hold">
                            <p:stCondLst>
                              <p:cond delay="0"/>
                            </p:stCondLst>
                            <p:childTnLst>
                              <p:par>
                                <p:cTn id="195" presetID="22" presetClass="exit" presetSubtype="2" fill="hold" nodeType="clickEffect">
                                  <p:stCondLst>
                                    <p:cond delay="0"/>
                                  </p:stCondLst>
                                  <p:childTnLst>
                                    <p:animEffect transition="out" filter="wipe(right)">
                                      <p:cBhvr>
                                        <p:cTn id="196" dur="500"/>
                                        <p:tgtEl>
                                          <p:spTgt spid="54"/>
                                        </p:tgtEl>
                                      </p:cBhvr>
                                    </p:animEffect>
                                    <p:set>
                                      <p:cBhvr>
                                        <p:cTn id="197" dur="1" fill="hold">
                                          <p:stCondLst>
                                            <p:cond delay="499"/>
                                          </p:stCondLst>
                                        </p:cTn>
                                        <p:tgtEl>
                                          <p:spTgt spid="54"/>
                                        </p:tgtEl>
                                        <p:attrNameLst>
                                          <p:attrName>style.visibility</p:attrName>
                                        </p:attrNameLst>
                                      </p:cBhvr>
                                      <p:to>
                                        <p:strVal val="hidden"/>
                                      </p:to>
                                    </p:set>
                                  </p:childTnLst>
                                </p:cTn>
                              </p:par>
                            </p:childTnLst>
                          </p:cTn>
                        </p:par>
                        <p:par>
                          <p:cTn id="198" fill="hold">
                            <p:stCondLst>
                              <p:cond delay="500"/>
                            </p:stCondLst>
                            <p:childTnLst>
                              <p:par>
                                <p:cTn id="199" presetID="22" presetClass="entr" presetSubtype="8" fill="hold" nodeType="afterEffect">
                                  <p:stCondLst>
                                    <p:cond delay="0"/>
                                  </p:stCondLst>
                                  <p:childTnLst>
                                    <p:set>
                                      <p:cBhvr>
                                        <p:cTn id="200" dur="1" fill="hold">
                                          <p:stCondLst>
                                            <p:cond delay="0"/>
                                          </p:stCondLst>
                                        </p:cTn>
                                        <p:tgtEl>
                                          <p:spTgt spid="60"/>
                                        </p:tgtEl>
                                        <p:attrNameLst>
                                          <p:attrName>style.visibility</p:attrName>
                                        </p:attrNameLst>
                                      </p:cBhvr>
                                      <p:to>
                                        <p:strVal val="visible"/>
                                      </p:to>
                                    </p:set>
                                    <p:animEffect transition="in" filter="wipe(left)">
                                      <p:cBhvr>
                                        <p:cTn id="201" dur="1000"/>
                                        <p:tgtEl>
                                          <p:spTgt spid="60"/>
                                        </p:tgtEl>
                                      </p:cBhvr>
                                    </p:animEffect>
                                  </p:childTnLst>
                                </p:cTn>
                              </p:par>
                            </p:childTnLst>
                          </p:cTn>
                        </p:par>
                        <p:par>
                          <p:cTn id="202" fill="hold">
                            <p:stCondLst>
                              <p:cond delay="1500"/>
                            </p:stCondLst>
                            <p:childTnLst>
                              <p:par>
                                <p:cTn id="203" presetID="22" presetClass="entr" presetSubtype="8" fill="hold" grpId="0" nodeType="afterEffect">
                                  <p:stCondLst>
                                    <p:cond delay="0"/>
                                  </p:stCondLst>
                                  <p:childTnLst>
                                    <p:set>
                                      <p:cBhvr>
                                        <p:cTn id="204" dur="1" fill="hold">
                                          <p:stCondLst>
                                            <p:cond delay="0"/>
                                          </p:stCondLst>
                                        </p:cTn>
                                        <p:tgtEl>
                                          <p:spTgt spid="64"/>
                                        </p:tgtEl>
                                        <p:attrNameLst>
                                          <p:attrName>style.visibility</p:attrName>
                                        </p:attrNameLst>
                                      </p:cBhvr>
                                      <p:to>
                                        <p:strVal val="visible"/>
                                      </p:to>
                                    </p:set>
                                    <p:animEffect transition="in" filter="wipe(left)">
                                      <p:cBhvr>
                                        <p:cTn id="205" dur="1000"/>
                                        <p:tgtEl>
                                          <p:spTgt spid="64"/>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xit" presetSubtype="1" fill="hold" nodeType="clickEffect">
                                  <p:stCondLst>
                                    <p:cond delay="0"/>
                                  </p:stCondLst>
                                  <p:childTnLst>
                                    <p:animEffect transition="out" filter="wipe(up)">
                                      <p:cBhvr>
                                        <p:cTn id="209" dur="500"/>
                                        <p:tgtEl>
                                          <p:spTgt spid="29"/>
                                        </p:tgtEl>
                                      </p:cBhvr>
                                    </p:animEffect>
                                    <p:set>
                                      <p:cBhvr>
                                        <p:cTn id="210" dur="1" fill="hold">
                                          <p:stCondLst>
                                            <p:cond delay="499"/>
                                          </p:stCondLst>
                                        </p:cTn>
                                        <p:tgtEl>
                                          <p:spTgt spid="29"/>
                                        </p:tgtEl>
                                        <p:attrNameLst>
                                          <p:attrName>style.visibility</p:attrName>
                                        </p:attrNameLst>
                                      </p:cBhvr>
                                      <p:to>
                                        <p:strVal val="hidden"/>
                                      </p:to>
                                    </p:set>
                                  </p:childTnLst>
                                </p:cTn>
                              </p:par>
                            </p:childTnLst>
                          </p:cTn>
                        </p:par>
                        <p:par>
                          <p:cTn id="211" fill="hold">
                            <p:stCondLst>
                              <p:cond delay="500"/>
                            </p:stCondLst>
                            <p:childTnLst>
                              <p:par>
                                <p:cTn id="212" presetID="22" presetClass="entr" presetSubtype="4" fill="hold" nodeType="afterEffect">
                                  <p:stCondLst>
                                    <p:cond delay="0"/>
                                  </p:stCondLst>
                                  <p:childTnLst>
                                    <p:set>
                                      <p:cBhvr>
                                        <p:cTn id="213" dur="1" fill="hold">
                                          <p:stCondLst>
                                            <p:cond delay="0"/>
                                          </p:stCondLst>
                                        </p:cTn>
                                        <p:tgtEl>
                                          <p:spTgt spid="28"/>
                                        </p:tgtEl>
                                        <p:attrNameLst>
                                          <p:attrName>style.visibility</p:attrName>
                                        </p:attrNameLst>
                                      </p:cBhvr>
                                      <p:to>
                                        <p:strVal val="visible"/>
                                      </p:to>
                                    </p:set>
                                    <p:animEffect transition="in" filter="wipe(down)">
                                      <p:cBhvr>
                                        <p:cTn id="214" dur="1000"/>
                                        <p:tgtEl>
                                          <p:spTgt spid="28"/>
                                        </p:tgtEl>
                                      </p:cBhvr>
                                    </p:animEffect>
                                  </p:childTnLst>
                                </p:cTn>
                              </p:par>
                            </p:childTnLst>
                          </p:cTn>
                        </p:par>
                        <p:par>
                          <p:cTn id="215" fill="hold">
                            <p:stCondLst>
                              <p:cond delay="1500"/>
                            </p:stCondLst>
                            <p:childTnLst>
                              <p:par>
                                <p:cTn id="216" presetID="8" presetClass="emph" presetSubtype="0" fill="hold" grpId="2" nodeType="afterEffect">
                                  <p:stCondLst>
                                    <p:cond delay="0"/>
                                  </p:stCondLst>
                                  <p:childTnLst>
                                    <p:animRot by="21600000">
                                      <p:cBhvr>
                                        <p:cTn id="217" dur="1000" fill="hold"/>
                                        <p:tgtEl>
                                          <p:spTgt spid="59"/>
                                        </p:tgtEl>
                                        <p:attrNameLst>
                                          <p:attrName>r</p:attrName>
                                        </p:attrNameLst>
                                      </p:cBhvr>
                                    </p:animRot>
                                  </p:childTnLst>
                                </p:cTn>
                              </p:par>
                            </p:childTnLst>
                          </p:cTn>
                        </p:par>
                        <p:par>
                          <p:cTn id="218" fill="hold">
                            <p:stCondLst>
                              <p:cond delay="2500"/>
                            </p:stCondLst>
                            <p:childTnLst>
                              <p:par>
                                <p:cTn id="219" presetID="63" presetClass="path" presetSubtype="0" accel="50000" decel="50000" fill="hold" grpId="3" nodeType="afterEffect">
                                  <p:stCondLst>
                                    <p:cond delay="0"/>
                                  </p:stCondLst>
                                  <p:childTnLst>
                                    <p:animMotion origin="layout" path="M 0.04635 0.44699 L 0.17617 0.45903 " pathEditMode="relative" rAng="0" ptsTypes="AA">
                                      <p:cBhvr>
                                        <p:cTn id="220" dur="2000" fill="hold"/>
                                        <p:tgtEl>
                                          <p:spTgt spid="59"/>
                                        </p:tgtEl>
                                        <p:attrNameLst>
                                          <p:attrName>ppt_x</p:attrName>
                                          <p:attrName>ppt_y</p:attrName>
                                        </p:attrNameLst>
                                      </p:cBhvr>
                                      <p:rCtr x="6484" y="602"/>
                                    </p:animMotion>
                                  </p:childTnLst>
                                </p:cTn>
                              </p:par>
                            </p:childTnLst>
                          </p:cTn>
                        </p:par>
                        <p:par>
                          <p:cTn id="221" fill="hold">
                            <p:stCondLst>
                              <p:cond delay="4500"/>
                            </p:stCondLst>
                            <p:childTnLst>
                              <p:par>
                                <p:cTn id="222" presetID="32" presetClass="emph" presetSubtype="0" fill="hold" nodeType="afterEffect">
                                  <p:stCondLst>
                                    <p:cond delay="0"/>
                                  </p:stCondLst>
                                  <p:childTnLst>
                                    <p:animRot by="120000">
                                      <p:cBhvr>
                                        <p:cTn id="223" dur="100" fill="hold">
                                          <p:stCondLst>
                                            <p:cond delay="0"/>
                                          </p:stCondLst>
                                        </p:cTn>
                                        <p:tgtEl>
                                          <p:spTgt spid="60"/>
                                        </p:tgtEl>
                                        <p:attrNameLst>
                                          <p:attrName>r</p:attrName>
                                        </p:attrNameLst>
                                      </p:cBhvr>
                                    </p:animRot>
                                    <p:animRot by="-240000">
                                      <p:cBhvr>
                                        <p:cTn id="224" dur="200" fill="hold">
                                          <p:stCondLst>
                                            <p:cond delay="200"/>
                                          </p:stCondLst>
                                        </p:cTn>
                                        <p:tgtEl>
                                          <p:spTgt spid="60"/>
                                        </p:tgtEl>
                                        <p:attrNameLst>
                                          <p:attrName>r</p:attrName>
                                        </p:attrNameLst>
                                      </p:cBhvr>
                                    </p:animRot>
                                    <p:animRot by="240000">
                                      <p:cBhvr>
                                        <p:cTn id="225" dur="200" fill="hold">
                                          <p:stCondLst>
                                            <p:cond delay="400"/>
                                          </p:stCondLst>
                                        </p:cTn>
                                        <p:tgtEl>
                                          <p:spTgt spid="60"/>
                                        </p:tgtEl>
                                        <p:attrNameLst>
                                          <p:attrName>r</p:attrName>
                                        </p:attrNameLst>
                                      </p:cBhvr>
                                    </p:animRot>
                                    <p:animRot by="-240000">
                                      <p:cBhvr>
                                        <p:cTn id="226" dur="200" fill="hold">
                                          <p:stCondLst>
                                            <p:cond delay="600"/>
                                          </p:stCondLst>
                                        </p:cTn>
                                        <p:tgtEl>
                                          <p:spTgt spid="60"/>
                                        </p:tgtEl>
                                        <p:attrNameLst>
                                          <p:attrName>r</p:attrName>
                                        </p:attrNameLst>
                                      </p:cBhvr>
                                    </p:animRot>
                                    <p:animRot by="120000">
                                      <p:cBhvr>
                                        <p:cTn id="227" dur="200" fill="hold">
                                          <p:stCondLst>
                                            <p:cond delay="800"/>
                                          </p:stCondLst>
                                        </p:cTn>
                                        <p:tgtEl>
                                          <p:spTgt spid="60"/>
                                        </p:tgtEl>
                                        <p:attrNameLst>
                                          <p:attrName>r</p:attrName>
                                        </p:attrNameLst>
                                      </p:cBhvr>
                                    </p:animRot>
                                  </p:childTnLst>
                                </p:cTn>
                              </p:par>
                            </p:childTnLst>
                          </p:cTn>
                        </p:par>
                      </p:childTnLst>
                    </p:cTn>
                  </p:par>
                  <p:par>
                    <p:cTn id="228" fill="hold">
                      <p:stCondLst>
                        <p:cond delay="indefinite"/>
                      </p:stCondLst>
                      <p:childTnLst>
                        <p:par>
                          <p:cTn id="229" fill="hold">
                            <p:stCondLst>
                              <p:cond delay="0"/>
                            </p:stCondLst>
                            <p:childTnLst>
                              <p:par>
                                <p:cTn id="230" presetID="22" presetClass="exit" presetSubtype="2" fill="hold" nodeType="clickEffect">
                                  <p:stCondLst>
                                    <p:cond delay="0"/>
                                  </p:stCondLst>
                                  <p:childTnLst>
                                    <p:animEffect transition="out" filter="wipe(right)">
                                      <p:cBhvr>
                                        <p:cTn id="231" dur="500"/>
                                        <p:tgtEl>
                                          <p:spTgt spid="28"/>
                                        </p:tgtEl>
                                      </p:cBhvr>
                                    </p:animEffect>
                                    <p:set>
                                      <p:cBhvr>
                                        <p:cTn id="232" dur="1" fill="hold">
                                          <p:stCondLst>
                                            <p:cond delay="499"/>
                                          </p:stCondLst>
                                        </p:cTn>
                                        <p:tgtEl>
                                          <p:spTgt spid="28"/>
                                        </p:tgtEl>
                                        <p:attrNameLst>
                                          <p:attrName>style.visibility</p:attrName>
                                        </p:attrNameLst>
                                      </p:cBhvr>
                                      <p:to>
                                        <p:strVal val="hidden"/>
                                      </p:to>
                                    </p:set>
                                  </p:childTnLst>
                                </p:cTn>
                              </p:par>
                            </p:childTnLst>
                          </p:cTn>
                        </p:par>
                        <p:par>
                          <p:cTn id="233" fill="hold">
                            <p:stCondLst>
                              <p:cond delay="500"/>
                            </p:stCondLst>
                            <p:childTnLst>
                              <p:par>
                                <p:cTn id="234" presetID="22" presetClass="entr" presetSubtype="8" fill="hold" nodeType="afterEffect">
                                  <p:stCondLst>
                                    <p:cond delay="0"/>
                                  </p:stCondLst>
                                  <p:childTnLst>
                                    <p:set>
                                      <p:cBhvr>
                                        <p:cTn id="235" dur="1" fill="hold">
                                          <p:stCondLst>
                                            <p:cond delay="0"/>
                                          </p:stCondLst>
                                        </p:cTn>
                                        <p:tgtEl>
                                          <p:spTgt spid="27"/>
                                        </p:tgtEl>
                                        <p:attrNameLst>
                                          <p:attrName>style.visibility</p:attrName>
                                        </p:attrNameLst>
                                      </p:cBhvr>
                                      <p:to>
                                        <p:strVal val="visible"/>
                                      </p:to>
                                    </p:set>
                                    <p:animEffect transition="in" filter="wipe(left)">
                                      <p:cBhvr>
                                        <p:cTn id="236" dur="1000"/>
                                        <p:tgtEl>
                                          <p:spTgt spid="27"/>
                                        </p:tgtEl>
                                      </p:cBhvr>
                                    </p:animEffect>
                                  </p:childTnLst>
                                </p:cTn>
                              </p:par>
                            </p:childTnLst>
                          </p:cTn>
                        </p:par>
                        <p:par>
                          <p:cTn id="237" fill="hold">
                            <p:stCondLst>
                              <p:cond delay="1500"/>
                            </p:stCondLst>
                            <p:childTnLst>
                              <p:par>
                                <p:cTn id="238" presetID="8" presetClass="emph" presetSubtype="0" fill="hold" grpId="2" nodeType="afterEffect">
                                  <p:stCondLst>
                                    <p:cond delay="0"/>
                                  </p:stCondLst>
                                  <p:childTnLst>
                                    <p:animRot by="21600000">
                                      <p:cBhvr>
                                        <p:cTn id="239" dur="1000" fill="hold"/>
                                        <p:tgtEl>
                                          <p:spTgt spid="58"/>
                                        </p:tgtEl>
                                        <p:attrNameLst>
                                          <p:attrName>r</p:attrName>
                                        </p:attrNameLst>
                                      </p:cBhvr>
                                    </p:animRot>
                                  </p:childTnLst>
                                </p:cTn>
                              </p:par>
                            </p:childTnLst>
                          </p:cTn>
                        </p:par>
                        <p:par>
                          <p:cTn id="240" fill="hold">
                            <p:stCondLst>
                              <p:cond delay="2500"/>
                            </p:stCondLst>
                            <p:childTnLst>
                              <p:par>
                                <p:cTn id="241" presetID="63" presetClass="path" presetSubtype="0" accel="50000" decel="50000" fill="hold" grpId="3" nodeType="afterEffect">
                                  <p:stCondLst>
                                    <p:cond delay="0"/>
                                  </p:stCondLst>
                                  <p:childTnLst>
                                    <p:animMotion origin="layout" path="M 0.04557 0.49838 L 0.20599 0.46204 " pathEditMode="relative" rAng="0" ptsTypes="AA">
                                      <p:cBhvr>
                                        <p:cTn id="242" dur="2000" fill="hold"/>
                                        <p:tgtEl>
                                          <p:spTgt spid="58"/>
                                        </p:tgtEl>
                                        <p:attrNameLst>
                                          <p:attrName>ppt_x</p:attrName>
                                          <p:attrName>ppt_y</p:attrName>
                                        </p:attrNameLst>
                                      </p:cBhvr>
                                      <p:rCtr x="8021" y="-1829"/>
                                    </p:animMotion>
                                  </p:childTnLst>
                                </p:cTn>
                              </p:par>
                            </p:childTnLst>
                          </p:cTn>
                        </p:par>
                        <p:par>
                          <p:cTn id="243" fill="hold">
                            <p:stCondLst>
                              <p:cond delay="4500"/>
                            </p:stCondLst>
                            <p:childTnLst>
                              <p:par>
                                <p:cTn id="244" presetID="32" presetClass="emph" presetSubtype="0" fill="hold" nodeType="afterEffect">
                                  <p:stCondLst>
                                    <p:cond delay="0"/>
                                  </p:stCondLst>
                                  <p:childTnLst>
                                    <p:animRot by="120000">
                                      <p:cBhvr>
                                        <p:cTn id="245" dur="100" fill="hold">
                                          <p:stCondLst>
                                            <p:cond delay="0"/>
                                          </p:stCondLst>
                                        </p:cTn>
                                        <p:tgtEl>
                                          <p:spTgt spid="60"/>
                                        </p:tgtEl>
                                        <p:attrNameLst>
                                          <p:attrName>r</p:attrName>
                                        </p:attrNameLst>
                                      </p:cBhvr>
                                    </p:animRot>
                                    <p:animRot by="-240000">
                                      <p:cBhvr>
                                        <p:cTn id="246" dur="200" fill="hold">
                                          <p:stCondLst>
                                            <p:cond delay="200"/>
                                          </p:stCondLst>
                                        </p:cTn>
                                        <p:tgtEl>
                                          <p:spTgt spid="60"/>
                                        </p:tgtEl>
                                        <p:attrNameLst>
                                          <p:attrName>r</p:attrName>
                                        </p:attrNameLst>
                                      </p:cBhvr>
                                    </p:animRot>
                                    <p:animRot by="240000">
                                      <p:cBhvr>
                                        <p:cTn id="247" dur="200" fill="hold">
                                          <p:stCondLst>
                                            <p:cond delay="400"/>
                                          </p:stCondLst>
                                        </p:cTn>
                                        <p:tgtEl>
                                          <p:spTgt spid="60"/>
                                        </p:tgtEl>
                                        <p:attrNameLst>
                                          <p:attrName>r</p:attrName>
                                        </p:attrNameLst>
                                      </p:cBhvr>
                                    </p:animRot>
                                    <p:animRot by="-240000">
                                      <p:cBhvr>
                                        <p:cTn id="248" dur="200" fill="hold">
                                          <p:stCondLst>
                                            <p:cond delay="600"/>
                                          </p:stCondLst>
                                        </p:cTn>
                                        <p:tgtEl>
                                          <p:spTgt spid="60"/>
                                        </p:tgtEl>
                                        <p:attrNameLst>
                                          <p:attrName>r</p:attrName>
                                        </p:attrNameLst>
                                      </p:cBhvr>
                                    </p:animRot>
                                    <p:animRot by="120000">
                                      <p:cBhvr>
                                        <p:cTn id="249" dur="200" fill="hold">
                                          <p:stCondLst>
                                            <p:cond delay="800"/>
                                          </p:stCondLst>
                                        </p:cTn>
                                        <p:tgtEl>
                                          <p:spTgt spid="60"/>
                                        </p:tgtEl>
                                        <p:attrNameLst>
                                          <p:attrName>r</p:attrName>
                                        </p:attrNameLst>
                                      </p:cBhvr>
                                    </p:animRot>
                                  </p:childTnLst>
                                </p:cTn>
                              </p:par>
                            </p:childTnLst>
                          </p:cTn>
                        </p:par>
                      </p:childTnLst>
                    </p:cTn>
                  </p:par>
                  <p:par>
                    <p:cTn id="250" fill="hold">
                      <p:stCondLst>
                        <p:cond delay="indefinite"/>
                      </p:stCondLst>
                      <p:childTnLst>
                        <p:par>
                          <p:cTn id="251" fill="hold">
                            <p:stCondLst>
                              <p:cond delay="0"/>
                            </p:stCondLst>
                            <p:childTnLst>
                              <p:par>
                                <p:cTn id="252" presetID="22" presetClass="exit" presetSubtype="2" fill="hold" nodeType="clickEffect">
                                  <p:stCondLst>
                                    <p:cond delay="0"/>
                                  </p:stCondLst>
                                  <p:childTnLst>
                                    <p:animEffect transition="out" filter="wipe(right)">
                                      <p:cBhvr>
                                        <p:cTn id="253" dur="500"/>
                                        <p:tgtEl>
                                          <p:spTgt spid="27"/>
                                        </p:tgtEl>
                                      </p:cBhvr>
                                    </p:animEffect>
                                    <p:set>
                                      <p:cBhvr>
                                        <p:cTn id="254" dur="1" fill="hold">
                                          <p:stCondLst>
                                            <p:cond delay="499"/>
                                          </p:stCondLst>
                                        </p:cTn>
                                        <p:tgtEl>
                                          <p:spTgt spid="27"/>
                                        </p:tgtEl>
                                        <p:attrNameLst>
                                          <p:attrName>style.visibility</p:attrName>
                                        </p:attrNameLst>
                                      </p:cBhvr>
                                      <p:to>
                                        <p:strVal val="hidden"/>
                                      </p:to>
                                    </p:set>
                                  </p:childTnLst>
                                </p:cTn>
                              </p:par>
                            </p:childTnLst>
                          </p:cTn>
                        </p:par>
                        <p:par>
                          <p:cTn id="255" fill="hold">
                            <p:stCondLst>
                              <p:cond delay="500"/>
                            </p:stCondLst>
                            <p:childTnLst>
                              <p:par>
                                <p:cTn id="256" presetID="22" presetClass="entr" presetSubtype="8" fill="hold" nodeType="afterEffect">
                                  <p:stCondLst>
                                    <p:cond delay="0"/>
                                  </p:stCondLst>
                                  <p:childTnLst>
                                    <p:set>
                                      <p:cBhvr>
                                        <p:cTn id="257" dur="1" fill="hold">
                                          <p:stCondLst>
                                            <p:cond delay="0"/>
                                          </p:stCondLst>
                                        </p:cTn>
                                        <p:tgtEl>
                                          <p:spTgt spid="25"/>
                                        </p:tgtEl>
                                        <p:attrNameLst>
                                          <p:attrName>style.visibility</p:attrName>
                                        </p:attrNameLst>
                                      </p:cBhvr>
                                      <p:to>
                                        <p:strVal val="visible"/>
                                      </p:to>
                                    </p:set>
                                    <p:animEffect transition="in" filter="wipe(left)">
                                      <p:cBhvr>
                                        <p:cTn id="258" dur="1000"/>
                                        <p:tgtEl>
                                          <p:spTgt spid="25"/>
                                        </p:tgtEl>
                                      </p:cBhvr>
                                    </p:animEffect>
                                  </p:childTnLst>
                                </p:cTn>
                              </p:par>
                            </p:childTnLst>
                          </p:cTn>
                        </p:par>
                        <p:par>
                          <p:cTn id="259" fill="hold">
                            <p:stCondLst>
                              <p:cond delay="1500"/>
                            </p:stCondLst>
                            <p:childTnLst>
                              <p:par>
                                <p:cTn id="260" presetID="8" presetClass="emph" presetSubtype="0" fill="hold" grpId="2" nodeType="afterEffect">
                                  <p:stCondLst>
                                    <p:cond delay="0"/>
                                  </p:stCondLst>
                                  <p:childTnLst>
                                    <p:animRot by="21600000">
                                      <p:cBhvr>
                                        <p:cTn id="261" dur="1000" fill="hold"/>
                                        <p:tgtEl>
                                          <p:spTgt spid="57"/>
                                        </p:tgtEl>
                                        <p:attrNameLst>
                                          <p:attrName>r</p:attrName>
                                        </p:attrNameLst>
                                      </p:cBhvr>
                                    </p:animRot>
                                  </p:childTnLst>
                                </p:cTn>
                              </p:par>
                            </p:childTnLst>
                          </p:cTn>
                        </p:par>
                        <p:par>
                          <p:cTn id="262" fill="hold">
                            <p:stCondLst>
                              <p:cond delay="2500"/>
                            </p:stCondLst>
                            <p:childTnLst>
                              <p:par>
                                <p:cTn id="263" presetID="63" presetClass="path" presetSubtype="0" accel="50000" decel="50000" fill="hold" grpId="3" nodeType="afterEffect">
                                  <p:stCondLst>
                                    <p:cond delay="0"/>
                                  </p:stCondLst>
                                  <p:childTnLst>
                                    <p:animMotion origin="layout" path="M 0.04531 0.54931 L 0.23033 0.46158 " pathEditMode="relative" rAng="0" ptsTypes="AA">
                                      <p:cBhvr>
                                        <p:cTn id="264" dur="2000" fill="hold"/>
                                        <p:tgtEl>
                                          <p:spTgt spid="57"/>
                                        </p:tgtEl>
                                        <p:attrNameLst>
                                          <p:attrName>ppt_x</p:attrName>
                                          <p:attrName>ppt_y</p:attrName>
                                        </p:attrNameLst>
                                      </p:cBhvr>
                                      <p:rCtr x="9245" y="-4398"/>
                                    </p:animMotion>
                                  </p:childTnLst>
                                </p:cTn>
                              </p:par>
                            </p:childTnLst>
                          </p:cTn>
                        </p:par>
                        <p:par>
                          <p:cTn id="265" fill="hold">
                            <p:stCondLst>
                              <p:cond delay="4500"/>
                            </p:stCondLst>
                            <p:childTnLst>
                              <p:par>
                                <p:cTn id="266" presetID="32" presetClass="emph" presetSubtype="0" fill="hold" nodeType="afterEffect">
                                  <p:stCondLst>
                                    <p:cond delay="0"/>
                                  </p:stCondLst>
                                  <p:childTnLst>
                                    <p:animRot by="120000">
                                      <p:cBhvr>
                                        <p:cTn id="267" dur="100" fill="hold">
                                          <p:stCondLst>
                                            <p:cond delay="0"/>
                                          </p:stCondLst>
                                        </p:cTn>
                                        <p:tgtEl>
                                          <p:spTgt spid="60"/>
                                        </p:tgtEl>
                                        <p:attrNameLst>
                                          <p:attrName>r</p:attrName>
                                        </p:attrNameLst>
                                      </p:cBhvr>
                                    </p:animRot>
                                    <p:animRot by="-240000">
                                      <p:cBhvr>
                                        <p:cTn id="268" dur="200" fill="hold">
                                          <p:stCondLst>
                                            <p:cond delay="200"/>
                                          </p:stCondLst>
                                        </p:cTn>
                                        <p:tgtEl>
                                          <p:spTgt spid="60"/>
                                        </p:tgtEl>
                                        <p:attrNameLst>
                                          <p:attrName>r</p:attrName>
                                        </p:attrNameLst>
                                      </p:cBhvr>
                                    </p:animRot>
                                    <p:animRot by="240000">
                                      <p:cBhvr>
                                        <p:cTn id="269" dur="200" fill="hold">
                                          <p:stCondLst>
                                            <p:cond delay="400"/>
                                          </p:stCondLst>
                                        </p:cTn>
                                        <p:tgtEl>
                                          <p:spTgt spid="60"/>
                                        </p:tgtEl>
                                        <p:attrNameLst>
                                          <p:attrName>r</p:attrName>
                                        </p:attrNameLst>
                                      </p:cBhvr>
                                    </p:animRot>
                                    <p:animRot by="-240000">
                                      <p:cBhvr>
                                        <p:cTn id="270" dur="200" fill="hold">
                                          <p:stCondLst>
                                            <p:cond delay="600"/>
                                          </p:stCondLst>
                                        </p:cTn>
                                        <p:tgtEl>
                                          <p:spTgt spid="60"/>
                                        </p:tgtEl>
                                        <p:attrNameLst>
                                          <p:attrName>r</p:attrName>
                                        </p:attrNameLst>
                                      </p:cBhvr>
                                    </p:animRot>
                                    <p:animRot by="120000">
                                      <p:cBhvr>
                                        <p:cTn id="271" dur="200" fill="hold">
                                          <p:stCondLst>
                                            <p:cond delay="800"/>
                                          </p:stCondLst>
                                        </p:cTn>
                                        <p:tgtEl>
                                          <p:spTgt spid="60"/>
                                        </p:tgtEl>
                                        <p:attrNameLst>
                                          <p:attrName>r</p:attrName>
                                        </p:attrNameLst>
                                      </p:cBhvr>
                                    </p:animRot>
                                  </p:childTnLst>
                                </p:cTn>
                              </p:par>
                            </p:childTnLst>
                          </p:cTn>
                        </p:par>
                      </p:childTnLst>
                    </p:cTn>
                  </p:par>
                  <p:par>
                    <p:cTn id="272" fill="hold">
                      <p:stCondLst>
                        <p:cond delay="indefinite"/>
                      </p:stCondLst>
                      <p:childTnLst>
                        <p:par>
                          <p:cTn id="273" fill="hold">
                            <p:stCondLst>
                              <p:cond delay="0"/>
                            </p:stCondLst>
                            <p:childTnLst>
                              <p:par>
                                <p:cTn id="274" presetID="22" presetClass="exit" presetSubtype="2" fill="hold" nodeType="clickEffect">
                                  <p:stCondLst>
                                    <p:cond delay="0"/>
                                  </p:stCondLst>
                                  <p:childTnLst>
                                    <p:animEffect transition="out" filter="wipe(right)">
                                      <p:cBhvr>
                                        <p:cTn id="275" dur="500"/>
                                        <p:tgtEl>
                                          <p:spTgt spid="25"/>
                                        </p:tgtEl>
                                      </p:cBhvr>
                                    </p:animEffect>
                                    <p:set>
                                      <p:cBhvr>
                                        <p:cTn id="276" dur="1" fill="hold">
                                          <p:stCondLst>
                                            <p:cond delay="499"/>
                                          </p:stCondLst>
                                        </p:cTn>
                                        <p:tgtEl>
                                          <p:spTgt spid="25"/>
                                        </p:tgtEl>
                                        <p:attrNameLst>
                                          <p:attrName>style.visibility</p:attrName>
                                        </p:attrNameLst>
                                      </p:cBhvr>
                                      <p:to>
                                        <p:strVal val="hidden"/>
                                      </p:to>
                                    </p:set>
                                  </p:childTnLst>
                                </p:cTn>
                              </p:par>
                            </p:childTnLst>
                          </p:cTn>
                        </p:par>
                        <p:par>
                          <p:cTn id="277" fill="hold">
                            <p:stCondLst>
                              <p:cond delay="500"/>
                            </p:stCondLst>
                            <p:childTnLst>
                              <p:par>
                                <p:cTn id="278" presetID="22" presetClass="entr" presetSubtype="1" fill="hold" nodeType="afterEffect">
                                  <p:stCondLst>
                                    <p:cond delay="0"/>
                                  </p:stCondLst>
                                  <p:childTnLst>
                                    <p:set>
                                      <p:cBhvr>
                                        <p:cTn id="279" dur="1" fill="hold">
                                          <p:stCondLst>
                                            <p:cond delay="0"/>
                                          </p:stCondLst>
                                        </p:cTn>
                                        <p:tgtEl>
                                          <p:spTgt spid="21"/>
                                        </p:tgtEl>
                                        <p:attrNameLst>
                                          <p:attrName>style.visibility</p:attrName>
                                        </p:attrNameLst>
                                      </p:cBhvr>
                                      <p:to>
                                        <p:strVal val="visible"/>
                                      </p:to>
                                    </p:set>
                                    <p:animEffect transition="in" filter="wipe(up)">
                                      <p:cBhvr>
                                        <p:cTn id="280" dur="500"/>
                                        <p:tgtEl>
                                          <p:spTgt spid="21"/>
                                        </p:tgtEl>
                                      </p:cBhvr>
                                    </p:animEffect>
                                  </p:childTnLst>
                                </p:cTn>
                              </p:par>
                            </p:childTnLst>
                          </p:cTn>
                        </p:par>
                        <p:par>
                          <p:cTn id="281" fill="hold">
                            <p:stCondLst>
                              <p:cond delay="1000"/>
                            </p:stCondLst>
                            <p:childTnLst>
                              <p:par>
                                <p:cTn id="282" presetID="8" presetClass="emph" presetSubtype="0" fill="hold" grpId="2" nodeType="afterEffect">
                                  <p:stCondLst>
                                    <p:cond delay="0"/>
                                  </p:stCondLst>
                                  <p:childTnLst>
                                    <p:animRot by="21600000">
                                      <p:cBhvr>
                                        <p:cTn id="283" dur="1000" fill="hold"/>
                                        <p:tgtEl>
                                          <p:spTgt spid="56"/>
                                        </p:tgtEl>
                                        <p:attrNameLst>
                                          <p:attrName>r</p:attrName>
                                        </p:attrNameLst>
                                      </p:cBhvr>
                                    </p:animRot>
                                  </p:childTnLst>
                                </p:cTn>
                              </p:par>
                            </p:childTnLst>
                          </p:cTn>
                        </p:par>
                        <p:par>
                          <p:cTn id="284" fill="hold">
                            <p:stCondLst>
                              <p:cond delay="2000"/>
                            </p:stCondLst>
                            <p:childTnLst>
                              <p:par>
                                <p:cTn id="285" presetID="63" presetClass="path" presetSubtype="0" accel="50000" decel="50000" fill="hold" grpId="3" nodeType="afterEffect">
                                  <p:stCondLst>
                                    <p:cond delay="0"/>
                                  </p:stCondLst>
                                  <p:childTnLst>
                                    <p:animMotion origin="layout" path="M 0.04531 0.60255 L 0.25664 0.4625 " pathEditMode="relative" rAng="0" ptsTypes="AA">
                                      <p:cBhvr>
                                        <p:cTn id="286" dur="2000" fill="hold"/>
                                        <p:tgtEl>
                                          <p:spTgt spid="56"/>
                                        </p:tgtEl>
                                        <p:attrNameLst>
                                          <p:attrName>ppt_x</p:attrName>
                                          <p:attrName>ppt_y</p:attrName>
                                        </p:attrNameLst>
                                      </p:cBhvr>
                                      <p:rCtr x="10560" y="-7014"/>
                                    </p:animMotion>
                                  </p:childTnLst>
                                </p:cTn>
                              </p:par>
                            </p:childTnLst>
                          </p:cTn>
                        </p:par>
                        <p:par>
                          <p:cTn id="287" fill="hold">
                            <p:stCondLst>
                              <p:cond delay="4000"/>
                            </p:stCondLst>
                            <p:childTnLst>
                              <p:par>
                                <p:cTn id="288" presetID="22" presetClass="exit" presetSubtype="2" fill="hold" nodeType="afterEffect">
                                  <p:stCondLst>
                                    <p:cond delay="0"/>
                                  </p:stCondLst>
                                  <p:childTnLst>
                                    <p:animEffect transition="out" filter="wipe(right)">
                                      <p:cBhvr>
                                        <p:cTn id="289" dur="500"/>
                                        <p:tgtEl>
                                          <p:spTgt spid="60"/>
                                        </p:tgtEl>
                                      </p:cBhvr>
                                    </p:animEffect>
                                    <p:set>
                                      <p:cBhvr>
                                        <p:cTn id="290" dur="1" fill="hold">
                                          <p:stCondLst>
                                            <p:cond delay="499"/>
                                          </p:stCondLst>
                                        </p:cTn>
                                        <p:tgtEl>
                                          <p:spTgt spid="60"/>
                                        </p:tgtEl>
                                        <p:attrNameLst>
                                          <p:attrName>style.visibility</p:attrName>
                                        </p:attrNameLst>
                                      </p:cBhvr>
                                      <p:to>
                                        <p:strVal val="hidden"/>
                                      </p:to>
                                    </p:set>
                                  </p:childTnLst>
                                </p:cTn>
                              </p:par>
                            </p:childTnLst>
                          </p:cTn>
                        </p:par>
                        <p:par>
                          <p:cTn id="291" fill="hold">
                            <p:stCondLst>
                              <p:cond delay="4500"/>
                            </p:stCondLst>
                            <p:childTnLst>
                              <p:par>
                                <p:cTn id="292" presetID="22" presetClass="entr" presetSubtype="8" fill="hold" nodeType="afterEffect">
                                  <p:stCondLst>
                                    <p:cond delay="0"/>
                                  </p:stCondLst>
                                  <p:childTnLst>
                                    <p:set>
                                      <p:cBhvr>
                                        <p:cTn id="293" dur="1" fill="hold">
                                          <p:stCondLst>
                                            <p:cond delay="0"/>
                                          </p:stCondLst>
                                        </p:cTn>
                                        <p:tgtEl>
                                          <p:spTgt spid="62"/>
                                        </p:tgtEl>
                                        <p:attrNameLst>
                                          <p:attrName>style.visibility</p:attrName>
                                        </p:attrNameLst>
                                      </p:cBhvr>
                                      <p:to>
                                        <p:strVal val="visible"/>
                                      </p:to>
                                    </p:set>
                                    <p:animEffect transition="in" filter="wipe(left)">
                                      <p:cBhvr>
                                        <p:cTn id="294" dur="1000"/>
                                        <p:tgtEl>
                                          <p:spTgt spid="62"/>
                                        </p:tgtEl>
                                      </p:cBhvr>
                                    </p:animEffect>
                                  </p:childTnLst>
                                </p:cTn>
                              </p:par>
                            </p:childTnLst>
                          </p:cTn>
                        </p:par>
                      </p:childTnLst>
                    </p:cTn>
                  </p:par>
                  <p:par>
                    <p:cTn id="295" fill="hold">
                      <p:stCondLst>
                        <p:cond delay="indefinite"/>
                      </p:stCondLst>
                      <p:childTnLst>
                        <p:par>
                          <p:cTn id="296" fill="hold">
                            <p:stCondLst>
                              <p:cond delay="0"/>
                            </p:stCondLst>
                            <p:childTnLst>
                              <p:par>
                                <p:cTn id="297" presetID="22" presetClass="exit" presetSubtype="2" fill="hold" nodeType="clickEffect">
                                  <p:stCondLst>
                                    <p:cond delay="0"/>
                                  </p:stCondLst>
                                  <p:childTnLst>
                                    <p:animEffect transition="out" filter="wipe(right)">
                                      <p:cBhvr>
                                        <p:cTn id="298" dur="500"/>
                                        <p:tgtEl>
                                          <p:spTgt spid="62"/>
                                        </p:tgtEl>
                                      </p:cBhvr>
                                    </p:animEffect>
                                    <p:set>
                                      <p:cBhvr>
                                        <p:cTn id="299" dur="1" fill="hold">
                                          <p:stCondLst>
                                            <p:cond delay="499"/>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uiExpand="1" build="p"/>
      <p:bldP spid="23" grpId="0"/>
      <p:bldP spid="24" grpId="0"/>
      <p:bldP spid="51" grpId="0"/>
      <p:bldP spid="56" grpId="0"/>
      <p:bldP spid="56" grpId="1"/>
      <p:bldP spid="56" grpId="2"/>
      <p:bldP spid="56" grpId="3"/>
      <p:bldP spid="57" grpId="0"/>
      <p:bldP spid="57" grpId="1"/>
      <p:bldP spid="57" grpId="2"/>
      <p:bldP spid="57" grpId="3"/>
      <p:bldP spid="58" grpId="0"/>
      <p:bldP spid="58" grpId="1"/>
      <p:bldP spid="58" grpId="2"/>
      <p:bldP spid="58" grpId="3"/>
      <p:bldP spid="59" grpId="0"/>
      <p:bldP spid="59" grpId="1"/>
      <p:bldP spid="59" grpId="2"/>
      <p:bldP spid="59" grpId="3"/>
      <p:bldP spid="64" grpId="0"/>
      <p:bldP spid="6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E12152F-FAA6-B0E3-8C15-544A3EFFF875}"/>
              </a:ext>
            </a:extLst>
          </p:cNvPr>
          <p:cNvSpPr>
            <a:spLocks noGrp="1"/>
          </p:cNvSpPr>
          <p:nvPr>
            <p:ph type="sldNum" sz="quarter" idx="12"/>
          </p:nvPr>
        </p:nvSpPr>
        <p:spPr>
          <a:xfrm>
            <a:off x="8844396" y="6387522"/>
            <a:ext cx="2743200" cy="365125"/>
          </a:xfrm>
        </p:spPr>
        <p:txBody>
          <a:bodyPr/>
          <a:lstStyle/>
          <a:p>
            <a:fld id="{D7C0FE0B-717B-41AE-9FA2-CA4BF851D1C3}" type="slidenum">
              <a:rPr lang="zh-CN" altLang="en-US" smtClean="0"/>
              <a:t>9</a:t>
            </a:fld>
            <a:endParaRPr lang="zh-CN" altLang="en-US"/>
          </a:p>
        </p:txBody>
      </p:sp>
      <p:sp>
        <p:nvSpPr>
          <p:cNvPr id="4" name="文本框 3">
            <a:extLst>
              <a:ext uri="{FF2B5EF4-FFF2-40B4-BE49-F238E27FC236}">
                <a16:creationId xmlns:a16="http://schemas.microsoft.com/office/drawing/2014/main" id="{EA53DE65-BBE7-E726-523A-DD8BE71022C1}"/>
              </a:ext>
            </a:extLst>
          </p:cNvPr>
          <p:cNvSpPr txBox="1"/>
          <p:nvPr/>
        </p:nvSpPr>
        <p:spPr>
          <a:xfrm>
            <a:off x="887124" y="1002895"/>
            <a:ext cx="3373149" cy="1980992"/>
          </a:xfrm>
          <a:prstGeom prst="rect">
            <a:avLst/>
          </a:prstGeom>
          <a:noFill/>
        </p:spPr>
        <p:txBody>
          <a:bodyPr wrap="square">
            <a:spAutoFit/>
          </a:bodyPr>
          <a:lstStyle/>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栈最重要的应用之一是在程序设计语言中辅助实现函数调用，特别是</a:t>
            </a:r>
            <a:r>
              <a:rPr lang="zh-CN" altLang="zh-CN" sz="1800" kern="100" dirty="0">
                <a:effectLst/>
                <a:latin typeface="等线" panose="02010600030101010101" pitchFamily="2" charset="-122"/>
                <a:ea typeface="黑体" panose="02010609060101010101" pitchFamily="49" charset="-122"/>
                <a:cs typeface="Times New Roman" panose="02020603050405020304" pitchFamily="18" charset="0"/>
              </a:rPr>
              <a:t>递归</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调用。一个直接调用自己或通过一系列调用语句间接地调用自己的函数，称做</a:t>
            </a:r>
            <a:r>
              <a:rPr lang="zh-CN" altLang="zh-CN" sz="1800" kern="100" dirty="0">
                <a:effectLst/>
                <a:latin typeface="等线" panose="02010600030101010101" pitchFamily="2" charset="-122"/>
                <a:ea typeface="黑体" panose="02010609060101010101" pitchFamily="49" charset="-122"/>
                <a:cs typeface="Times New Roman" panose="02020603050405020304" pitchFamily="18" charset="0"/>
              </a:rPr>
              <a:t>递归函数</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25C10DC3-F623-99CD-167E-A9D09EF3D328}"/>
              </a:ext>
            </a:extLst>
          </p:cNvPr>
          <p:cNvSpPr txBox="1"/>
          <p:nvPr/>
        </p:nvSpPr>
        <p:spPr>
          <a:xfrm>
            <a:off x="1345623" y="230971"/>
            <a:ext cx="3636820" cy="523220"/>
          </a:xfrm>
          <a:prstGeom prst="rect">
            <a:avLst/>
          </a:prstGeom>
          <a:noFill/>
        </p:spPr>
        <p:txBody>
          <a:bodyPr wrap="square">
            <a:spAutoFit/>
          </a:bodyPr>
          <a:lstStyle/>
          <a:p>
            <a:pPr algn="ctr">
              <a:buNone/>
            </a:pPr>
            <a:r>
              <a:rPr lang="en-US" altLang="zh-CN" sz="2800" b="1" kern="100" dirty="0">
                <a:solidFill>
                  <a:srgbClr val="041ABC"/>
                </a:solidFill>
                <a:effectLst>
                  <a:outerShdw blurRad="38100" dist="38100" dir="2700000" algn="tl">
                    <a:srgbClr val="000000">
                      <a:alpha val="43137"/>
                    </a:srgbClr>
                  </a:outerShdw>
                </a:effectLst>
                <a:latin typeface="宋体" panose="02010600030101010101" pitchFamily="2" charset="-122"/>
                <a:ea typeface="微软雅黑" panose="020B0503020204020204" pitchFamily="34" charset="-122"/>
                <a:cs typeface="Times New Roman" panose="02020603050405020304" pitchFamily="18" charset="0"/>
              </a:rPr>
              <a:t>3.3  </a:t>
            </a:r>
            <a:r>
              <a:rPr lang="zh-CN" altLang="zh-CN" sz="2800" b="1" kern="100" dirty="0">
                <a:solidFill>
                  <a:srgbClr val="041ABC"/>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cs typeface="Times New Roman" panose="02020603050405020304" pitchFamily="18" charset="0"/>
              </a:rPr>
              <a:t>栈与递归的实现</a:t>
            </a:r>
            <a:endParaRPr lang="zh-CN" altLang="zh-CN" sz="2800" b="1" kern="100" dirty="0">
              <a:solidFill>
                <a:srgbClr val="041AB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Rectangle 2">
            <a:extLst>
              <a:ext uri="{FF2B5EF4-FFF2-40B4-BE49-F238E27FC236}">
                <a16:creationId xmlns:a16="http://schemas.microsoft.com/office/drawing/2014/main" id="{43932B5D-D6FB-5BF3-CE4C-FD13B38897B8}"/>
              </a:ext>
            </a:extLst>
          </p:cNvPr>
          <p:cNvSpPr>
            <a:spLocks noChangeArrowheads="1"/>
          </p:cNvSpPr>
          <p:nvPr/>
        </p:nvSpPr>
        <p:spPr bwMode="auto">
          <a:xfrm>
            <a:off x="4827700" y="723593"/>
            <a:ext cx="7047122" cy="2505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10000"/>
              </a:lnSpc>
              <a:spcBef>
                <a:spcPct val="0"/>
              </a:spcBef>
              <a:spcAft>
                <a:spcPct val="0"/>
              </a:spcAft>
              <a:buClrTx/>
              <a:buSzTx/>
              <a:buFontTx/>
              <a:buNone/>
              <a:tabLst/>
            </a:pPr>
            <a:r>
              <a:rPr kumimoji="0" lang="zh-CN" altLang="zh-CN"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rPr>
              <a:t>例</a:t>
            </a:r>
            <a:r>
              <a:rPr kumimoji="0" lang="en-US" altLang="zh-CN"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rPr>
              <a:t>3-2</a:t>
            </a:r>
            <a:r>
              <a:rPr kumimoji="0" lang="en-US" altLang="zh-CN"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 </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a:t>
            </a:r>
            <a:r>
              <a:rPr kumimoji="0" lang="en-US" altLang="zh-CN" b="1" i="1"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n</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阶</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Hanoi</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塔问题）先陈述</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3</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阶的情形：</a:t>
            </a:r>
            <a:endPar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假设有</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3</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个分别命名为</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X</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Y</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和</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Z</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的塔柱，在塔柱</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X</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上插有</a:t>
            </a:r>
            <a:r>
              <a:rPr kumimoji="0" lang="en-US" altLang="zh-CN" b="1" i="1"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n</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个直径大</a:t>
            </a:r>
            <a:endPar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小各不相同、依小到大编号为</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1,2,….</a:t>
            </a:r>
            <a:r>
              <a:rPr kumimoji="0" lang="en-US" altLang="zh-CN" b="1" i="1"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n</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的带孔圆盘（如图</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3.5</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所示）。</a:t>
            </a:r>
            <a:endPar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要求将</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X</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柱上的</a:t>
            </a:r>
            <a:r>
              <a:rPr kumimoji="0" lang="en-US" altLang="zh-CN" b="1" i="1"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n</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个圆盘移至塔柱</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Z</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上并仍按同样顺序叠放，圆盘移</a:t>
            </a:r>
            <a:endPar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动时必须遵循下列规则：</a:t>
            </a:r>
            <a:endParaRPr kumimoji="0" lang="zh-CN" altLang="en-US"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1</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）每次只能移动塔柱顶上的一个圆盘；</a:t>
            </a:r>
            <a:endParaRPr kumimoji="0" lang="zh-CN" altLang="en-US"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2</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）圆盘可以插在</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X</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Y</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和</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Z</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中的任一塔柱上；</a:t>
            </a:r>
            <a:endParaRPr kumimoji="0" lang="zh-CN" altLang="en-US"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10000"/>
              </a:lnSpc>
              <a:spcBef>
                <a:spcPct val="0"/>
              </a:spcBef>
              <a:spcAft>
                <a:spcPct val="0"/>
              </a:spcAft>
              <a:buClrTx/>
              <a:buSzTx/>
              <a:buFontTx/>
              <a:buNone/>
              <a:tabLst/>
            </a:pP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a:t>
            </a:r>
            <a:r>
              <a:rPr kumimoji="0" lang="en-US" altLang="zh-CN"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3</a:t>
            </a:r>
            <a:r>
              <a:rPr kumimoji="0" lang="zh-CN" altLang="en-US" b="1" i="0" u="none" strike="noStrike" cap="none" normalizeH="0" baseline="0" dirty="0">
                <a:ln>
                  <a:noFill/>
                </a:ln>
                <a:solidFill>
                  <a:srgbClr val="000000"/>
                </a:solidFill>
                <a:effectLst/>
                <a:latin typeface="+mn-lt"/>
                <a:ea typeface="楷体" panose="02010609060101010101" pitchFamily="49" charset="-122"/>
                <a:cs typeface="Times New Roman" panose="02020603050405020304" pitchFamily="18" charset="0"/>
              </a:rPr>
              <a:t>）任何时刻都不能将一个较大的圆盘压在较小的的圆盘之上。</a:t>
            </a:r>
            <a:endParaRPr kumimoji="0" lang="zh-CN" altLang="en-US" b="1" i="0" u="none" strike="noStrike" cap="none" normalizeH="0" baseline="0" dirty="0">
              <a:ln>
                <a:noFill/>
              </a:ln>
              <a:solidFill>
                <a:schemeClr val="tx1"/>
              </a:solidFill>
              <a:effectLst/>
              <a:latin typeface="+mn-lt"/>
            </a:endParaRPr>
          </a:p>
        </p:txBody>
      </p:sp>
      <p:sp>
        <p:nvSpPr>
          <p:cNvPr id="13" name="直接连接符 6">
            <a:extLst>
              <a:ext uri="{FF2B5EF4-FFF2-40B4-BE49-F238E27FC236}">
                <a16:creationId xmlns:a16="http://schemas.microsoft.com/office/drawing/2014/main" id="{7BCFEF91-AACD-CBB9-4D18-32F960947CB9}"/>
              </a:ext>
            </a:extLst>
          </p:cNvPr>
          <p:cNvSpPr>
            <a:spLocks noChangeShapeType="1"/>
          </p:cNvSpPr>
          <p:nvPr/>
        </p:nvSpPr>
        <p:spPr bwMode="auto">
          <a:xfrm>
            <a:off x="4806374" y="6322436"/>
            <a:ext cx="7089775" cy="1587"/>
          </a:xfrm>
          <a:prstGeom prst="line">
            <a:avLst/>
          </a:prstGeom>
          <a:noFill/>
          <a:ln w="63500">
            <a:solidFill>
              <a:schemeClr val="tx1"/>
            </a:solidFill>
            <a:miter lim="800000"/>
          </a:ln>
        </p:spPr>
        <p:txBody>
          <a:bodyPr/>
          <a:lstStyle/>
          <a:p>
            <a:endParaRPr lang="zh-CN" altLang="en-US"/>
          </a:p>
        </p:txBody>
      </p:sp>
      <p:sp>
        <p:nvSpPr>
          <p:cNvPr id="14" name="直接连接符 10">
            <a:extLst>
              <a:ext uri="{FF2B5EF4-FFF2-40B4-BE49-F238E27FC236}">
                <a16:creationId xmlns:a16="http://schemas.microsoft.com/office/drawing/2014/main" id="{2EF5BF4B-6676-3620-ABF1-75C263D720AA}"/>
              </a:ext>
            </a:extLst>
          </p:cNvPr>
          <p:cNvSpPr>
            <a:spLocks noChangeShapeType="1"/>
          </p:cNvSpPr>
          <p:nvPr/>
        </p:nvSpPr>
        <p:spPr bwMode="auto">
          <a:xfrm flipH="1">
            <a:off x="5873173" y="4031671"/>
            <a:ext cx="8786" cy="2290763"/>
          </a:xfrm>
          <a:prstGeom prst="line">
            <a:avLst/>
          </a:prstGeom>
          <a:noFill/>
          <a:ln w="63500">
            <a:solidFill>
              <a:schemeClr val="tx1"/>
            </a:solidFill>
            <a:miter lim="800000"/>
          </a:ln>
        </p:spPr>
        <p:txBody>
          <a:bodyPr/>
          <a:lstStyle/>
          <a:p>
            <a:endParaRPr lang="zh-CN" altLang="en-US"/>
          </a:p>
        </p:txBody>
      </p:sp>
      <p:sp>
        <p:nvSpPr>
          <p:cNvPr id="15" name="直接连接符 11">
            <a:extLst>
              <a:ext uri="{FF2B5EF4-FFF2-40B4-BE49-F238E27FC236}">
                <a16:creationId xmlns:a16="http://schemas.microsoft.com/office/drawing/2014/main" id="{AEAE9D9F-3795-FFD1-407A-79FBE76E3F97}"/>
              </a:ext>
            </a:extLst>
          </p:cNvPr>
          <p:cNvSpPr>
            <a:spLocks noChangeShapeType="1"/>
          </p:cNvSpPr>
          <p:nvPr/>
        </p:nvSpPr>
        <p:spPr bwMode="auto">
          <a:xfrm>
            <a:off x="8266685" y="4031671"/>
            <a:ext cx="2026" cy="2290763"/>
          </a:xfrm>
          <a:prstGeom prst="line">
            <a:avLst/>
          </a:prstGeom>
          <a:noFill/>
          <a:ln w="63500">
            <a:solidFill>
              <a:schemeClr val="tx1"/>
            </a:solidFill>
            <a:miter lim="800000"/>
          </a:ln>
        </p:spPr>
        <p:txBody>
          <a:bodyPr/>
          <a:lstStyle/>
          <a:p>
            <a:endParaRPr lang="zh-CN" altLang="en-US"/>
          </a:p>
        </p:txBody>
      </p:sp>
      <p:sp>
        <p:nvSpPr>
          <p:cNvPr id="16" name="直接连接符 12">
            <a:extLst>
              <a:ext uri="{FF2B5EF4-FFF2-40B4-BE49-F238E27FC236}">
                <a16:creationId xmlns:a16="http://schemas.microsoft.com/office/drawing/2014/main" id="{ECB8FC9C-E5DD-5EA2-AF1D-554B0A8A1E05}"/>
              </a:ext>
            </a:extLst>
          </p:cNvPr>
          <p:cNvSpPr>
            <a:spLocks noChangeShapeType="1"/>
          </p:cNvSpPr>
          <p:nvPr/>
        </p:nvSpPr>
        <p:spPr bwMode="auto">
          <a:xfrm flipH="1">
            <a:off x="10775372" y="4031671"/>
            <a:ext cx="13795" cy="2290763"/>
          </a:xfrm>
          <a:prstGeom prst="line">
            <a:avLst/>
          </a:prstGeom>
          <a:noFill/>
          <a:ln w="63500">
            <a:solidFill>
              <a:schemeClr val="tx1"/>
            </a:solidFill>
            <a:miter lim="800000"/>
          </a:ln>
        </p:spPr>
        <p:txBody>
          <a:bodyPr/>
          <a:lstStyle/>
          <a:p>
            <a:endParaRPr lang="zh-CN" altLang="en-US"/>
          </a:p>
        </p:txBody>
      </p:sp>
      <p:grpSp>
        <p:nvGrpSpPr>
          <p:cNvPr id="17" name="组合 3">
            <a:extLst>
              <a:ext uri="{FF2B5EF4-FFF2-40B4-BE49-F238E27FC236}">
                <a16:creationId xmlns:a16="http://schemas.microsoft.com/office/drawing/2014/main" id="{EA8B72F3-90EC-71A2-8047-EF3829FABFD0}"/>
              </a:ext>
            </a:extLst>
          </p:cNvPr>
          <p:cNvGrpSpPr/>
          <p:nvPr/>
        </p:nvGrpSpPr>
        <p:grpSpPr bwMode="auto">
          <a:xfrm>
            <a:off x="5490586" y="4809548"/>
            <a:ext cx="747712" cy="523875"/>
            <a:chOff x="0" y="0"/>
            <a:chExt cx="995680" cy="525461"/>
          </a:xfrm>
        </p:grpSpPr>
        <p:sp>
          <p:nvSpPr>
            <p:cNvPr id="18" name="矩形 19">
              <a:extLst>
                <a:ext uri="{FF2B5EF4-FFF2-40B4-BE49-F238E27FC236}">
                  <a16:creationId xmlns:a16="http://schemas.microsoft.com/office/drawing/2014/main" id="{328BB263-601D-0793-2D74-39BAB579AF76}"/>
                </a:ext>
              </a:extLst>
            </p:cNvPr>
            <p:cNvSpPr>
              <a:spLocks noChangeArrowheads="1"/>
            </p:cNvSpPr>
            <p:nvPr/>
          </p:nvSpPr>
          <p:spPr bwMode="auto">
            <a:xfrm>
              <a:off x="0" y="0"/>
              <a:ext cx="995680" cy="498055"/>
            </a:xfrm>
            <a:prstGeom prst="rect">
              <a:avLst/>
            </a:prstGeom>
            <a:gradFill flip="none" rotWithShape="1">
              <a:gsLst>
                <a:gs pos="0">
                  <a:srgbClr val="CC9900">
                    <a:shade val="30000"/>
                    <a:satMod val="115000"/>
                  </a:srgbClr>
                </a:gs>
                <a:gs pos="50000">
                  <a:srgbClr val="CC9900">
                    <a:shade val="67500"/>
                    <a:satMod val="115000"/>
                  </a:srgbClr>
                </a:gs>
                <a:gs pos="100000">
                  <a:srgbClr val="CC9900">
                    <a:shade val="100000"/>
                    <a:satMod val="115000"/>
                  </a:srgbClr>
                </a:gs>
              </a:gsLst>
              <a:lin ang="13500000" scaled="1"/>
              <a:tileRect/>
            </a:gradFill>
            <a:ln w="63500">
              <a:solidFill>
                <a:srgbClr val="7030A0"/>
              </a:solidFill>
              <a:miter lim="800000"/>
            </a:ln>
          </p:spPr>
          <p:txBody>
            <a:bodyPr anchor="ctr"/>
            <a:lstStyle/>
            <a:p>
              <a:pPr algn="ctr">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19" name="文本框 21">
              <a:extLst>
                <a:ext uri="{FF2B5EF4-FFF2-40B4-BE49-F238E27FC236}">
                  <a16:creationId xmlns:a16="http://schemas.microsoft.com/office/drawing/2014/main" id="{B4071A88-5D9D-AA8E-8D13-EE41860AEB56}"/>
                </a:ext>
              </a:extLst>
            </p:cNvPr>
            <p:cNvSpPr>
              <a:spLocks noChangeArrowheads="1"/>
            </p:cNvSpPr>
            <p:nvPr/>
          </p:nvSpPr>
          <p:spPr bwMode="auto">
            <a:xfrm>
              <a:off x="117199" y="63796"/>
              <a:ext cx="275492" cy="461665"/>
            </a:xfrm>
            <a:prstGeom prst="rect">
              <a:avLst/>
            </a:prstGeom>
            <a:noFill/>
            <a:ln w="9525">
              <a:noFill/>
              <a:miter lim="800000"/>
            </a:ln>
          </p:spPr>
          <p:txBody>
            <a:bodyPr>
              <a:spAutoFit/>
            </a:bodyPr>
            <a:lstStyle/>
            <a:p>
              <a:pPr>
                <a:buFont typeface="Arial" panose="020B0604020202020204" pitchFamily="34" charset="0"/>
                <a:buNone/>
              </a:pPr>
              <a:r>
                <a:rPr lang="en-US" altLang="zh-CN" sz="2400" b="1">
                  <a:solidFill>
                    <a:srgbClr val="0070C0"/>
                  </a:solidFill>
                  <a:latin typeface="Calibri" panose="020F0502020204030204" pitchFamily="34" charset="0"/>
                  <a:sym typeface="Calibri" panose="020F0502020204030204" pitchFamily="34" charset="0"/>
                </a:rPr>
                <a:t>1</a:t>
              </a:r>
              <a:endParaRPr lang="zh-CN" altLang="en-US" sz="2400" b="1">
                <a:solidFill>
                  <a:srgbClr val="0070C0"/>
                </a:solidFill>
                <a:latin typeface="Calibri" panose="020F0502020204030204" pitchFamily="34" charset="0"/>
                <a:sym typeface="宋体" panose="02010600030101010101" pitchFamily="2" charset="-122"/>
              </a:endParaRPr>
            </a:p>
          </p:txBody>
        </p:sp>
      </p:grpSp>
      <p:grpSp>
        <p:nvGrpSpPr>
          <p:cNvPr id="20" name="组合 4">
            <a:extLst>
              <a:ext uri="{FF2B5EF4-FFF2-40B4-BE49-F238E27FC236}">
                <a16:creationId xmlns:a16="http://schemas.microsoft.com/office/drawing/2014/main" id="{0DFF6981-89C5-60F5-2F00-FF10E95CCEDF}"/>
              </a:ext>
            </a:extLst>
          </p:cNvPr>
          <p:cNvGrpSpPr/>
          <p:nvPr/>
        </p:nvGrpSpPr>
        <p:grpSpPr bwMode="auto">
          <a:xfrm>
            <a:off x="5261987" y="5327072"/>
            <a:ext cx="1189037" cy="546100"/>
            <a:chOff x="0" y="0"/>
            <a:chExt cx="1584960" cy="546774"/>
          </a:xfrm>
        </p:grpSpPr>
        <p:sp>
          <p:nvSpPr>
            <p:cNvPr id="21" name="矩形 18">
              <a:extLst>
                <a:ext uri="{FF2B5EF4-FFF2-40B4-BE49-F238E27FC236}">
                  <a16:creationId xmlns:a16="http://schemas.microsoft.com/office/drawing/2014/main" id="{3C5A990C-BF9D-D630-0CD6-DDA3BE79C52E}"/>
                </a:ext>
              </a:extLst>
            </p:cNvPr>
            <p:cNvSpPr>
              <a:spLocks noChangeArrowheads="1"/>
            </p:cNvSpPr>
            <p:nvPr/>
          </p:nvSpPr>
          <p:spPr bwMode="auto">
            <a:xfrm>
              <a:off x="0" y="0"/>
              <a:ext cx="1584960" cy="498055"/>
            </a:xfrm>
            <a:prstGeom prst="rect">
              <a:avLst/>
            </a:prstGeom>
            <a:gradFill flip="none" rotWithShape="1">
              <a:gsLst>
                <a:gs pos="0">
                  <a:srgbClr val="CC9900">
                    <a:shade val="30000"/>
                    <a:satMod val="115000"/>
                  </a:srgbClr>
                </a:gs>
                <a:gs pos="50000">
                  <a:srgbClr val="CC9900">
                    <a:shade val="67500"/>
                    <a:satMod val="115000"/>
                  </a:srgbClr>
                </a:gs>
                <a:gs pos="100000">
                  <a:srgbClr val="CC9900">
                    <a:shade val="100000"/>
                    <a:satMod val="115000"/>
                  </a:srgbClr>
                </a:gs>
              </a:gsLst>
              <a:lin ang="13500000" scaled="1"/>
              <a:tileRect/>
            </a:gradFill>
            <a:ln w="63500">
              <a:solidFill>
                <a:srgbClr val="7030A0"/>
              </a:solidFill>
              <a:miter lim="800000"/>
            </a:ln>
          </p:spPr>
          <p:txBody>
            <a:bodyPr anchor="ctr"/>
            <a:lstStyle/>
            <a:p>
              <a:pPr algn="ctr">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22" name="文本框 22">
              <a:extLst>
                <a:ext uri="{FF2B5EF4-FFF2-40B4-BE49-F238E27FC236}">
                  <a16:creationId xmlns:a16="http://schemas.microsoft.com/office/drawing/2014/main" id="{6CDE2FA1-305B-0BB2-9396-2AF3BF564F14}"/>
                </a:ext>
              </a:extLst>
            </p:cNvPr>
            <p:cNvSpPr>
              <a:spLocks noChangeArrowheads="1"/>
            </p:cNvSpPr>
            <p:nvPr/>
          </p:nvSpPr>
          <p:spPr bwMode="auto">
            <a:xfrm>
              <a:off x="275459" y="85109"/>
              <a:ext cx="275492" cy="461665"/>
            </a:xfrm>
            <a:prstGeom prst="rect">
              <a:avLst/>
            </a:prstGeom>
            <a:noFill/>
            <a:ln w="9525">
              <a:noFill/>
              <a:miter lim="800000"/>
            </a:ln>
          </p:spPr>
          <p:txBody>
            <a:bodyPr>
              <a:spAutoFit/>
            </a:bodyPr>
            <a:lstStyle/>
            <a:p>
              <a:pPr>
                <a:buFont typeface="Arial" panose="020B0604020202020204" pitchFamily="34" charset="0"/>
                <a:buNone/>
              </a:pPr>
              <a:r>
                <a:rPr lang="en-US" altLang="zh-CN" sz="2400" b="1">
                  <a:solidFill>
                    <a:srgbClr val="0070C0"/>
                  </a:solidFill>
                  <a:latin typeface="Calibri" panose="020F0502020204030204" pitchFamily="34" charset="0"/>
                  <a:sym typeface="Calibri" panose="020F0502020204030204" pitchFamily="34" charset="0"/>
                </a:rPr>
                <a:t>2</a:t>
              </a:r>
              <a:endParaRPr lang="zh-CN" altLang="en-US" sz="2400" b="1">
                <a:solidFill>
                  <a:srgbClr val="0070C0"/>
                </a:solidFill>
                <a:latin typeface="Calibri" panose="020F0502020204030204" pitchFamily="34" charset="0"/>
                <a:sym typeface="宋体" panose="02010600030101010101" pitchFamily="2" charset="-122"/>
              </a:endParaRPr>
            </a:p>
          </p:txBody>
        </p:sp>
      </p:grpSp>
      <p:grpSp>
        <p:nvGrpSpPr>
          <p:cNvPr id="23" name="组合 5">
            <a:extLst>
              <a:ext uri="{FF2B5EF4-FFF2-40B4-BE49-F238E27FC236}">
                <a16:creationId xmlns:a16="http://schemas.microsoft.com/office/drawing/2014/main" id="{C43C33D3-DC28-0B73-C727-662FC2482238}"/>
              </a:ext>
            </a:extLst>
          </p:cNvPr>
          <p:cNvGrpSpPr/>
          <p:nvPr/>
        </p:nvGrpSpPr>
        <p:grpSpPr bwMode="auto">
          <a:xfrm>
            <a:off x="5019099" y="5823961"/>
            <a:ext cx="1706563" cy="858837"/>
            <a:chOff x="0" y="0"/>
            <a:chExt cx="2275840" cy="858101"/>
          </a:xfrm>
        </p:grpSpPr>
        <p:sp>
          <p:nvSpPr>
            <p:cNvPr id="24" name="矩形 17">
              <a:extLst>
                <a:ext uri="{FF2B5EF4-FFF2-40B4-BE49-F238E27FC236}">
                  <a16:creationId xmlns:a16="http://schemas.microsoft.com/office/drawing/2014/main" id="{195C2CEA-928C-D34E-5F76-4B5C79A8159F}"/>
                </a:ext>
              </a:extLst>
            </p:cNvPr>
            <p:cNvSpPr>
              <a:spLocks noChangeArrowheads="1"/>
            </p:cNvSpPr>
            <p:nvPr/>
          </p:nvSpPr>
          <p:spPr bwMode="auto">
            <a:xfrm>
              <a:off x="0" y="0"/>
              <a:ext cx="2275840" cy="498055"/>
            </a:xfrm>
            <a:prstGeom prst="rect">
              <a:avLst/>
            </a:prstGeom>
            <a:gradFill flip="none" rotWithShape="1">
              <a:gsLst>
                <a:gs pos="0">
                  <a:srgbClr val="CC9900">
                    <a:shade val="30000"/>
                    <a:satMod val="115000"/>
                  </a:srgbClr>
                </a:gs>
                <a:gs pos="50000">
                  <a:srgbClr val="CC9900">
                    <a:shade val="67500"/>
                    <a:satMod val="115000"/>
                  </a:srgbClr>
                </a:gs>
                <a:gs pos="100000">
                  <a:srgbClr val="CC9900">
                    <a:shade val="100000"/>
                    <a:satMod val="115000"/>
                  </a:srgbClr>
                </a:gs>
              </a:gsLst>
              <a:lin ang="13500000" scaled="1"/>
              <a:tileRect/>
            </a:gradFill>
            <a:ln w="63500">
              <a:solidFill>
                <a:srgbClr val="7030A0"/>
              </a:solidFill>
              <a:miter lim="800000"/>
            </a:ln>
          </p:spPr>
          <p:txBody>
            <a:bodyPr anchor="ctr"/>
            <a:lstStyle/>
            <a:p>
              <a:pPr algn="ctr">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25" name="文本框 23">
              <a:extLst>
                <a:ext uri="{FF2B5EF4-FFF2-40B4-BE49-F238E27FC236}">
                  <a16:creationId xmlns:a16="http://schemas.microsoft.com/office/drawing/2014/main" id="{ADAEE87A-EA92-6E8B-6EEA-5C17AE138C80}"/>
                </a:ext>
              </a:extLst>
            </p:cNvPr>
            <p:cNvSpPr>
              <a:spLocks noChangeArrowheads="1"/>
            </p:cNvSpPr>
            <p:nvPr/>
          </p:nvSpPr>
          <p:spPr bwMode="auto">
            <a:xfrm>
              <a:off x="354401" y="27104"/>
              <a:ext cx="275492" cy="830997"/>
            </a:xfrm>
            <a:prstGeom prst="rect">
              <a:avLst/>
            </a:prstGeom>
            <a:noFill/>
            <a:ln w="9525">
              <a:noFill/>
              <a:miter lim="800000"/>
            </a:ln>
          </p:spPr>
          <p:txBody>
            <a:bodyPr>
              <a:spAutoFit/>
            </a:bodyPr>
            <a:lstStyle/>
            <a:p>
              <a:pPr>
                <a:buFont typeface="Arial" panose="020B0604020202020204" pitchFamily="34" charset="0"/>
                <a:buNone/>
              </a:pPr>
              <a:r>
                <a:rPr lang="en-US" altLang="zh-CN" sz="2400" b="1">
                  <a:solidFill>
                    <a:srgbClr val="0070C0"/>
                  </a:solidFill>
                  <a:latin typeface="Calibri" panose="020F0502020204030204" pitchFamily="34" charset="0"/>
                  <a:sym typeface="Calibri" panose="020F0502020204030204" pitchFamily="34" charset="0"/>
                </a:rPr>
                <a:t>3</a:t>
              </a:r>
              <a:endParaRPr lang="zh-CN" altLang="en-US" sz="2400" b="1">
                <a:solidFill>
                  <a:srgbClr val="0070C0"/>
                </a:solidFill>
                <a:latin typeface="Calibri" panose="020F0502020204030204" pitchFamily="34" charset="0"/>
                <a:sym typeface="Calibri" panose="020F0502020204030204" pitchFamily="34" charset="0"/>
              </a:endParaRPr>
            </a:p>
            <a:p>
              <a:pPr>
                <a:buFont typeface="Arial" panose="020B0604020202020204" pitchFamily="34" charset="0"/>
                <a:buNone/>
              </a:pPr>
              <a:endParaRPr lang="zh-CN" altLang="en-US" sz="2400" b="1">
                <a:solidFill>
                  <a:srgbClr val="0070C0"/>
                </a:solidFill>
                <a:latin typeface="Calibri" panose="020F0502020204030204" pitchFamily="34" charset="0"/>
                <a:sym typeface="宋体" panose="02010600030101010101" pitchFamily="2" charset="-122"/>
              </a:endParaRPr>
            </a:p>
          </p:txBody>
        </p:sp>
      </p:grpSp>
      <p:sp>
        <p:nvSpPr>
          <p:cNvPr id="26" name="文本框 20">
            <a:extLst>
              <a:ext uri="{FF2B5EF4-FFF2-40B4-BE49-F238E27FC236}">
                <a16:creationId xmlns:a16="http://schemas.microsoft.com/office/drawing/2014/main" id="{5C475A07-044C-E9B4-161A-306ABD7C7C63}"/>
              </a:ext>
            </a:extLst>
          </p:cNvPr>
          <p:cNvSpPr>
            <a:spLocks noChangeArrowheads="1"/>
          </p:cNvSpPr>
          <p:nvPr/>
        </p:nvSpPr>
        <p:spPr bwMode="auto">
          <a:xfrm>
            <a:off x="5671524" y="6345681"/>
            <a:ext cx="370614" cy="461665"/>
          </a:xfrm>
          <a:prstGeom prst="rect">
            <a:avLst/>
          </a:prstGeom>
          <a:noFill/>
          <a:ln w="9525">
            <a:noFill/>
            <a:miter lim="800000"/>
          </a:ln>
        </p:spPr>
        <p:txBody>
          <a:bodyPr wrap="none">
            <a:spAutoFit/>
          </a:bodyPr>
          <a:lstStyle/>
          <a:p>
            <a:pPr>
              <a:buFont typeface="Arial" panose="020B0604020202020204" pitchFamily="34" charset="0"/>
              <a:buNone/>
            </a:pPr>
            <a:r>
              <a:rPr lang="en-US" altLang="zh-CN" sz="2400" b="1" dirty="0">
                <a:solidFill>
                  <a:srgbClr val="000000"/>
                </a:solidFill>
                <a:latin typeface="Calibri" panose="020F0502020204030204" pitchFamily="34" charset="0"/>
                <a:sym typeface="Calibri" panose="020F0502020204030204" pitchFamily="34" charset="0"/>
              </a:rPr>
              <a:t>A</a:t>
            </a:r>
            <a:endParaRPr lang="zh-CN" altLang="en-US" sz="2400" b="1" dirty="0">
              <a:solidFill>
                <a:srgbClr val="000000"/>
              </a:solidFill>
              <a:latin typeface="Calibri" panose="020F0502020204030204" pitchFamily="34" charset="0"/>
              <a:sym typeface="宋体" panose="02010600030101010101" pitchFamily="2" charset="-122"/>
            </a:endParaRPr>
          </a:p>
        </p:txBody>
      </p:sp>
      <p:sp>
        <p:nvSpPr>
          <p:cNvPr id="27" name="文本框 24">
            <a:extLst>
              <a:ext uri="{FF2B5EF4-FFF2-40B4-BE49-F238E27FC236}">
                <a16:creationId xmlns:a16="http://schemas.microsoft.com/office/drawing/2014/main" id="{66689ED0-88C9-2A87-10CA-C9AB204B7912}"/>
              </a:ext>
            </a:extLst>
          </p:cNvPr>
          <p:cNvSpPr>
            <a:spLocks noChangeArrowheads="1"/>
          </p:cNvSpPr>
          <p:nvPr/>
        </p:nvSpPr>
        <p:spPr bwMode="auto">
          <a:xfrm>
            <a:off x="10584044" y="6345681"/>
            <a:ext cx="348172" cy="461665"/>
          </a:xfrm>
          <a:prstGeom prst="rect">
            <a:avLst/>
          </a:prstGeom>
          <a:noFill/>
          <a:ln w="9525">
            <a:noFill/>
            <a:miter lim="800000"/>
          </a:ln>
        </p:spPr>
        <p:txBody>
          <a:bodyPr wrap="none">
            <a:spAutoFit/>
          </a:bodyPr>
          <a:lstStyle/>
          <a:p>
            <a:pPr>
              <a:buFont typeface="Arial" panose="020B0604020202020204" pitchFamily="34" charset="0"/>
              <a:buNone/>
            </a:pPr>
            <a:r>
              <a:rPr lang="en-US" altLang="zh-CN" sz="2400" b="1" dirty="0">
                <a:solidFill>
                  <a:srgbClr val="000000"/>
                </a:solidFill>
                <a:latin typeface="Calibri" panose="020F0502020204030204" pitchFamily="34" charset="0"/>
                <a:sym typeface="Calibri" panose="020F0502020204030204" pitchFamily="34" charset="0"/>
              </a:rPr>
              <a:t>C</a:t>
            </a:r>
            <a:endParaRPr lang="zh-CN" altLang="en-US" sz="2400" b="1" dirty="0">
              <a:solidFill>
                <a:srgbClr val="000000"/>
              </a:solidFill>
              <a:latin typeface="Calibri" panose="020F0502020204030204" pitchFamily="34" charset="0"/>
              <a:sym typeface="宋体" panose="02010600030101010101" pitchFamily="2" charset="-122"/>
            </a:endParaRPr>
          </a:p>
        </p:txBody>
      </p:sp>
      <p:sp>
        <p:nvSpPr>
          <p:cNvPr id="28" name="文本框 25">
            <a:extLst>
              <a:ext uri="{FF2B5EF4-FFF2-40B4-BE49-F238E27FC236}">
                <a16:creationId xmlns:a16="http://schemas.microsoft.com/office/drawing/2014/main" id="{4EF25822-D659-BB8C-CD9C-C5F432D8E93A}"/>
              </a:ext>
            </a:extLst>
          </p:cNvPr>
          <p:cNvSpPr>
            <a:spLocks noChangeArrowheads="1"/>
          </p:cNvSpPr>
          <p:nvPr/>
        </p:nvSpPr>
        <p:spPr bwMode="auto">
          <a:xfrm>
            <a:off x="8055150" y="6345681"/>
            <a:ext cx="357790" cy="461665"/>
          </a:xfrm>
          <a:prstGeom prst="rect">
            <a:avLst/>
          </a:prstGeom>
          <a:noFill/>
          <a:ln w="9525">
            <a:noFill/>
            <a:miter lim="800000"/>
          </a:ln>
        </p:spPr>
        <p:txBody>
          <a:bodyPr wrap="none">
            <a:spAutoFit/>
          </a:bodyPr>
          <a:lstStyle/>
          <a:p>
            <a:pPr>
              <a:buFont typeface="Arial" panose="020B0604020202020204" pitchFamily="34" charset="0"/>
              <a:buNone/>
            </a:pPr>
            <a:r>
              <a:rPr lang="en-US" altLang="zh-CN" sz="2400" b="1" dirty="0">
                <a:solidFill>
                  <a:srgbClr val="000000"/>
                </a:solidFill>
                <a:latin typeface="Calibri" panose="020F0502020204030204" pitchFamily="34" charset="0"/>
                <a:sym typeface="Calibri" panose="020F0502020204030204" pitchFamily="34" charset="0"/>
              </a:rPr>
              <a:t>B</a:t>
            </a:r>
            <a:endParaRPr lang="zh-CN" altLang="en-US" sz="2400" b="1" dirty="0">
              <a:solidFill>
                <a:srgbClr val="000000"/>
              </a:solidFill>
              <a:latin typeface="Calibri" panose="020F0502020204030204" pitchFamily="34" charset="0"/>
              <a:sym typeface="宋体" panose="02010600030101010101" pitchFamily="2" charset="-122"/>
            </a:endParaRPr>
          </a:p>
        </p:txBody>
      </p:sp>
      <p:sp>
        <p:nvSpPr>
          <p:cNvPr id="29" name="椭圆 28">
            <a:extLst>
              <a:ext uri="{FF2B5EF4-FFF2-40B4-BE49-F238E27FC236}">
                <a16:creationId xmlns:a16="http://schemas.microsoft.com/office/drawing/2014/main" id="{B8F29997-DBF4-161E-E14E-CEB041009ACD}"/>
              </a:ext>
            </a:extLst>
          </p:cNvPr>
          <p:cNvSpPr/>
          <p:nvPr/>
        </p:nvSpPr>
        <p:spPr bwMode="auto">
          <a:xfrm>
            <a:off x="4806373" y="4718018"/>
            <a:ext cx="2114988" cy="1213396"/>
          </a:xfrm>
          <a:prstGeom prst="ellipse">
            <a:avLst/>
          </a:prstGeom>
          <a:noFill/>
          <a:ln w="3810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lstStyle/>
          <a:p>
            <a:endParaRPr lang="zh-CN" altLang="en-US">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6760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9" presetClass="emph" presetSubtype="0" nodeType="withEffect">
                                  <p:stCondLst>
                                    <p:cond delay="0"/>
                                  </p:stCondLst>
                                  <p:childTnLst>
                                    <p:set>
                                      <p:cBhvr>
                                        <p:cTn id="8" dur="indefinite"/>
                                        <p:tgtEl>
                                          <p:spTgt spid="17"/>
                                        </p:tgtEl>
                                        <p:attrNameLst>
                                          <p:attrName>style.opacity</p:attrName>
                                        </p:attrNameLst>
                                      </p:cBhvr>
                                      <p:to>
                                        <p:strVal val="0.75"/>
                                      </p:to>
                                    </p:set>
                                    <p:animEffect filter="image" prLst="opacity: 0.75">
                                      <p:cBhvr rctx="IE">
                                        <p:cTn id="9" dur="indefinite"/>
                                        <p:tgtEl>
                                          <p:spTgt spid="17"/>
                                        </p:tgtEl>
                                      </p:cBhvr>
                                    </p:animEffect>
                                  </p:childTnLst>
                                </p:cTn>
                              </p:par>
                              <p:par>
                                <p:cTn id="10" presetID="1"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9" presetClass="emph" presetSubtype="0" nodeType="withEffect">
                                  <p:stCondLst>
                                    <p:cond delay="0"/>
                                  </p:stCondLst>
                                  <p:childTnLst>
                                    <p:set>
                                      <p:cBhvr>
                                        <p:cTn id="13" dur="indefinite"/>
                                        <p:tgtEl>
                                          <p:spTgt spid="20"/>
                                        </p:tgtEl>
                                        <p:attrNameLst>
                                          <p:attrName>style.opacity</p:attrName>
                                        </p:attrNameLst>
                                      </p:cBhvr>
                                      <p:to>
                                        <p:strVal val="0.75"/>
                                      </p:to>
                                    </p:set>
                                    <p:animEffect filter="image" prLst="opacity: 0.75">
                                      <p:cBhvr rctx="IE">
                                        <p:cTn id="14" dur="indefinite"/>
                                        <p:tgtEl>
                                          <p:spTgt spid="20"/>
                                        </p:tgtEl>
                                      </p:cBhvr>
                                    </p:animEffec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9" presetClass="emph" presetSubtype="0" nodeType="withEffect">
                                  <p:stCondLst>
                                    <p:cond delay="0"/>
                                  </p:stCondLst>
                                  <p:childTnLst>
                                    <p:set>
                                      <p:cBhvr>
                                        <p:cTn id="18" dur="indefinite"/>
                                        <p:tgtEl>
                                          <p:spTgt spid="23"/>
                                        </p:tgtEl>
                                        <p:attrNameLst>
                                          <p:attrName>style.opacity</p:attrName>
                                        </p:attrNameLst>
                                      </p:cBhvr>
                                      <p:to>
                                        <p:strVal val="0.75"/>
                                      </p:to>
                                    </p:set>
                                    <p:animEffect filter="image" prLst="opacity: 0.75">
                                      <p:cBhvr rctx="IE">
                                        <p:cTn id="19" dur="indefinite"/>
                                        <p:tgtEl>
                                          <p:spTgt spid="23"/>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heel(1)">
                                      <p:cBhvr>
                                        <p:cTn id="24" dur="20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xit" presetSubtype="1" fill="hold" grpId="1" nodeType="clickEffect">
                                  <p:stCondLst>
                                    <p:cond delay="0"/>
                                  </p:stCondLst>
                                  <p:childTnLst>
                                    <p:animEffect transition="out" filter="wheel(1)">
                                      <p:cBhvr>
                                        <p:cTn id="28" dur="2000"/>
                                        <p:tgtEl>
                                          <p:spTgt spid="29"/>
                                        </p:tgtEl>
                                      </p:cBhvr>
                                    </p:animEffect>
                                    <p:set>
                                      <p:cBhvr>
                                        <p:cTn id="29" dur="1" fill="hold">
                                          <p:stCondLst>
                                            <p:cond delay="1999"/>
                                          </p:stCondLst>
                                        </p:cTn>
                                        <p:tgtEl>
                                          <p:spTgt spid="2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64" presetClass="path" presetSubtype="0" accel="50000" decel="50000" fill="hold" nodeType="clickEffect">
                                  <p:stCondLst>
                                    <p:cond delay="0"/>
                                  </p:stCondLst>
                                  <p:childTnLst>
                                    <p:animMotion origin="layout" path="M 4.16667E-7 -3.33333E-6 L 4.16667E-7 -0.25 " pathEditMode="relative" rAng="0" ptsTypes="AA">
                                      <p:cBhvr>
                                        <p:cTn id="33" dur="1000" fill="hold"/>
                                        <p:tgtEl>
                                          <p:spTgt spid="17"/>
                                        </p:tgtEl>
                                        <p:attrNameLst>
                                          <p:attrName>ppt_x</p:attrName>
                                          <p:attrName>ppt_y</p:attrName>
                                        </p:attrNameLst>
                                      </p:cBhvr>
                                      <p:rCtr x="0" y="-12500"/>
                                    </p:animMotion>
                                  </p:childTnLst>
                                </p:cTn>
                              </p:par>
                            </p:childTnLst>
                          </p:cTn>
                        </p:par>
                        <p:par>
                          <p:cTn id="34" fill="hold">
                            <p:stCondLst>
                              <p:cond delay="1000"/>
                            </p:stCondLst>
                            <p:childTnLst>
                              <p:par>
                                <p:cTn id="35" presetID="63" presetClass="path" presetSubtype="0" accel="50000" decel="50000" fill="hold" nodeType="afterEffect">
                                  <p:stCondLst>
                                    <p:cond delay="0"/>
                                  </p:stCondLst>
                                  <p:childTnLst>
                                    <p:animMotion origin="layout" path="M 4.16667E-7 -0.25 L 0.40273 -0.24814 " pathEditMode="relative" rAng="0" ptsTypes="AA">
                                      <p:cBhvr>
                                        <p:cTn id="36" dur="1000" fill="hold"/>
                                        <p:tgtEl>
                                          <p:spTgt spid="17"/>
                                        </p:tgtEl>
                                        <p:attrNameLst>
                                          <p:attrName>ppt_x</p:attrName>
                                          <p:attrName>ppt_y</p:attrName>
                                        </p:attrNameLst>
                                      </p:cBhvr>
                                      <p:rCtr x="20130" y="93"/>
                                    </p:animMotion>
                                  </p:childTnLst>
                                </p:cTn>
                              </p:par>
                            </p:childTnLst>
                          </p:cTn>
                        </p:par>
                        <p:par>
                          <p:cTn id="37" fill="hold">
                            <p:stCondLst>
                              <p:cond delay="2000"/>
                            </p:stCondLst>
                            <p:childTnLst>
                              <p:par>
                                <p:cTn id="38" presetID="42" presetClass="path" presetSubtype="0" accel="50000" decel="50000" fill="hold" nodeType="afterEffect">
                                  <p:stCondLst>
                                    <p:cond delay="0"/>
                                  </p:stCondLst>
                                  <p:childTnLst>
                                    <p:animMotion origin="layout" path="M 0.40273 -0.24814 L 0.40286 0.14144 " pathEditMode="relative" rAng="0" ptsTypes="AA">
                                      <p:cBhvr>
                                        <p:cTn id="39" dur="1000" fill="hold"/>
                                        <p:tgtEl>
                                          <p:spTgt spid="17"/>
                                        </p:tgtEl>
                                        <p:attrNameLst>
                                          <p:attrName>ppt_x</p:attrName>
                                          <p:attrName>ppt_y</p:attrName>
                                        </p:attrNameLst>
                                      </p:cBhvr>
                                      <p:rCtr x="0" y="19468"/>
                                    </p:animMotion>
                                  </p:childTnLst>
                                </p:cTn>
                              </p:par>
                            </p:childTnLst>
                          </p:cTn>
                        </p:par>
                      </p:childTnLst>
                    </p:cTn>
                  </p:par>
                  <p:par>
                    <p:cTn id="40" fill="hold">
                      <p:stCondLst>
                        <p:cond delay="indefinite"/>
                      </p:stCondLst>
                      <p:childTnLst>
                        <p:par>
                          <p:cTn id="41" fill="hold">
                            <p:stCondLst>
                              <p:cond delay="0"/>
                            </p:stCondLst>
                            <p:childTnLst>
                              <p:par>
                                <p:cTn id="42" presetID="64" presetClass="path" presetSubtype="0" accel="50000" decel="50000" fill="hold" nodeType="clickEffect">
                                  <p:stCondLst>
                                    <p:cond delay="0"/>
                                  </p:stCondLst>
                                  <p:childTnLst>
                                    <p:animMotion origin="layout" path="M 1.45833E-6 3.33333E-6 L 0.00065 -0.32709 " pathEditMode="relative" rAng="0" ptsTypes="AA">
                                      <p:cBhvr>
                                        <p:cTn id="43" dur="1000" fill="hold"/>
                                        <p:tgtEl>
                                          <p:spTgt spid="20"/>
                                        </p:tgtEl>
                                        <p:attrNameLst>
                                          <p:attrName>ppt_x</p:attrName>
                                          <p:attrName>ppt_y</p:attrName>
                                        </p:attrNameLst>
                                      </p:cBhvr>
                                      <p:rCtr x="26" y="-16366"/>
                                    </p:animMotion>
                                  </p:childTnLst>
                                </p:cTn>
                              </p:par>
                            </p:childTnLst>
                          </p:cTn>
                        </p:par>
                        <p:par>
                          <p:cTn id="44" fill="hold">
                            <p:stCondLst>
                              <p:cond delay="1000"/>
                            </p:stCondLst>
                            <p:childTnLst>
                              <p:par>
                                <p:cTn id="45" presetID="63" presetClass="path" presetSubtype="0" accel="50000" decel="50000" fill="hold" nodeType="afterEffect">
                                  <p:stCondLst>
                                    <p:cond delay="0"/>
                                  </p:stCondLst>
                                  <p:childTnLst>
                                    <p:animMotion origin="layout" path="M 0.00065 -0.32709 L 0.19466 -0.32732 " pathEditMode="relative" rAng="0" ptsTypes="AA">
                                      <p:cBhvr>
                                        <p:cTn id="46" dur="1000" fill="hold"/>
                                        <p:tgtEl>
                                          <p:spTgt spid="20"/>
                                        </p:tgtEl>
                                        <p:attrNameLst>
                                          <p:attrName>ppt_x</p:attrName>
                                          <p:attrName>ppt_y</p:attrName>
                                        </p:attrNameLst>
                                      </p:cBhvr>
                                      <p:rCtr x="9701" y="-23"/>
                                    </p:animMotion>
                                  </p:childTnLst>
                                </p:cTn>
                              </p:par>
                            </p:childTnLst>
                          </p:cTn>
                        </p:par>
                        <p:par>
                          <p:cTn id="47" fill="hold">
                            <p:stCondLst>
                              <p:cond delay="2000"/>
                            </p:stCondLst>
                            <p:childTnLst>
                              <p:par>
                                <p:cTn id="48" presetID="42" presetClass="path" presetSubtype="0" accel="50000" decel="50000" fill="hold" nodeType="afterEffect">
                                  <p:stCondLst>
                                    <p:cond delay="0"/>
                                  </p:stCondLst>
                                  <p:childTnLst>
                                    <p:animMotion origin="layout" path="M 0.19466 -0.32732 L 0.19779 0.06412 " pathEditMode="relative" rAng="0" ptsTypes="AA">
                                      <p:cBhvr>
                                        <p:cTn id="49" dur="1000" fill="hold"/>
                                        <p:tgtEl>
                                          <p:spTgt spid="20"/>
                                        </p:tgtEl>
                                        <p:attrNameLst>
                                          <p:attrName>ppt_x</p:attrName>
                                          <p:attrName>ppt_y</p:attrName>
                                        </p:attrNameLst>
                                      </p:cBhvr>
                                      <p:rCtr x="156" y="19560"/>
                                    </p:animMotion>
                                  </p:childTnLst>
                                </p:cTn>
                              </p:par>
                            </p:childTnLst>
                          </p:cTn>
                        </p:par>
                      </p:childTnLst>
                    </p:cTn>
                  </p:par>
                  <p:par>
                    <p:cTn id="50" fill="hold">
                      <p:stCondLst>
                        <p:cond delay="indefinite"/>
                      </p:stCondLst>
                      <p:childTnLst>
                        <p:par>
                          <p:cTn id="51" fill="hold">
                            <p:stCondLst>
                              <p:cond delay="0"/>
                            </p:stCondLst>
                            <p:childTnLst>
                              <p:par>
                                <p:cTn id="52" presetID="64" presetClass="path" presetSubtype="0" accel="50000" decel="50000" fill="hold" nodeType="clickEffect">
                                  <p:stCondLst>
                                    <p:cond delay="0"/>
                                  </p:stCondLst>
                                  <p:childTnLst>
                                    <p:animMotion origin="layout" path="M 0.40286 0.14144 L 0.40273 -0.24814 " pathEditMode="relative" rAng="0" ptsTypes="AA">
                                      <p:cBhvr>
                                        <p:cTn id="53" dur="1000" fill="hold"/>
                                        <p:tgtEl>
                                          <p:spTgt spid="17"/>
                                        </p:tgtEl>
                                        <p:attrNameLst>
                                          <p:attrName>ppt_x</p:attrName>
                                          <p:attrName>ppt_y</p:attrName>
                                        </p:attrNameLst>
                                      </p:cBhvr>
                                      <p:rCtr x="-13" y="-19491"/>
                                    </p:animMotion>
                                  </p:childTnLst>
                                </p:cTn>
                              </p:par>
                            </p:childTnLst>
                          </p:cTn>
                        </p:par>
                        <p:par>
                          <p:cTn id="54" fill="hold">
                            <p:stCondLst>
                              <p:cond delay="1000"/>
                            </p:stCondLst>
                            <p:childTnLst>
                              <p:par>
                                <p:cTn id="55" presetID="35" presetClass="path" presetSubtype="0" accel="50000" decel="50000" fill="hold" nodeType="afterEffect">
                                  <p:stCondLst>
                                    <p:cond delay="0"/>
                                  </p:stCondLst>
                                  <p:childTnLst>
                                    <p:animMotion origin="layout" path="M 0.40273 -0.24814 L 0.19401 -0.25023 " pathEditMode="relative" rAng="0" ptsTypes="AA">
                                      <p:cBhvr>
                                        <p:cTn id="56" dur="1000" fill="hold"/>
                                        <p:tgtEl>
                                          <p:spTgt spid="17"/>
                                        </p:tgtEl>
                                        <p:attrNameLst>
                                          <p:attrName>ppt_x</p:attrName>
                                          <p:attrName>ppt_y</p:attrName>
                                        </p:attrNameLst>
                                      </p:cBhvr>
                                      <p:rCtr x="-10443" y="-116"/>
                                    </p:animMotion>
                                  </p:childTnLst>
                                </p:cTn>
                              </p:par>
                            </p:childTnLst>
                          </p:cTn>
                        </p:par>
                        <p:par>
                          <p:cTn id="57" fill="hold">
                            <p:stCondLst>
                              <p:cond delay="2000"/>
                            </p:stCondLst>
                            <p:childTnLst>
                              <p:par>
                                <p:cTn id="58" presetID="42" presetClass="path" presetSubtype="0" accel="50000" decel="50000" fill="hold" nodeType="afterEffect">
                                  <p:stCondLst>
                                    <p:cond delay="0"/>
                                  </p:stCondLst>
                                  <p:childTnLst>
                                    <p:animMotion origin="layout" path="M 0.19401 -0.25023 L 0.19687 0.06366 " pathEditMode="relative" rAng="0" ptsTypes="AA">
                                      <p:cBhvr>
                                        <p:cTn id="59" dur="1000" fill="hold"/>
                                        <p:tgtEl>
                                          <p:spTgt spid="17"/>
                                        </p:tgtEl>
                                        <p:attrNameLst>
                                          <p:attrName>ppt_x</p:attrName>
                                          <p:attrName>ppt_y</p:attrName>
                                        </p:attrNameLst>
                                      </p:cBhvr>
                                      <p:rCtr x="143" y="15694"/>
                                    </p:animMotion>
                                  </p:childTnLst>
                                </p:cTn>
                              </p:par>
                            </p:childTnLst>
                          </p:cTn>
                        </p:par>
                      </p:childTnLst>
                    </p:cTn>
                  </p:par>
                  <p:par>
                    <p:cTn id="60" fill="hold">
                      <p:stCondLst>
                        <p:cond delay="indefinite"/>
                      </p:stCondLst>
                      <p:childTnLst>
                        <p:par>
                          <p:cTn id="61" fill="hold">
                            <p:stCondLst>
                              <p:cond delay="0"/>
                            </p:stCondLst>
                            <p:childTnLst>
                              <p:par>
                                <p:cTn id="62" presetID="64" presetClass="path" presetSubtype="0" accel="50000" decel="50000" fill="hold" nodeType="clickEffect">
                                  <p:stCondLst>
                                    <p:cond delay="0"/>
                                  </p:stCondLst>
                                  <p:childTnLst>
                                    <p:animMotion origin="layout" path="M -6.25E-7 4.44444E-6 L -0.00065 -0.42223 " pathEditMode="relative" rAng="0" ptsTypes="AA">
                                      <p:cBhvr>
                                        <p:cTn id="63" dur="1000" fill="hold"/>
                                        <p:tgtEl>
                                          <p:spTgt spid="23"/>
                                        </p:tgtEl>
                                        <p:attrNameLst>
                                          <p:attrName>ppt_x</p:attrName>
                                          <p:attrName>ppt_y</p:attrName>
                                        </p:attrNameLst>
                                      </p:cBhvr>
                                      <p:rCtr x="-39" y="-21111"/>
                                    </p:animMotion>
                                  </p:childTnLst>
                                </p:cTn>
                              </p:par>
                            </p:childTnLst>
                          </p:cTn>
                        </p:par>
                        <p:par>
                          <p:cTn id="64" fill="hold">
                            <p:stCondLst>
                              <p:cond delay="1000"/>
                            </p:stCondLst>
                            <p:childTnLst>
                              <p:par>
                                <p:cTn id="65" presetID="63" presetClass="path" presetSubtype="0" accel="50000" decel="50000" fill="hold" nodeType="afterEffect">
                                  <p:stCondLst>
                                    <p:cond delay="0"/>
                                  </p:stCondLst>
                                  <p:childTnLst>
                                    <p:animMotion origin="layout" path="M -0.00065 -0.42223 L 0.40208 -0.42037 " pathEditMode="relative" rAng="0" ptsTypes="AA">
                                      <p:cBhvr>
                                        <p:cTn id="66" dur="1000" fill="hold"/>
                                        <p:tgtEl>
                                          <p:spTgt spid="23"/>
                                        </p:tgtEl>
                                        <p:attrNameLst>
                                          <p:attrName>ppt_x</p:attrName>
                                          <p:attrName>ppt_y</p:attrName>
                                        </p:attrNameLst>
                                      </p:cBhvr>
                                      <p:rCtr x="20130" y="93"/>
                                    </p:animMotion>
                                  </p:childTnLst>
                                </p:cTn>
                              </p:par>
                            </p:childTnLst>
                          </p:cTn>
                        </p:par>
                        <p:par>
                          <p:cTn id="67" fill="hold">
                            <p:stCondLst>
                              <p:cond delay="2000"/>
                            </p:stCondLst>
                            <p:childTnLst>
                              <p:par>
                                <p:cTn id="68" presetID="42" presetClass="path" presetSubtype="0" accel="50000" decel="50000" fill="hold" nodeType="afterEffect">
                                  <p:stCondLst>
                                    <p:cond delay="0"/>
                                  </p:stCondLst>
                                  <p:childTnLst>
                                    <p:animMotion origin="layout" path="M 0.40208 -0.42037 L 0.40221 -0.00625 " pathEditMode="relative" rAng="0" ptsTypes="AA">
                                      <p:cBhvr>
                                        <p:cTn id="69" dur="1000" fill="hold"/>
                                        <p:tgtEl>
                                          <p:spTgt spid="23"/>
                                        </p:tgtEl>
                                        <p:attrNameLst>
                                          <p:attrName>ppt_x</p:attrName>
                                          <p:attrName>ppt_y</p:attrName>
                                        </p:attrNameLst>
                                      </p:cBhvr>
                                      <p:rCtr x="0" y="20694"/>
                                    </p:animMotion>
                                  </p:childTnLst>
                                </p:cTn>
                              </p:par>
                            </p:childTnLst>
                          </p:cTn>
                        </p:par>
                      </p:childTnLst>
                    </p:cTn>
                  </p:par>
                  <p:par>
                    <p:cTn id="70" fill="hold">
                      <p:stCondLst>
                        <p:cond delay="indefinite"/>
                      </p:stCondLst>
                      <p:childTnLst>
                        <p:par>
                          <p:cTn id="71" fill="hold">
                            <p:stCondLst>
                              <p:cond delay="0"/>
                            </p:stCondLst>
                            <p:childTnLst>
                              <p:par>
                                <p:cTn id="72" presetID="64" presetClass="path" presetSubtype="0" accel="50000" decel="50000" fill="hold" nodeType="clickEffect">
                                  <p:stCondLst>
                                    <p:cond delay="0"/>
                                  </p:stCondLst>
                                  <p:childTnLst>
                                    <p:animMotion origin="layout" path="M 0.19687 0.06366 L 0.19401 -0.25023 " pathEditMode="relative" rAng="0" ptsTypes="AA">
                                      <p:cBhvr>
                                        <p:cTn id="73" dur="1000" fill="hold"/>
                                        <p:tgtEl>
                                          <p:spTgt spid="17"/>
                                        </p:tgtEl>
                                        <p:attrNameLst>
                                          <p:attrName>ppt_x</p:attrName>
                                          <p:attrName>ppt_y</p:attrName>
                                        </p:attrNameLst>
                                      </p:cBhvr>
                                      <p:rCtr x="-143" y="-15694"/>
                                    </p:animMotion>
                                  </p:childTnLst>
                                </p:cTn>
                              </p:par>
                            </p:childTnLst>
                          </p:cTn>
                        </p:par>
                        <p:par>
                          <p:cTn id="74" fill="hold">
                            <p:stCondLst>
                              <p:cond delay="1000"/>
                            </p:stCondLst>
                            <p:childTnLst>
                              <p:par>
                                <p:cTn id="75" presetID="35" presetClass="path" presetSubtype="0" accel="50000" decel="50000" fill="hold" nodeType="afterEffect">
                                  <p:stCondLst>
                                    <p:cond delay="0"/>
                                  </p:stCondLst>
                                  <p:childTnLst>
                                    <p:animMotion origin="layout" path="M 0.19401 -0.25023 L 4.16667E-7 -0.25 " pathEditMode="relative" rAng="0" ptsTypes="AA">
                                      <p:cBhvr>
                                        <p:cTn id="76" dur="1000" fill="hold"/>
                                        <p:tgtEl>
                                          <p:spTgt spid="17"/>
                                        </p:tgtEl>
                                        <p:attrNameLst>
                                          <p:attrName>ppt_x</p:attrName>
                                          <p:attrName>ppt_y</p:attrName>
                                        </p:attrNameLst>
                                      </p:cBhvr>
                                      <p:rCtr x="-9701" y="0"/>
                                    </p:animMotion>
                                  </p:childTnLst>
                                </p:cTn>
                              </p:par>
                            </p:childTnLst>
                          </p:cTn>
                        </p:par>
                        <p:par>
                          <p:cTn id="77" fill="hold">
                            <p:stCondLst>
                              <p:cond delay="2000"/>
                            </p:stCondLst>
                            <p:childTnLst>
                              <p:par>
                                <p:cTn id="78" presetID="42" presetClass="path" presetSubtype="0" accel="50000" decel="50000" fill="hold" nodeType="afterEffect">
                                  <p:stCondLst>
                                    <p:cond delay="0"/>
                                  </p:stCondLst>
                                  <p:childTnLst>
                                    <p:animMotion origin="layout" path="M 4.16667E-7 -0.25 L 0.0013 0.14213 " pathEditMode="relative" rAng="0" ptsTypes="AA">
                                      <p:cBhvr>
                                        <p:cTn id="79" dur="1000" fill="hold"/>
                                        <p:tgtEl>
                                          <p:spTgt spid="17"/>
                                        </p:tgtEl>
                                        <p:attrNameLst>
                                          <p:attrName>ppt_x</p:attrName>
                                          <p:attrName>ppt_y</p:attrName>
                                        </p:attrNameLst>
                                      </p:cBhvr>
                                      <p:rCtr x="65" y="19606"/>
                                    </p:animMotion>
                                  </p:childTnLst>
                                </p:cTn>
                              </p:par>
                            </p:childTnLst>
                          </p:cTn>
                        </p:par>
                      </p:childTnLst>
                    </p:cTn>
                  </p:par>
                  <p:par>
                    <p:cTn id="80" fill="hold">
                      <p:stCondLst>
                        <p:cond delay="indefinite"/>
                      </p:stCondLst>
                      <p:childTnLst>
                        <p:par>
                          <p:cTn id="81" fill="hold">
                            <p:stCondLst>
                              <p:cond delay="0"/>
                            </p:stCondLst>
                            <p:childTnLst>
                              <p:par>
                                <p:cTn id="82" presetID="64" presetClass="path" presetSubtype="0" accel="50000" decel="50000" fill="hold" nodeType="clickEffect">
                                  <p:stCondLst>
                                    <p:cond delay="0"/>
                                  </p:stCondLst>
                                  <p:childTnLst>
                                    <p:animMotion origin="layout" path="M 0.19779 0.06412 L 0.19466 -0.32732 " pathEditMode="relative" rAng="0" ptsTypes="AA">
                                      <p:cBhvr>
                                        <p:cTn id="83" dur="1000" fill="hold"/>
                                        <p:tgtEl>
                                          <p:spTgt spid="20"/>
                                        </p:tgtEl>
                                        <p:attrNameLst>
                                          <p:attrName>ppt_x</p:attrName>
                                          <p:attrName>ppt_y</p:attrName>
                                        </p:attrNameLst>
                                      </p:cBhvr>
                                      <p:rCtr x="-156" y="-19583"/>
                                    </p:animMotion>
                                  </p:childTnLst>
                                </p:cTn>
                              </p:par>
                            </p:childTnLst>
                          </p:cTn>
                        </p:par>
                        <p:par>
                          <p:cTn id="84" fill="hold">
                            <p:stCondLst>
                              <p:cond delay="1000"/>
                            </p:stCondLst>
                            <p:childTnLst>
                              <p:par>
                                <p:cTn id="85" presetID="63" presetClass="path" presetSubtype="0" accel="50000" decel="50000" fill="hold" nodeType="afterEffect">
                                  <p:stCondLst>
                                    <p:cond delay="0"/>
                                  </p:stCondLst>
                                  <p:childTnLst>
                                    <p:animMotion origin="layout" path="M 0.19466 -0.32732 L 0.40338 -0.32523 " pathEditMode="relative" rAng="0" ptsTypes="AA">
                                      <p:cBhvr>
                                        <p:cTn id="86" dur="1000" fill="hold"/>
                                        <p:tgtEl>
                                          <p:spTgt spid="20"/>
                                        </p:tgtEl>
                                        <p:attrNameLst>
                                          <p:attrName>ppt_x</p:attrName>
                                          <p:attrName>ppt_y</p:attrName>
                                        </p:attrNameLst>
                                      </p:cBhvr>
                                      <p:rCtr x="10430" y="93"/>
                                    </p:animMotion>
                                  </p:childTnLst>
                                </p:cTn>
                              </p:par>
                            </p:childTnLst>
                          </p:cTn>
                        </p:par>
                        <p:par>
                          <p:cTn id="87" fill="hold">
                            <p:stCondLst>
                              <p:cond delay="2000"/>
                            </p:stCondLst>
                            <p:childTnLst>
                              <p:par>
                                <p:cTn id="88" presetID="42" presetClass="path" presetSubtype="0" accel="50000" decel="50000" fill="hold" nodeType="afterEffect">
                                  <p:stCondLst>
                                    <p:cond delay="0"/>
                                  </p:stCondLst>
                                  <p:childTnLst>
                                    <p:animMotion origin="layout" path="M 0.40338 -0.32523 L 0.40221 -0.0125 " pathEditMode="relative" rAng="0" ptsTypes="AA">
                                      <p:cBhvr>
                                        <p:cTn id="89" dur="1000" fill="hold"/>
                                        <p:tgtEl>
                                          <p:spTgt spid="20"/>
                                        </p:tgtEl>
                                        <p:attrNameLst>
                                          <p:attrName>ppt_x</p:attrName>
                                          <p:attrName>ppt_y</p:attrName>
                                        </p:attrNameLst>
                                      </p:cBhvr>
                                      <p:rCtr x="-65" y="15625"/>
                                    </p:animMotion>
                                  </p:childTnLst>
                                </p:cTn>
                              </p:par>
                            </p:childTnLst>
                          </p:cTn>
                        </p:par>
                      </p:childTnLst>
                    </p:cTn>
                  </p:par>
                  <p:par>
                    <p:cTn id="90" fill="hold">
                      <p:stCondLst>
                        <p:cond delay="indefinite"/>
                      </p:stCondLst>
                      <p:childTnLst>
                        <p:par>
                          <p:cTn id="91" fill="hold">
                            <p:stCondLst>
                              <p:cond delay="0"/>
                            </p:stCondLst>
                            <p:childTnLst>
                              <p:par>
                                <p:cTn id="92" presetID="64" presetClass="path" presetSubtype="0" accel="50000" decel="50000" fill="hold" nodeType="clickEffect">
                                  <p:stCondLst>
                                    <p:cond delay="0"/>
                                  </p:stCondLst>
                                  <p:childTnLst>
                                    <p:animMotion origin="layout" path="M 0.0013 0.14213 L 4.16667E-7 -0.25 " pathEditMode="relative" rAng="0" ptsTypes="AA">
                                      <p:cBhvr>
                                        <p:cTn id="93" dur="1000" fill="hold"/>
                                        <p:tgtEl>
                                          <p:spTgt spid="17"/>
                                        </p:tgtEl>
                                        <p:attrNameLst>
                                          <p:attrName>ppt_x</p:attrName>
                                          <p:attrName>ppt_y</p:attrName>
                                        </p:attrNameLst>
                                      </p:cBhvr>
                                      <p:rCtr x="-65" y="-19606"/>
                                    </p:animMotion>
                                  </p:childTnLst>
                                </p:cTn>
                              </p:par>
                            </p:childTnLst>
                          </p:cTn>
                        </p:par>
                        <p:par>
                          <p:cTn id="94" fill="hold">
                            <p:stCondLst>
                              <p:cond delay="1000"/>
                            </p:stCondLst>
                            <p:childTnLst>
                              <p:par>
                                <p:cTn id="95" presetID="63" presetClass="path" presetSubtype="0" accel="50000" decel="50000" fill="hold" nodeType="afterEffect">
                                  <p:stCondLst>
                                    <p:cond delay="0"/>
                                  </p:stCondLst>
                                  <p:childTnLst>
                                    <p:animMotion origin="layout" path="M 4.16667E-7 -0.25 L 0.40273 -0.24814 " pathEditMode="relative" rAng="0" ptsTypes="AA">
                                      <p:cBhvr>
                                        <p:cTn id="96" dur="1000" fill="hold"/>
                                        <p:tgtEl>
                                          <p:spTgt spid="17"/>
                                        </p:tgtEl>
                                        <p:attrNameLst>
                                          <p:attrName>ppt_x</p:attrName>
                                          <p:attrName>ppt_y</p:attrName>
                                        </p:attrNameLst>
                                      </p:cBhvr>
                                      <p:rCtr x="20130" y="93"/>
                                    </p:animMotion>
                                  </p:childTnLst>
                                </p:cTn>
                              </p:par>
                            </p:childTnLst>
                          </p:cTn>
                        </p:par>
                        <p:par>
                          <p:cTn id="97" fill="hold">
                            <p:stCondLst>
                              <p:cond delay="2000"/>
                            </p:stCondLst>
                            <p:childTnLst>
                              <p:par>
                                <p:cTn id="98" presetID="42" presetClass="path" presetSubtype="0" accel="50000" decel="50000" fill="hold" nodeType="afterEffect">
                                  <p:stCondLst>
                                    <p:cond delay="0"/>
                                  </p:stCondLst>
                                  <p:childTnLst>
                                    <p:animMotion origin="layout" path="M 0.40273 -0.24814 L 0.40352 -0.00787 " pathEditMode="relative" rAng="0" ptsTypes="AA">
                                      <p:cBhvr>
                                        <p:cTn id="99" dur="1000" fill="hold"/>
                                        <p:tgtEl>
                                          <p:spTgt spid="17"/>
                                        </p:tgtEl>
                                        <p:attrNameLst>
                                          <p:attrName>ppt_x</p:attrName>
                                          <p:attrName>ppt_y</p:attrName>
                                        </p:attrNameLst>
                                      </p:cBhvr>
                                      <p:rCtr x="39" y="1201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5298" name="矩形 3"/>
          <p:cNvSpPr>
            <a:spLocks noChangeArrowheads="1"/>
          </p:cNvSpPr>
          <p:nvPr/>
        </p:nvSpPr>
        <p:spPr bwMode="auto">
          <a:xfrm>
            <a:off x="752017" y="1168689"/>
            <a:ext cx="3175001" cy="3970337"/>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void</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int</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n,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x,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y,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z</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if</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 n)</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2</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move(x,1,z);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3</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else</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endParaRPr lang="zh-CN" altLang="en-US"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等线" panose="02010600030101010101" pitchFamily="2" charset="-122"/>
                <a:cs typeface="+mn-cs"/>
              </a:rPr>
              <a:t>//</a:t>
            </a:r>
            <a:r>
              <a:rPr kumimoji="0" lang="zh-CN" altLang="en-US" sz="1800" b="1" i="0" u="none" strike="noStrike" kern="1200" cap="none" spc="0" normalizeH="0" baseline="0" noProof="0" dirty="0">
                <a:ln>
                  <a:noFill/>
                </a:ln>
                <a:solidFill>
                  <a:srgbClr val="70AD47">
                    <a:lumMod val="50000"/>
                  </a:srgbClr>
                </a:solidFill>
                <a:effectLst/>
                <a:uLnTx/>
                <a:uFillTx/>
                <a:latin typeface="楷体" panose="02010609060101010101" pitchFamily="49" charset="-122"/>
                <a:ea typeface="楷体" panose="02010609060101010101" pitchFamily="49" charset="-122"/>
                <a:cs typeface="+mn-cs"/>
              </a:rPr>
              <a:t>实参</a:t>
            </a:r>
            <a:r>
              <a:rPr kumimoji="0" lang="zh-CN" altLang="en-US" sz="18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a:t>
            </a:r>
            <a:endParaRPr kumimoji="0" lang="zh-CN" altLang="en-US" sz="1800" b="1" i="1" u="none" strike="noStrike" kern="1200" cap="none" spc="0" normalizeH="0" baseline="0" noProof="0" dirty="0">
              <a:ln>
                <a:noFill/>
              </a:ln>
              <a:solidFill>
                <a:srgbClr val="000000"/>
              </a:solidFill>
              <a:effectLst/>
              <a:uLnTx/>
              <a:uFillTx/>
              <a:latin typeface="Courier New" panose="02070309020205020404" pitchFamily="49" charset="0"/>
              <a:ea typeface="楷体" panose="02010609060101010101" pitchFamily="49"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4</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(n–1,x,z,y);</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5</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x,n,z</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6</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(n–1,y,x,z);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7</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8</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p>
        </p:txBody>
      </p:sp>
      <p:sp>
        <p:nvSpPr>
          <p:cNvPr id="55300" name="直接连接符 10"/>
          <p:cNvSpPr>
            <a:spLocks noChangeShapeType="1"/>
          </p:cNvSpPr>
          <p:nvPr/>
        </p:nvSpPr>
        <p:spPr bwMode="auto">
          <a:xfrm>
            <a:off x="2662238" y="5340351"/>
            <a:ext cx="0" cy="1389063"/>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01" name="直接连接符 11"/>
          <p:cNvSpPr>
            <a:spLocks noChangeShapeType="1"/>
          </p:cNvSpPr>
          <p:nvPr/>
        </p:nvSpPr>
        <p:spPr bwMode="auto">
          <a:xfrm>
            <a:off x="4437063" y="5389563"/>
            <a:ext cx="0" cy="1325562"/>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02" name="直接连接符 12"/>
          <p:cNvSpPr>
            <a:spLocks noChangeShapeType="1"/>
          </p:cNvSpPr>
          <p:nvPr/>
        </p:nvSpPr>
        <p:spPr bwMode="auto">
          <a:xfrm>
            <a:off x="6192838" y="5389563"/>
            <a:ext cx="0" cy="1325562"/>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nvGrpSpPr>
          <p:cNvPr id="55303" name="组合 21"/>
          <p:cNvGrpSpPr/>
          <p:nvPr/>
        </p:nvGrpSpPr>
        <p:grpSpPr bwMode="auto">
          <a:xfrm>
            <a:off x="2318078" y="5521752"/>
            <a:ext cx="676275" cy="461665"/>
            <a:chOff x="764381" y="5526623"/>
            <a:chExt cx="747713" cy="462387"/>
          </a:xfrm>
        </p:grpSpPr>
        <p:sp>
          <p:nvSpPr>
            <p:cNvPr id="55413" name="矩形 19"/>
            <p:cNvSpPr>
              <a:spLocks noChangeArrowheads="1"/>
            </p:cNvSpPr>
            <p:nvPr/>
          </p:nvSpPr>
          <p:spPr bwMode="auto">
            <a:xfrm>
              <a:off x="764381" y="5555975"/>
              <a:ext cx="747713" cy="360386"/>
            </a:xfrm>
            <a:prstGeom prst="rect">
              <a:avLst/>
            </a:prstGeom>
            <a:gradFill flip="none" rotWithShape="1">
              <a:gsLst>
                <a:gs pos="0">
                  <a:schemeClr val="accent4">
                    <a:lumMod val="20000"/>
                    <a:lumOff val="80000"/>
                    <a:shade val="30000"/>
                    <a:satMod val="115000"/>
                  </a:schemeClr>
                </a:gs>
                <a:gs pos="50000">
                  <a:schemeClr val="accent4">
                    <a:lumMod val="20000"/>
                    <a:lumOff val="80000"/>
                    <a:shade val="67500"/>
                    <a:satMod val="115000"/>
                  </a:schemeClr>
                </a:gs>
                <a:gs pos="100000">
                  <a:schemeClr val="accent4">
                    <a:lumMod val="20000"/>
                    <a:lumOff val="80000"/>
                    <a:shade val="100000"/>
                    <a:satMod val="115000"/>
                  </a:schemeClr>
                </a:gs>
              </a:gsLst>
              <a:lin ang="10800000" scaled="1"/>
              <a:tileRect/>
            </a:gradFill>
            <a:ln w="63500">
              <a:solidFill>
                <a:srgbClr val="7030A0"/>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20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55414" name="文本框 21"/>
            <p:cNvSpPr>
              <a:spLocks noChangeArrowheads="1"/>
            </p:cNvSpPr>
            <p:nvPr/>
          </p:nvSpPr>
          <p:spPr bwMode="auto">
            <a:xfrm>
              <a:off x="789945" y="5526623"/>
              <a:ext cx="206883" cy="462387"/>
            </a:xfrm>
            <a:prstGeom prst="rect">
              <a:avLst/>
            </a:prstGeom>
            <a:noFill/>
            <a:ln w="9525">
              <a:noFill/>
              <a:miter lim="800000"/>
            </a:ln>
          </p:spPr>
          <p:txBody>
            <a:bodyP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Calibri" panose="020F0502020204030204" pitchFamily="34" charset="0"/>
                </a:rPr>
                <a:t>1</a:t>
              </a:r>
              <a:endParaRPr kumimoji="0" lang="zh-CN" altLang="en-US"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grpSp>
        <p:nvGrpSpPr>
          <p:cNvPr id="23" name="组合 22"/>
          <p:cNvGrpSpPr/>
          <p:nvPr/>
        </p:nvGrpSpPr>
        <p:grpSpPr bwMode="auto">
          <a:xfrm>
            <a:off x="2109788" y="5888039"/>
            <a:ext cx="1122362" cy="461665"/>
            <a:chOff x="552030" y="5887358"/>
            <a:chExt cx="1189038" cy="461675"/>
          </a:xfrm>
        </p:grpSpPr>
        <p:sp>
          <p:nvSpPr>
            <p:cNvPr id="55411" name="矩形 18"/>
            <p:cNvSpPr>
              <a:spLocks noChangeArrowheads="1"/>
            </p:cNvSpPr>
            <p:nvPr/>
          </p:nvSpPr>
          <p:spPr bwMode="auto">
            <a:xfrm>
              <a:off x="552030" y="5940717"/>
              <a:ext cx="1189038" cy="360987"/>
            </a:xfrm>
            <a:prstGeom prst="rect">
              <a:avLst/>
            </a:prstGeom>
            <a:gradFill flip="none" rotWithShape="1">
              <a:gsLst>
                <a:gs pos="0">
                  <a:schemeClr val="accent4">
                    <a:lumMod val="40000"/>
                    <a:lumOff val="60000"/>
                    <a:shade val="30000"/>
                    <a:satMod val="115000"/>
                  </a:schemeClr>
                </a:gs>
                <a:gs pos="50000">
                  <a:schemeClr val="accent4">
                    <a:lumMod val="40000"/>
                    <a:lumOff val="60000"/>
                    <a:shade val="67500"/>
                    <a:satMod val="115000"/>
                  </a:schemeClr>
                </a:gs>
                <a:gs pos="100000">
                  <a:schemeClr val="accent4">
                    <a:lumMod val="40000"/>
                    <a:lumOff val="60000"/>
                    <a:shade val="100000"/>
                    <a:satMod val="115000"/>
                  </a:schemeClr>
                </a:gs>
              </a:gsLst>
              <a:lin ang="10800000" scaled="1"/>
              <a:tileRect/>
            </a:gradFill>
            <a:ln w="63500">
              <a:solidFill>
                <a:srgbClr val="7030A0"/>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20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55412" name="文本框 22"/>
            <p:cNvSpPr>
              <a:spLocks noChangeArrowheads="1"/>
            </p:cNvSpPr>
            <p:nvPr/>
          </p:nvSpPr>
          <p:spPr bwMode="auto">
            <a:xfrm>
              <a:off x="652209" y="5887358"/>
              <a:ext cx="206674" cy="461675"/>
            </a:xfrm>
            <a:prstGeom prst="rect">
              <a:avLst/>
            </a:prstGeom>
            <a:noFill/>
            <a:ln w="9525">
              <a:noFill/>
              <a:miter lim="800000"/>
            </a:ln>
          </p:spPr>
          <p:txBody>
            <a:bodyP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Calibri" panose="020F0502020204030204" pitchFamily="34" charset="0"/>
                </a:rPr>
                <a:t>2</a:t>
              </a:r>
              <a:endParaRPr kumimoji="0" lang="zh-CN" altLang="en-US"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grpSp>
        <p:nvGrpSpPr>
          <p:cNvPr id="55305" name="组合 5"/>
          <p:cNvGrpSpPr/>
          <p:nvPr/>
        </p:nvGrpSpPr>
        <p:grpSpPr bwMode="auto">
          <a:xfrm>
            <a:off x="1868488" y="6259514"/>
            <a:ext cx="1587500" cy="830997"/>
            <a:chOff x="-32606" y="-31897"/>
            <a:chExt cx="2275840" cy="1150781"/>
          </a:xfrm>
        </p:grpSpPr>
        <p:sp>
          <p:nvSpPr>
            <p:cNvPr id="55409" name="矩形 17"/>
            <p:cNvSpPr>
              <a:spLocks noChangeArrowheads="1"/>
            </p:cNvSpPr>
            <p:nvPr/>
          </p:nvSpPr>
          <p:spPr bwMode="auto">
            <a:xfrm>
              <a:off x="-32606" y="50892"/>
              <a:ext cx="2275840" cy="498055"/>
            </a:xfrm>
            <a:prstGeom prst="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10800000" scaled="1"/>
              <a:tileRect/>
            </a:gradFill>
            <a:ln w="63500">
              <a:solidFill>
                <a:srgbClr val="7030A0"/>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20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55410" name="文本框 23"/>
            <p:cNvSpPr>
              <a:spLocks noChangeArrowheads="1"/>
            </p:cNvSpPr>
            <p:nvPr/>
          </p:nvSpPr>
          <p:spPr bwMode="auto">
            <a:xfrm>
              <a:off x="232313" y="-31897"/>
              <a:ext cx="275492" cy="1150781"/>
            </a:xfrm>
            <a:prstGeom prst="rect">
              <a:avLst/>
            </a:prstGeom>
            <a:noFill/>
            <a:ln w="9525">
              <a:noFill/>
              <a:miter lim="800000"/>
            </a:ln>
          </p:spPr>
          <p:txBody>
            <a:bodyP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Calibri" panose="020F0502020204030204" pitchFamily="34" charset="0"/>
                </a:rPr>
                <a:t>3</a:t>
              </a:r>
              <a:endParaRPr kumimoji="0" lang="zh-CN" altLang="en-US"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sp>
        <p:nvSpPr>
          <p:cNvPr id="19" name="文本框 16"/>
          <p:cNvSpPr>
            <a:spLocks noChangeArrowheads="1"/>
          </p:cNvSpPr>
          <p:nvPr/>
        </p:nvSpPr>
        <p:spPr bwMode="auto">
          <a:xfrm>
            <a:off x="2460625" y="4846639"/>
            <a:ext cx="433132" cy="584775"/>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3200" b="1" i="0" u="none" strike="noStrike" kern="1200" cap="none" spc="0" normalizeH="0" baseline="0" noProof="0" dirty="0">
                <a:ln>
                  <a:noFill/>
                </a:ln>
                <a:solidFill>
                  <a:srgbClr val="000000"/>
                </a:solidFill>
                <a:effectLst/>
                <a:uLnTx/>
                <a:uFillTx/>
                <a:latin typeface="Calibri" panose="020F0502020204030204" pitchFamily="34" charset="0"/>
                <a:ea typeface="等线" panose="02010600030101010101" pitchFamily="2" charset="-122"/>
                <a:cs typeface="+mn-cs"/>
                <a:sym typeface="Calibri" panose="020F0502020204030204" pitchFamily="34" charset="0"/>
              </a:rPr>
              <a:t>A</a:t>
            </a:r>
            <a:endParaRPr kumimoji="0" lang="zh-CN" altLang="en-US" sz="3200" b="1" i="0" u="none" strike="noStrike" kern="1200" cap="none" spc="0" normalizeH="0" baseline="0" noProof="0" dirty="0">
              <a:ln>
                <a:noFill/>
              </a:ln>
              <a:solidFill>
                <a:srgbClr val="00000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sp>
        <p:nvSpPr>
          <p:cNvPr id="55307" name="文本框 20"/>
          <p:cNvSpPr>
            <a:spLocks noChangeArrowheads="1"/>
          </p:cNvSpPr>
          <p:nvPr/>
        </p:nvSpPr>
        <p:spPr bwMode="auto">
          <a:xfrm>
            <a:off x="5995988" y="4860926"/>
            <a:ext cx="402674" cy="584775"/>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3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mn-cs"/>
                <a:sym typeface="Calibri" panose="020F0502020204030204" pitchFamily="34" charset="0"/>
              </a:rPr>
              <a:t>C</a:t>
            </a:r>
            <a:endParaRPr kumimoji="0" lang="zh-CN" altLang="en-US" sz="3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sp>
        <p:nvSpPr>
          <p:cNvPr id="21" name="文本框 24"/>
          <p:cNvSpPr>
            <a:spLocks noChangeArrowheads="1"/>
          </p:cNvSpPr>
          <p:nvPr/>
        </p:nvSpPr>
        <p:spPr bwMode="auto">
          <a:xfrm>
            <a:off x="4251325" y="4840289"/>
            <a:ext cx="415498" cy="584775"/>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3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mn-cs"/>
                <a:sym typeface="Calibri" panose="020F0502020204030204" pitchFamily="34" charset="0"/>
              </a:rPr>
              <a:t>B</a:t>
            </a:r>
            <a:endParaRPr kumimoji="0" lang="zh-CN" altLang="en-US" sz="3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sp>
        <p:nvSpPr>
          <p:cNvPr id="49" name="文本框 16"/>
          <p:cNvSpPr>
            <a:spLocks noChangeArrowheads="1"/>
          </p:cNvSpPr>
          <p:nvPr/>
        </p:nvSpPr>
        <p:spPr bwMode="auto">
          <a:xfrm>
            <a:off x="1435392" y="4619359"/>
            <a:ext cx="1231427"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第</a:t>
            </a:r>
            <a:r>
              <a:rPr kumimoji="0" lang="en-US" altLang="zh-CN"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0</a:t>
            </a:r>
            <a:r>
              <a:rPr kumimoji="0" lang="zh-CN" altLang="en-US"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层调用</a:t>
            </a:r>
          </a:p>
        </p:txBody>
      </p:sp>
      <p:sp>
        <p:nvSpPr>
          <p:cNvPr id="52" name="矩形 51"/>
          <p:cNvSpPr>
            <a:spLocks noChangeArrowheads="1"/>
          </p:cNvSpPr>
          <p:nvPr/>
        </p:nvSpPr>
        <p:spPr bwMode="auto">
          <a:xfrm>
            <a:off x="4574348" y="1108075"/>
            <a:ext cx="3175000" cy="42481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void</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int</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n,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x,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y,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z</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if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 n)</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2</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move(x,1,z);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3</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else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等线" panose="02010600030101010101" pitchFamily="2" charset="-122"/>
                <a:cs typeface="+mn-cs"/>
              </a:rPr>
              <a:t>//</a:t>
            </a:r>
            <a:r>
              <a:rPr kumimoji="0" lang="zh-CN" altLang="en-US" sz="1800" b="1" i="0" u="none" strike="noStrike" kern="1200" cap="none" spc="0" normalizeH="0" baseline="0" noProof="0" dirty="0">
                <a:ln>
                  <a:noFill/>
                </a:ln>
                <a:solidFill>
                  <a:srgbClr val="70AD47">
                    <a:lumMod val="50000"/>
                  </a:srgbClr>
                </a:solidFill>
                <a:effectLst/>
                <a:uLnTx/>
                <a:uFillTx/>
                <a:latin typeface="楷体" panose="02010609060101010101" pitchFamily="49" charset="-122"/>
                <a:ea typeface="楷体" panose="02010609060101010101" pitchFamily="49" charset="-122"/>
                <a:cs typeface="+mn-cs"/>
              </a:rPr>
              <a:t>实参：</a:t>
            </a:r>
            <a:endParaRPr kumimoji="0" lang="zh-CN" altLang="en-US" sz="1800" b="1" i="0"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楷体" panose="02010609060101010101" pitchFamily="49"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4</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(n–1,x,z,y);</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zh-CN" altLang="en-US" sz="1800" b="1" i="0"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等线" panose="02010600030101010101" pitchFamily="2" charset="-122"/>
                <a:cs typeface="+mn-cs"/>
              </a:rPr>
              <a:t>//</a:t>
            </a:r>
            <a:r>
              <a:rPr kumimoji="0" lang="zh-CN" altLang="en-US" sz="1800" b="1" i="0" u="none" strike="noStrike" kern="1200" cap="none" spc="0" normalizeH="0" baseline="0" noProof="0" dirty="0">
                <a:ln>
                  <a:noFill/>
                </a:ln>
                <a:solidFill>
                  <a:srgbClr val="70AD47">
                    <a:lumMod val="50000"/>
                  </a:srgbClr>
                </a:solidFill>
                <a:effectLst/>
                <a:uLnTx/>
                <a:uFillTx/>
                <a:latin typeface="楷体" panose="02010609060101010101" pitchFamily="49" charset="-122"/>
                <a:ea typeface="楷体" panose="02010609060101010101" pitchFamily="49" charset="-122"/>
                <a:cs typeface="+mn-cs"/>
              </a:rPr>
              <a:t>实参：</a:t>
            </a:r>
            <a:endParaRPr kumimoji="0" lang="en-US" altLang="zh-CN" sz="1800" b="1" i="1"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5</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x,n,z</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6</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(n–1,y,x,z);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7</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 </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8</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p>
        </p:txBody>
      </p:sp>
      <p:sp>
        <p:nvSpPr>
          <p:cNvPr id="53" name="文本框 16"/>
          <p:cNvSpPr>
            <a:spLocks noChangeArrowheads="1"/>
          </p:cNvSpPr>
          <p:nvPr/>
        </p:nvSpPr>
        <p:spPr bwMode="auto">
          <a:xfrm>
            <a:off x="5531881" y="4663992"/>
            <a:ext cx="1231427"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第</a:t>
            </a:r>
            <a:r>
              <a:rPr kumimoji="0" lang="en-US" altLang="zh-CN"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1</a:t>
            </a:r>
            <a:r>
              <a:rPr kumimoji="0" lang="zh-CN" altLang="en-US"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层调用</a:t>
            </a:r>
          </a:p>
        </p:txBody>
      </p:sp>
      <p:cxnSp>
        <p:nvCxnSpPr>
          <p:cNvPr id="55317" name="直接连接符 56"/>
          <p:cNvCxnSpPr>
            <a:cxnSpLocks noChangeShapeType="1"/>
          </p:cNvCxnSpPr>
          <p:nvPr/>
        </p:nvCxnSpPr>
        <p:spPr bwMode="auto">
          <a:xfrm flipV="1">
            <a:off x="4236789" y="1314451"/>
            <a:ext cx="0" cy="2670280"/>
          </a:xfrm>
          <a:prstGeom prst="line">
            <a:avLst/>
          </a:prstGeom>
          <a:noFill/>
          <a:ln w="19050" algn="ctr">
            <a:solidFill>
              <a:srgbClr val="7030A0"/>
            </a:solidFill>
            <a:round/>
          </a:ln>
        </p:spPr>
      </p:cxnSp>
      <p:cxnSp>
        <p:nvCxnSpPr>
          <p:cNvPr id="55318" name="直接箭头连接符 58"/>
          <p:cNvCxnSpPr>
            <a:cxnSpLocks noChangeShapeType="1"/>
          </p:cNvCxnSpPr>
          <p:nvPr/>
        </p:nvCxnSpPr>
        <p:spPr bwMode="auto">
          <a:xfrm>
            <a:off x="4226212" y="1295401"/>
            <a:ext cx="301720" cy="0"/>
          </a:xfrm>
          <a:prstGeom prst="straightConnector1">
            <a:avLst/>
          </a:prstGeom>
          <a:noFill/>
          <a:ln w="19050" algn="ctr">
            <a:solidFill>
              <a:srgbClr val="7030A0"/>
            </a:solidFill>
            <a:round/>
            <a:tailEnd type="triangle" w="med" len="med"/>
          </a:ln>
        </p:spPr>
      </p:cxnSp>
      <p:sp>
        <p:nvSpPr>
          <p:cNvPr id="55319" name="矩形 61"/>
          <p:cNvSpPr>
            <a:spLocks noChangeArrowheads="1"/>
          </p:cNvSpPr>
          <p:nvPr/>
        </p:nvSpPr>
        <p:spPr bwMode="auto">
          <a:xfrm>
            <a:off x="3808204" y="1155986"/>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3</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55320" name="矩形 64"/>
          <p:cNvSpPr>
            <a:spLocks noChangeArrowheads="1"/>
          </p:cNvSpPr>
          <p:nvPr/>
        </p:nvSpPr>
        <p:spPr bwMode="auto">
          <a:xfrm>
            <a:off x="2293143" y="3408310"/>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2</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55321" name="矩形 65"/>
          <p:cNvSpPr>
            <a:spLocks noChangeArrowheads="1"/>
          </p:cNvSpPr>
          <p:nvPr/>
        </p:nvSpPr>
        <p:spPr bwMode="auto">
          <a:xfrm>
            <a:off x="3811379" y="144621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1" i="0" u="none" strike="noStrike" kern="1200" cap="none" spc="0" normalizeH="0" baseline="0" noProof="0">
              <a:ln>
                <a:noFill/>
              </a:ln>
              <a:solidFill>
                <a:srgbClr val="3333FF"/>
              </a:solidFill>
              <a:effectLst/>
              <a:uLnTx/>
              <a:uFillTx/>
              <a:latin typeface="等线" panose="020F0502020204030204"/>
              <a:ea typeface="等线" panose="02010600030101010101" pitchFamily="2" charset="-122"/>
              <a:cs typeface="+mn-cs"/>
            </a:endParaRPr>
          </a:p>
        </p:txBody>
      </p:sp>
      <p:sp>
        <p:nvSpPr>
          <p:cNvPr id="55322" name="矩形 66"/>
          <p:cNvSpPr>
            <a:spLocks noChangeArrowheads="1"/>
          </p:cNvSpPr>
          <p:nvPr/>
        </p:nvSpPr>
        <p:spPr bwMode="auto">
          <a:xfrm>
            <a:off x="3811379" y="1968500"/>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1" i="0" u="none" strike="noStrike" kern="1200" cap="none" spc="0" normalizeH="0" baseline="0" noProof="0">
              <a:ln>
                <a:noFill/>
              </a:ln>
              <a:solidFill>
                <a:srgbClr val="3333FF"/>
              </a:solidFill>
              <a:effectLst/>
              <a:uLnTx/>
              <a:uFillTx/>
              <a:latin typeface="等线" panose="020F0502020204030204"/>
              <a:ea typeface="等线" panose="02010600030101010101" pitchFamily="2" charset="-122"/>
              <a:cs typeface="+mn-cs"/>
            </a:endParaRPr>
          </a:p>
        </p:txBody>
      </p:sp>
      <p:sp>
        <p:nvSpPr>
          <p:cNvPr id="55323" name="矩形 67"/>
          <p:cNvSpPr>
            <a:spLocks noChangeArrowheads="1"/>
          </p:cNvSpPr>
          <p:nvPr/>
        </p:nvSpPr>
        <p:spPr bwMode="auto">
          <a:xfrm>
            <a:off x="3811379" y="170656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1" i="0" u="none" strike="noStrike" kern="1200" cap="none" spc="0" normalizeH="0" baseline="0" noProof="0">
              <a:ln>
                <a:noFill/>
              </a:ln>
              <a:solidFill>
                <a:srgbClr val="3333FF"/>
              </a:solidFill>
              <a:effectLst/>
              <a:uLnTx/>
              <a:uFillTx/>
              <a:latin typeface="等线" panose="020F0502020204030204"/>
              <a:ea typeface="等线" panose="02010600030101010101" pitchFamily="2" charset="-122"/>
              <a:cs typeface="+mn-cs"/>
            </a:endParaRPr>
          </a:p>
        </p:txBody>
      </p:sp>
      <p:grpSp>
        <p:nvGrpSpPr>
          <p:cNvPr id="55324" name="Group 4"/>
          <p:cNvGrpSpPr>
            <a:grpSpLocks noChangeAspect="1"/>
          </p:cNvGrpSpPr>
          <p:nvPr/>
        </p:nvGrpSpPr>
        <p:grpSpPr bwMode="auto">
          <a:xfrm>
            <a:off x="3227179" y="1171575"/>
            <a:ext cx="841375" cy="1130300"/>
            <a:chOff x="1665" y="698"/>
            <a:chExt cx="530" cy="712"/>
          </a:xfrm>
        </p:grpSpPr>
        <p:sp>
          <p:nvSpPr>
            <p:cNvPr id="55398" name="AutoShape 3"/>
            <p:cNvSpPr>
              <a:spLocks noChangeAspect="1" noChangeArrowheads="1" noTextEdit="1"/>
            </p:cNvSpPr>
            <p:nvPr/>
          </p:nvSpPr>
          <p:spPr bwMode="auto">
            <a:xfrm>
              <a:off x="1665" y="698"/>
              <a:ext cx="530" cy="712"/>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99" name="Freeform 9"/>
            <p:cNvSpPr>
              <a:spLocks noEditPoints="1"/>
            </p:cNvSpPr>
            <p:nvPr/>
          </p:nvSpPr>
          <p:spPr bwMode="auto">
            <a:xfrm>
              <a:off x="1679" y="809"/>
              <a:ext cx="430" cy="20"/>
            </a:xfrm>
            <a:custGeom>
              <a:avLst/>
              <a:gdLst>
                <a:gd name="T0" fmla="*/ 6 w 593"/>
                <a:gd name="T1" fmla="*/ 9 h 28"/>
                <a:gd name="T2" fmla="*/ 87 w 593"/>
                <a:gd name="T3" fmla="*/ 7 h 28"/>
                <a:gd name="T4" fmla="*/ 93 w 593"/>
                <a:gd name="T5" fmla="*/ 12 h 28"/>
                <a:gd name="T6" fmla="*/ 87 w 593"/>
                <a:gd name="T7" fmla="*/ 19 h 28"/>
                <a:gd name="T8" fmla="*/ 6 w 593"/>
                <a:gd name="T9" fmla="*/ 20 h 28"/>
                <a:gd name="T10" fmla="*/ 0 w 593"/>
                <a:gd name="T11" fmla="*/ 14 h 28"/>
                <a:gd name="T12" fmla="*/ 6 w 593"/>
                <a:gd name="T13" fmla="*/ 9 h 28"/>
                <a:gd name="T14" fmla="*/ 145 w 593"/>
                <a:gd name="T15" fmla="*/ 6 h 28"/>
                <a:gd name="T16" fmla="*/ 226 w 593"/>
                <a:gd name="T17" fmla="*/ 4 h 28"/>
                <a:gd name="T18" fmla="*/ 232 w 593"/>
                <a:gd name="T19" fmla="*/ 10 h 28"/>
                <a:gd name="T20" fmla="*/ 226 w 593"/>
                <a:gd name="T21" fmla="*/ 16 h 28"/>
                <a:gd name="T22" fmla="*/ 145 w 593"/>
                <a:gd name="T23" fmla="*/ 17 h 28"/>
                <a:gd name="T24" fmla="*/ 139 w 593"/>
                <a:gd name="T25" fmla="*/ 11 h 28"/>
                <a:gd name="T26" fmla="*/ 145 w 593"/>
                <a:gd name="T27" fmla="*/ 6 h 28"/>
                <a:gd name="T28" fmla="*/ 284 w 593"/>
                <a:gd name="T29" fmla="*/ 3 h 28"/>
                <a:gd name="T30" fmla="*/ 365 w 593"/>
                <a:gd name="T31" fmla="*/ 1 h 28"/>
                <a:gd name="T32" fmla="*/ 371 w 593"/>
                <a:gd name="T33" fmla="*/ 7 h 28"/>
                <a:gd name="T34" fmla="*/ 365 w 593"/>
                <a:gd name="T35" fmla="*/ 13 h 28"/>
                <a:gd name="T36" fmla="*/ 284 w 593"/>
                <a:gd name="T37" fmla="*/ 14 h 28"/>
                <a:gd name="T38" fmla="*/ 278 w 593"/>
                <a:gd name="T39" fmla="*/ 9 h 28"/>
                <a:gd name="T40" fmla="*/ 284 w 593"/>
                <a:gd name="T41" fmla="*/ 3 h 28"/>
                <a:gd name="T42" fmla="*/ 423 w 593"/>
                <a:gd name="T43" fmla="*/ 0 h 28"/>
                <a:gd name="T44" fmla="*/ 424 w 593"/>
                <a:gd name="T45" fmla="*/ 0 h 28"/>
                <a:gd name="T46" fmla="*/ 430 w 593"/>
                <a:gd name="T47" fmla="*/ 6 h 28"/>
                <a:gd name="T48" fmla="*/ 424 w 593"/>
                <a:gd name="T49" fmla="*/ 11 h 28"/>
                <a:gd name="T50" fmla="*/ 423 w 593"/>
                <a:gd name="T51" fmla="*/ 11 h 28"/>
                <a:gd name="T52" fmla="*/ 418 w 593"/>
                <a:gd name="T53" fmla="*/ 6 h 28"/>
                <a:gd name="T54" fmla="*/ 423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0" name="Freeform 10"/>
            <p:cNvSpPr/>
            <p:nvPr/>
          </p:nvSpPr>
          <p:spPr bwMode="auto">
            <a:xfrm>
              <a:off x="1685" y="797"/>
              <a:ext cx="26" cy="51"/>
            </a:xfrm>
            <a:custGeom>
              <a:avLst/>
              <a:gdLst>
                <a:gd name="T0" fmla="*/ 25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1" name="Rectangle 11"/>
            <p:cNvSpPr>
              <a:spLocks noChangeArrowheads="1"/>
            </p:cNvSpPr>
            <p:nvPr/>
          </p:nvSpPr>
          <p:spPr bwMode="auto">
            <a:xfrm>
              <a:off x="1770" y="739"/>
              <a:ext cx="248" cy="160"/>
            </a:xfrm>
            <a:prstGeom prst="rect">
              <a:avLst/>
            </a:prstGeom>
            <a:solidFill>
              <a:srgbClr val="FFFFFF"/>
            </a:solidFill>
            <a:ln w="9525">
              <a:noFill/>
              <a:miter lim="800000"/>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2" name="Rectangle 12"/>
            <p:cNvSpPr>
              <a:spLocks noChangeArrowheads="1"/>
            </p:cNvSpPr>
            <p:nvPr/>
          </p:nvSpPr>
          <p:spPr bwMode="auto">
            <a:xfrm>
              <a:off x="1750" y="713"/>
              <a:ext cx="291" cy="194"/>
            </a:xfrm>
            <a:prstGeom prst="rect">
              <a:avLst/>
            </a:prstGeom>
            <a:noFill/>
            <a:ln w="9525">
              <a:noFill/>
              <a:miter lim="800000"/>
            </a:ln>
          </p:spPr>
          <p:txBody>
            <a:bodyPr wrap="none" lIns="0" tIns="0" rIns="0" bIns="0">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70AD47">
                      <a:lumMod val="50000"/>
                    </a:srgbClr>
                  </a:solidFill>
                  <a:effectLst/>
                  <a:uLnTx/>
                  <a:uFillTx/>
                  <a:latin typeface="宋体" panose="02010600030101010101" pitchFamily="2" charset="-122"/>
                  <a:ea typeface="等线" panose="02010600030101010101" pitchFamily="2" charset="-122"/>
                  <a:cs typeface="+mn-cs"/>
                </a:rPr>
                <a:t>实参</a:t>
              </a:r>
              <a:endParaRPr kumimoji="0" lang="zh-CN" altLang="zh-CN" sz="2000" b="0"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3" name="Freeform 13"/>
            <p:cNvSpPr>
              <a:spLocks noEditPoints="1"/>
            </p:cNvSpPr>
            <p:nvPr/>
          </p:nvSpPr>
          <p:spPr bwMode="auto">
            <a:xfrm>
              <a:off x="1776" y="990"/>
              <a:ext cx="311" cy="12"/>
            </a:xfrm>
            <a:custGeom>
              <a:avLst/>
              <a:gdLst>
                <a:gd name="T0" fmla="*/ 6 w 429"/>
                <a:gd name="T1" fmla="*/ 0 h 16"/>
                <a:gd name="T2" fmla="*/ 87 w 429"/>
                <a:gd name="T3" fmla="*/ 0 h 16"/>
                <a:gd name="T4" fmla="*/ 93 w 429"/>
                <a:gd name="T5" fmla="*/ 6 h 16"/>
                <a:gd name="T6" fmla="*/ 87 w 429"/>
                <a:gd name="T7" fmla="*/ 12 h 16"/>
                <a:gd name="T8" fmla="*/ 6 w 429"/>
                <a:gd name="T9" fmla="*/ 12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2 h 16"/>
                <a:gd name="T22" fmla="*/ 145 w 429"/>
                <a:gd name="T23" fmla="*/ 12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2 h 16"/>
                <a:gd name="T36" fmla="*/ 284 w 429"/>
                <a:gd name="T37" fmla="*/ 12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4" name="Freeform 14"/>
            <p:cNvSpPr/>
            <p:nvPr/>
          </p:nvSpPr>
          <p:spPr bwMode="auto">
            <a:xfrm>
              <a:off x="1782" y="970"/>
              <a:ext cx="26" cy="51"/>
            </a:xfrm>
            <a:custGeom>
              <a:avLst/>
              <a:gdLst>
                <a:gd name="T0" fmla="*/ 26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5" name="Freeform 15"/>
            <p:cNvSpPr>
              <a:spLocks noEditPoints="1"/>
            </p:cNvSpPr>
            <p:nvPr/>
          </p:nvSpPr>
          <p:spPr bwMode="auto">
            <a:xfrm>
              <a:off x="1776" y="1163"/>
              <a:ext cx="311" cy="11"/>
            </a:xfrm>
            <a:custGeom>
              <a:avLst/>
              <a:gdLst>
                <a:gd name="T0" fmla="*/ 6 w 429"/>
                <a:gd name="T1" fmla="*/ 0 h 16"/>
                <a:gd name="T2" fmla="*/ 87 w 429"/>
                <a:gd name="T3" fmla="*/ 0 h 16"/>
                <a:gd name="T4" fmla="*/ 93 w 429"/>
                <a:gd name="T5" fmla="*/ 6 h 16"/>
                <a:gd name="T6" fmla="*/ 87 w 429"/>
                <a:gd name="T7" fmla="*/ 11 h 16"/>
                <a:gd name="T8" fmla="*/ 6 w 429"/>
                <a:gd name="T9" fmla="*/ 11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1 h 16"/>
                <a:gd name="T22" fmla="*/ 145 w 429"/>
                <a:gd name="T23" fmla="*/ 11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1 h 16"/>
                <a:gd name="T36" fmla="*/ 284 w 429"/>
                <a:gd name="T37" fmla="*/ 11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6" name="Freeform 16"/>
            <p:cNvSpPr/>
            <p:nvPr/>
          </p:nvSpPr>
          <p:spPr bwMode="auto">
            <a:xfrm>
              <a:off x="1782" y="1143"/>
              <a:ext cx="26" cy="51"/>
            </a:xfrm>
            <a:custGeom>
              <a:avLst/>
              <a:gdLst>
                <a:gd name="T0" fmla="*/ 26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7" name="Freeform 17"/>
            <p:cNvSpPr>
              <a:spLocks noEditPoints="1"/>
            </p:cNvSpPr>
            <p:nvPr/>
          </p:nvSpPr>
          <p:spPr bwMode="auto">
            <a:xfrm>
              <a:off x="1776" y="1313"/>
              <a:ext cx="311" cy="12"/>
            </a:xfrm>
            <a:custGeom>
              <a:avLst/>
              <a:gdLst>
                <a:gd name="T0" fmla="*/ 6 w 429"/>
                <a:gd name="T1" fmla="*/ 0 h 16"/>
                <a:gd name="T2" fmla="*/ 87 w 429"/>
                <a:gd name="T3" fmla="*/ 0 h 16"/>
                <a:gd name="T4" fmla="*/ 93 w 429"/>
                <a:gd name="T5" fmla="*/ 6 h 16"/>
                <a:gd name="T6" fmla="*/ 87 w 429"/>
                <a:gd name="T7" fmla="*/ 12 h 16"/>
                <a:gd name="T8" fmla="*/ 6 w 429"/>
                <a:gd name="T9" fmla="*/ 12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2 h 16"/>
                <a:gd name="T22" fmla="*/ 145 w 429"/>
                <a:gd name="T23" fmla="*/ 12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2 h 16"/>
                <a:gd name="T36" fmla="*/ 284 w 429"/>
                <a:gd name="T37" fmla="*/ 12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8" name="Freeform 18"/>
            <p:cNvSpPr/>
            <p:nvPr/>
          </p:nvSpPr>
          <p:spPr bwMode="auto">
            <a:xfrm>
              <a:off x="1782" y="1293"/>
              <a:ext cx="26" cy="52"/>
            </a:xfrm>
            <a:custGeom>
              <a:avLst/>
              <a:gdLst>
                <a:gd name="T0" fmla="*/ 26 w 26"/>
                <a:gd name="T1" fmla="*/ 0 h 52"/>
                <a:gd name="T2" fmla="*/ 0 w 26"/>
                <a:gd name="T3" fmla="*/ 26 h 52"/>
                <a:gd name="T4" fmla="*/ 26 w 26"/>
                <a:gd name="T5" fmla="*/ 52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70AD47">
                    <a:lumMod val="50000"/>
                  </a:srgbClr>
                </a:solidFill>
                <a:effectLst/>
                <a:uLnTx/>
                <a:uFillTx/>
                <a:latin typeface="等线" panose="020F0502020204030204"/>
                <a:ea typeface="等线" panose="02010600030101010101" pitchFamily="2" charset="-122"/>
                <a:cs typeface="+mn-cs"/>
              </a:endParaRPr>
            </a:p>
          </p:txBody>
        </p:sp>
      </p:grpSp>
      <p:grpSp>
        <p:nvGrpSpPr>
          <p:cNvPr id="55328" name="组合 117"/>
          <p:cNvGrpSpPr/>
          <p:nvPr/>
        </p:nvGrpSpPr>
        <p:grpSpPr bwMode="auto">
          <a:xfrm>
            <a:off x="7084975" y="1142207"/>
            <a:ext cx="841375" cy="1130300"/>
            <a:chOff x="7622548" y="2841221"/>
            <a:chExt cx="841375" cy="1130300"/>
          </a:xfrm>
        </p:grpSpPr>
        <p:sp>
          <p:nvSpPr>
            <p:cNvPr id="55387" name="AutoShape 3"/>
            <p:cNvSpPr>
              <a:spLocks noChangeAspect="1" noChangeArrowheads="1" noTextEdit="1"/>
            </p:cNvSpPr>
            <p:nvPr/>
          </p:nvSpPr>
          <p:spPr bwMode="auto">
            <a:xfrm>
              <a:off x="7622548" y="2841221"/>
              <a:ext cx="841375" cy="1130300"/>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88" name="Freeform 9"/>
            <p:cNvSpPr>
              <a:spLocks noEditPoints="1"/>
            </p:cNvSpPr>
            <p:nvPr/>
          </p:nvSpPr>
          <p:spPr bwMode="auto">
            <a:xfrm>
              <a:off x="7644773" y="3017434"/>
              <a:ext cx="682625" cy="31750"/>
            </a:xfrm>
            <a:custGeom>
              <a:avLst/>
              <a:gdLst>
                <a:gd name="T0" fmla="*/ 9209 w 593"/>
                <a:gd name="T1" fmla="*/ 13607 h 28"/>
                <a:gd name="T2" fmla="*/ 138137 w 593"/>
                <a:gd name="T3" fmla="*/ 11339 h 28"/>
                <a:gd name="T4" fmla="*/ 147346 w 593"/>
                <a:gd name="T5" fmla="*/ 19277 h 28"/>
                <a:gd name="T6" fmla="*/ 138137 w 593"/>
                <a:gd name="T7" fmla="*/ 29482 h 28"/>
                <a:gd name="T8" fmla="*/ 9209 w 593"/>
                <a:gd name="T9" fmla="*/ 31750 h 28"/>
                <a:gd name="T10" fmla="*/ 0 w 593"/>
                <a:gd name="T11" fmla="*/ 22679 h 28"/>
                <a:gd name="T12" fmla="*/ 9209 w 593"/>
                <a:gd name="T13" fmla="*/ 13607 h 28"/>
                <a:gd name="T14" fmla="*/ 230228 w 593"/>
                <a:gd name="T15" fmla="*/ 9071 h 28"/>
                <a:gd name="T16" fmla="*/ 359155 w 593"/>
                <a:gd name="T17" fmla="*/ 6804 h 28"/>
                <a:gd name="T18" fmla="*/ 368364 w 593"/>
                <a:gd name="T19" fmla="*/ 15875 h 28"/>
                <a:gd name="T20" fmla="*/ 359155 w 593"/>
                <a:gd name="T21" fmla="*/ 24946 h 28"/>
                <a:gd name="T22" fmla="*/ 230228 w 593"/>
                <a:gd name="T23" fmla="*/ 27214 h 28"/>
                <a:gd name="T24" fmla="*/ 221019 w 593"/>
                <a:gd name="T25" fmla="*/ 18143 h 28"/>
                <a:gd name="T26" fmla="*/ 230228 w 593"/>
                <a:gd name="T27" fmla="*/ 9071 h 28"/>
                <a:gd name="T28" fmla="*/ 451246 w 593"/>
                <a:gd name="T29" fmla="*/ 4536 h 28"/>
                <a:gd name="T30" fmla="*/ 580174 w 593"/>
                <a:gd name="T31" fmla="*/ 2268 h 28"/>
                <a:gd name="T32" fmla="*/ 589383 w 593"/>
                <a:gd name="T33" fmla="*/ 11339 h 28"/>
                <a:gd name="T34" fmla="*/ 580174 w 593"/>
                <a:gd name="T35" fmla="*/ 20411 h 28"/>
                <a:gd name="T36" fmla="*/ 451246 w 593"/>
                <a:gd name="T37" fmla="*/ 22679 h 28"/>
                <a:gd name="T38" fmla="*/ 442037 w 593"/>
                <a:gd name="T39" fmla="*/ 13607 h 28"/>
                <a:gd name="T40" fmla="*/ 451246 w 593"/>
                <a:gd name="T41" fmla="*/ 4536 h 28"/>
                <a:gd name="T42" fmla="*/ 672265 w 593"/>
                <a:gd name="T43" fmla="*/ 0 h 28"/>
                <a:gd name="T44" fmla="*/ 673416 w 593"/>
                <a:gd name="T45" fmla="*/ 0 h 28"/>
                <a:gd name="T46" fmla="*/ 682625 w 593"/>
                <a:gd name="T47" fmla="*/ 9071 h 28"/>
                <a:gd name="T48" fmla="*/ 673416 w 593"/>
                <a:gd name="T49" fmla="*/ 18143 h 28"/>
                <a:gd name="T50" fmla="*/ 672265 w 593"/>
                <a:gd name="T51" fmla="*/ 18143 h 28"/>
                <a:gd name="T52" fmla="*/ 663056 w 593"/>
                <a:gd name="T53" fmla="*/ 10205 h 28"/>
                <a:gd name="T54" fmla="*/ 672265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89" name="Freeform 10"/>
            <p:cNvSpPr/>
            <p:nvPr/>
          </p:nvSpPr>
          <p:spPr bwMode="auto">
            <a:xfrm>
              <a:off x="7654298" y="2998384"/>
              <a:ext cx="41275" cy="80963"/>
            </a:xfrm>
            <a:custGeom>
              <a:avLst/>
              <a:gdLst>
                <a:gd name="T0" fmla="*/ 39688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0" name="Rectangle 11"/>
            <p:cNvSpPr>
              <a:spLocks noChangeArrowheads="1"/>
            </p:cNvSpPr>
            <p:nvPr/>
          </p:nvSpPr>
          <p:spPr bwMode="auto">
            <a:xfrm>
              <a:off x="7789236" y="2906309"/>
              <a:ext cx="393700" cy="254000"/>
            </a:xfrm>
            <a:prstGeom prst="rect">
              <a:avLst/>
            </a:prstGeom>
            <a:solidFill>
              <a:srgbClr val="FFFFFF"/>
            </a:solidFill>
            <a:ln w="9525">
              <a:noFill/>
              <a:miter lim="800000"/>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1" name="Rectangle 12"/>
            <p:cNvSpPr>
              <a:spLocks noChangeArrowheads="1"/>
            </p:cNvSpPr>
            <p:nvPr/>
          </p:nvSpPr>
          <p:spPr bwMode="auto">
            <a:xfrm>
              <a:off x="7789236" y="2865607"/>
              <a:ext cx="461665" cy="307777"/>
            </a:xfrm>
            <a:prstGeom prst="rect">
              <a:avLst/>
            </a:prstGeom>
            <a:noFill/>
            <a:ln w="9525">
              <a:noFill/>
              <a:miter lim="800000"/>
            </a:ln>
          </p:spPr>
          <p:txBody>
            <a:bodyPr wrap="none" lIns="0" tIns="0" rIns="0" bIns="0">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70AD47">
                      <a:lumMod val="50000"/>
                    </a:srgbClr>
                  </a:solidFill>
                  <a:effectLst/>
                  <a:uLnTx/>
                  <a:uFillTx/>
                  <a:latin typeface="宋体" panose="02010600030101010101" pitchFamily="2" charset="-122"/>
                  <a:ea typeface="等线" panose="02010600030101010101" pitchFamily="2" charset="-122"/>
                  <a:cs typeface="+mn-cs"/>
                </a:rPr>
                <a:t>实参</a:t>
              </a:r>
              <a:endParaRPr kumimoji="0" lang="zh-CN" altLang="zh-CN" sz="2000" b="0"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392" name="Freeform 13"/>
            <p:cNvSpPr>
              <a:spLocks noEditPoints="1"/>
            </p:cNvSpPr>
            <p:nvPr/>
          </p:nvSpPr>
          <p:spPr bwMode="auto">
            <a:xfrm>
              <a:off x="7798761" y="3304771"/>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3" name="Freeform 14"/>
            <p:cNvSpPr/>
            <p:nvPr/>
          </p:nvSpPr>
          <p:spPr bwMode="auto">
            <a:xfrm>
              <a:off x="7808286" y="3273021"/>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4" name="Freeform 15"/>
            <p:cNvSpPr>
              <a:spLocks noEditPoints="1"/>
            </p:cNvSpPr>
            <p:nvPr/>
          </p:nvSpPr>
          <p:spPr bwMode="auto">
            <a:xfrm>
              <a:off x="7798761" y="3579409"/>
              <a:ext cx="493713" cy="17463"/>
            </a:xfrm>
            <a:custGeom>
              <a:avLst/>
              <a:gdLst>
                <a:gd name="T0" fmla="*/ 9207 w 429"/>
                <a:gd name="T1" fmla="*/ 0 h 16"/>
                <a:gd name="T2" fmla="*/ 138102 w 429"/>
                <a:gd name="T3" fmla="*/ 0 h 16"/>
                <a:gd name="T4" fmla="*/ 147308 w 429"/>
                <a:gd name="T5" fmla="*/ 8732 h 16"/>
                <a:gd name="T6" fmla="*/ 138102 w 429"/>
                <a:gd name="T7" fmla="*/ 17463 h 16"/>
                <a:gd name="T8" fmla="*/ 9207 w 429"/>
                <a:gd name="T9" fmla="*/ 17463 h 16"/>
                <a:gd name="T10" fmla="*/ 0 w 429"/>
                <a:gd name="T11" fmla="*/ 8732 h 16"/>
                <a:gd name="T12" fmla="*/ 9207 w 429"/>
                <a:gd name="T13" fmla="*/ 0 h 16"/>
                <a:gd name="T14" fmla="*/ 230169 w 429"/>
                <a:gd name="T15" fmla="*/ 0 h 16"/>
                <a:gd name="T16" fmla="*/ 359064 w 429"/>
                <a:gd name="T17" fmla="*/ 0 h 16"/>
                <a:gd name="T18" fmla="*/ 368271 w 429"/>
                <a:gd name="T19" fmla="*/ 8732 h 16"/>
                <a:gd name="T20" fmla="*/ 359064 w 429"/>
                <a:gd name="T21" fmla="*/ 17463 h 16"/>
                <a:gd name="T22" fmla="*/ 230169 w 429"/>
                <a:gd name="T23" fmla="*/ 17463 h 16"/>
                <a:gd name="T24" fmla="*/ 220962 w 429"/>
                <a:gd name="T25" fmla="*/ 8732 h 16"/>
                <a:gd name="T26" fmla="*/ 230169 w 429"/>
                <a:gd name="T27" fmla="*/ 0 h 16"/>
                <a:gd name="T28" fmla="*/ 451132 w 429"/>
                <a:gd name="T29" fmla="*/ 0 h 16"/>
                <a:gd name="T30" fmla="*/ 484506 w 429"/>
                <a:gd name="T31" fmla="*/ 0 h 16"/>
                <a:gd name="T32" fmla="*/ 493713 w 429"/>
                <a:gd name="T33" fmla="*/ 8732 h 16"/>
                <a:gd name="T34" fmla="*/ 484506 w 429"/>
                <a:gd name="T35" fmla="*/ 17463 h 16"/>
                <a:gd name="T36" fmla="*/ 451132 w 429"/>
                <a:gd name="T37" fmla="*/ 17463 h 16"/>
                <a:gd name="T38" fmla="*/ 441925 w 429"/>
                <a:gd name="T39" fmla="*/ 8732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5" name="Freeform 16"/>
            <p:cNvSpPr/>
            <p:nvPr/>
          </p:nvSpPr>
          <p:spPr bwMode="auto">
            <a:xfrm>
              <a:off x="7808286" y="3547659"/>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6" name="Freeform 17"/>
            <p:cNvSpPr>
              <a:spLocks noEditPoints="1"/>
            </p:cNvSpPr>
            <p:nvPr/>
          </p:nvSpPr>
          <p:spPr bwMode="auto">
            <a:xfrm>
              <a:off x="7798761" y="3817534"/>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7" name="Freeform 18"/>
            <p:cNvSpPr/>
            <p:nvPr/>
          </p:nvSpPr>
          <p:spPr bwMode="auto">
            <a:xfrm>
              <a:off x="7808286" y="3785784"/>
              <a:ext cx="41275" cy="82550"/>
            </a:xfrm>
            <a:custGeom>
              <a:avLst/>
              <a:gdLst>
                <a:gd name="T0" fmla="*/ 41275 w 26"/>
                <a:gd name="T1" fmla="*/ 0 h 52"/>
                <a:gd name="T2" fmla="*/ 0 w 26"/>
                <a:gd name="T3" fmla="*/ 41275 h 52"/>
                <a:gd name="T4" fmla="*/ 41275 w 26"/>
                <a:gd name="T5" fmla="*/ 82550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grpSp>
      <p:sp>
        <p:nvSpPr>
          <p:cNvPr id="55329" name="AutoShape 3"/>
          <p:cNvSpPr>
            <a:spLocks noChangeAspect="1" noChangeArrowheads="1" noTextEdit="1"/>
          </p:cNvSpPr>
          <p:nvPr/>
        </p:nvSpPr>
        <p:spPr bwMode="auto">
          <a:xfrm>
            <a:off x="7770814" y="149225"/>
            <a:ext cx="841375" cy="1130300"/>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cxnSp>
        <p:nvCxnSpPr>
          <p:cNvPr id="55330" name="直接连接符 84"/>
          <p:cNvCxnSpPr>
            <a:cxnSpLocks noChangeShapeType="1"/>
          </p:cNvCxnSpPr>
          <p:nvPr/>
        </p:nvCxnSpPr>
        <p:spPr bwMode="auto">
          <a:xfrm>
            <a:off x="1318069" y="3984731"/>
            <a:ext cx="2918720" cy="0"/>
          </a:xfrm>
          <a:prstGeom prst="line">
            <a:avLst/>
          </a:prstGeom>
          <a:noFill/>
          <a:ln w="19050" algn="ctr">
            <a:solidFill>
              <a:srgbClr val="7030A0"/>
            </a:solidFill>
            <a:round/>
          </a:ln>
        </p:spPr>
      </p:cxnSp>
      <p:grpSp>
        <p:nvGrpSpPr>
          <p:cNvPr id="8" name="组合 7">
            <a:extLst>
              <a:ext uri="{FF2B5EF4-FFF2-40B4-BE49-F238E27FC236}">
                <a16:creationId xmlns:a16="http://schemas.microsoft.com/office/drawing/2014/main" id="{9D8F16DA-F106-468F-BA9C-AF868FEC0FFE}"/>
              </a:ext>
            </a:extLst>
          </p:cNvPr>
          <p:cNvGrpSpPr/>
          <p:nvPr/>
        </p:nvGrpSpPr>
        <p:grpSpPr>
          <a:xfrm>
            <a:off x="7481667" y="5262991"/>
            <a:ext cx="3773810" cy="509588"/>
            <a:chOff x="8021238" y="2910327"/>
            <a:chExt cx="3773810" cy="509588"/>
          </a:xfrm>
        </p:grpSpPr>
        <p:grpSp>
          <p:nvGrpSpPr>
            <p:cNvPr id="55347" name="组合 24"/>
            <p:cNvGrpSpPr/>
            <p:nvPr/>
          </p:nvGrpSpPr>
          <p:grpSpPr bwMode="auto">
            <a:xfrm>
              <a:off x="9418562" y="2910327"/>
              <a:ext cx="2295525" cy="471488"/>
              <a:chOff x="6713677" y="5355853"/>
              <a:chExt cx="2295992" cy="471395"/>
            </a:xfrm>
          </p:grpSpPr>
          <p:sp>
            <p:nvSpPr>
              <p:cNvPr id="55385" name="直接连接符 6"/>
              <p:cNvSpPr>
                <a:spLocks noChangeShapeType="1"/>
              </p:cNvSpPr>
              <p:nvPr/>
            </p:nvSpPr>
            <p:spPr bwMode="auto">
              <a:xfrm>
                <a:off x="6713677" y="5355853"/>
                <a:ext cx="2295992"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86" name="直接连接符 11"/>
              <p:cNvSpPr>
                <a:spLocks noChangeShapeType="1"/>
              </p:cNvSpPr>
              <p:nvPr/>
            </p:nvSpPr>
            <p:spPr bwMode="auto">
              <a:xfrm>
                <a:off x="7185566" y="5355853"/>
                <a:ext cx="0" cy="471395"/>
              </a:xfrm>
              <a:prstGeom prst="line">
                <a:avLst/>
              </a:prstGeom>
              <a:noFill/>
              <a:ln w="19050">
                <a:solidFill>
                  <a:schemeClr val="tx1"/>
                </a:solidFill>
                <a:prstDash val="dash"/>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55356" name="矩形 129"/>
            <p:cNvSpPr>
              <a:spLocks noChangeArrowheads="1"/>
            </p:cNvSpPr>
            <p:nvPr/>
          </p:nvSpPr>
          <p:spPr bwMode="auto">
            <a:xfrm>
              <a:off x="9197898" y="3019865"/>
              <a:ext cx="2597150" cy="4000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2, A, C, B</a:t>
              </a:r>
            </a:p>
          </p:txBody>
        </p:sp>
        <p:sp>
          <p:nvSpPr>
            <p:cNvPr id="114" name="文本框 16"/>
            <p:cNvSpPr>
              <a:spLocks noChangeArrowheads="1"/>
            </p:cNvSpPr>
            <p:nvPr/>
          </p:nvSpPr>
          <p:spPr bwMode="auto">
            <a:xfrm>
              <a:off x="8021238" y="2974196"/>
              <a:ext cx="1433406" cy="400110"/>
            </a:xfrm>
            <a:prstGeom prst="rect">
              <a:avLst/>
            </a:prstGeom>
            <a:noFill/>
            <a:ln w="12700">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第</a:t>
              </a:r>
              <a:r>
                <a:rPr kumimoji="0" lang="en-US" altLang="zh-CN"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1</a:t>
              </a:r>
              <a:r>
                <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层</a:t>
              </a:r>
              <a:r>
                <a:rPr kumimoji="0" lang="en-US" altLang="zh-CN" sz="2000" b="1" i="0" u="none" strike="noStrike" kern="1200" cap="none" spc="0" normalizeH="0" baseline="0" noProof="0" dirty="0" err="1">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hanoi</a:t>
              </a:r>
              <a:endPar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grpSp>
        <p:nvGrpSpPr>
          <p:cNvPr id="7" name="组合 6">
            <a:extLst>
              <a:ext uri="{FF2B5EF4-FFF2-40B4-BE49-F238E27FC236}">
                <a16:creationId xmlns:a16="http://schemas.microsoft.com/office/drawing/2014/main" id="{12499804-4551-4123-86C3-A4D24D6280FC}"/>
              </a:ext>
            </a:extLst>
          </p:cNvPr>
          <p:cNvGrpSpPr/>
          <p:nvPr/>
        </p:nvGrpSpPr>
        <p:grpSpPr>
          <a:xfrm>
            <a:off x="7481667" y="4561242"/>
            <a:ext cx="3748410" cy="2130275"/>
            <a:chOff x="6840215" y="4393316"/>
            <a:chExt cx="3748410" cy="2130275"/>
          </a:xfrm>
        </p:grpSpPr>
        <p:sp>
          <p:nvSpPr>
            <p:cNvPr id="55348" name="直接连接符 6"/>
            <p:cNvSpPr>
              <a:spLocks noChangeShapeType="1"/>
            </p:cNvSpPr>
            <p:nvPr/>
          </p:nvSpPr>
          <p:spPr bwMode="auto">
            <a:xfrm>
              <a:off x="8239126" y="6501515"/>
              <a:ext cx="2297113"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49" name="直接连接符 11"/>
            <p:cNvSpPr>
              <a:spLocks noChangeShapeType="1"/>
            </p:cNvSpPr>
            <p:nvPr/>
          </p:nvSpPr>
          <p:spPr bwMode="auto">
            <a:xfrm flipH="1">
              <a:off x="8224838" y="4393316"/>
              <a:ext cx="14287" cy="2130275"/>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50" name="直接连接符 12"/>
            <p:cNvSpPr>
              <a:spLocks noChangeShapeType="1"/>
            </p:cNvSpPr>
            <p:nvPr/>
          </p:nvSpPr>
          <p:spPr bwMode="auto">
            <a:xfrm>
              <a:off x="10536238" y="4393316"/>
              <a:ext cx="0" cy="2130275"/>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51" name="矩形 187"/>
            <p:cNvSpPr>
              <a:spLocks noChangeArrowheads="1"/>
            </p:cNvSpPr>
            <p:nvPr/>
          </p:nvSpPr>
          <p:spPr bwMode="auto">
            <a:xfrm>
              <a:off x="7991475" y="5622040"/>
              <a:ext cx="2597150" cy="40011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a:t>
              </a:r>
              <a:r>
                <a:rPr kumimoji="0" lang="en-US" altLang="zh-CN" sz="2000" b="1" i="1"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pitchFamily="2" charset="-122"/>
                  <a:cs typeface="+mn-cs"/>
                </a:rPr>
                <a:t>i+1</a:t>
              </a: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3, A, B, C</a:t>
              </a:r>
            </a:p>
          </p:txBody>
        </p:sp>
        <p:sp>
          <p:nvSpPr>
            <p:cNvPr id="55352" name="直接连接符 6"/>
            <p:cNvSpPr>
              <a:spLocks noChangeShapeType="1"/>
            </p:cNvSpPr>
            <p:nvPr/>
          </p:nvSpPr>
          <p:spPr bwMode="auto">
            <a:xfrm>
              <a:off x="8239126" y="5596640"/>
              <a:ext cx="2297113"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53" name="直接连接符 11"/>
            <p:cNvSpPr>
              <a:spLocks noChangeShapeType="1"/>
            </p:cNvSpPr>
            <p:nvPr/>
          </p:nvSpPr>
          <p:spPr bwMode="auto">
            <a:xfrm>
              <a:off x="8710613" y="5596641"/>
              <a:ext cx="0" cy="471487"/>
            </a:xfrm>
            <a:prstGeom prst="line">
              <a:avLst/>
            </a:prstGeom>
            <a:noFill/>
            <a:ln w="19050">
              <a:solidFill>
                <a:schemeClr val="tx1"/>
              </a:solidFill>
              <a:prstDash val="dash"/>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5" name="文本框 16"/>
            <p:cNvSpPr>
              <a:spLocks noChangeArrowheads="1"/>
            </p:cNvSpPr>
            <p:nvPr/>
          </p:nvSpPr>
          <p:spPr bwMode="auto">
            <a:xfrm>
              <a:off x="6840215" y="5574386"/>
              <a:ext cx="1433406" cy="400110"/>
            </a:xfrm>
            <a:prstGeom prst="rect">
              <a:avLst/>
            </a:prstGeom>
            <a:noFill/>
            <a:ln w="12700">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第</a:t>
              </a:r>
              <a:r>
                <a:rPr kumimoji="0" lang="en-US" altLang="zh-CN"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0</a:t>
              </a:r>
              <a:r>
                <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层</a:t>
              </a:r>
              <a:r>
                <a:rPr kumimoji="0" lang="en-US" altLang="zh-CN" sz="2000" b="1" i="0" u="none" strike="noStrike" kern="1200" cap="none" spc="0" normalizeH="0" baseline="0" noProof="0" dirty="0" err="1">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hanoi</a:t>
              </a:r>
              <a:endPar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sp>
          <p:nvSpPr>
            <p:cNvPr id="174" name="直接连接符 6"/>
            <p:cNvSpPr>
              <a:spLocks noChangeShapeType="1"/>
            </p:cNvSpPr>
            <p:nvPr/>
          </p:nvSpPr>
          <p:spPr bwMode="auto">
            <a:xfrm>
              <a:off x="8239126" y="6052103"/>
              <a:ext cx="2297113"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 name="直接连接符 11"/>
            <p:cNvSpPr>
              <a:spLocks noChangeShapeType="1"/>
            </p:cNvSpPr>
            <p:nvPr/>
          </p:nvSpPr>
          <p:spPr bwMode="auto">
            <a:xfrm>
              <a:off x="8710613" y="6052104"/>
              <a:ext cx="0" cy="471487"/>
            </a:xfrm>
            <a:prstGeom prst="line">
              <a:avLst/>
            </a:prstGeom>
            <a:noFill/>
            <a:ln w="19050">
              <a:solidFill>
                <a:schemeClr val="tx1"/>
              </a:solidFill>
              <a:prstDash val="dash"/>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 name="矩形 187"/>
            <p:cNvSpPr>
              <a:spLocks noChangeArrowheads="1"/>
            </p:cNvSpPr>
            <p:nvPr/>
          </p:nvSpPr>
          <p:spPr bwMode="auto">
            <a:xfrm>
              <a:off x="7991475" y="6107815"/>
              <a:ext cx="2597150" cy="4000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C00000"/>
                  </a:solidFill>
                  <a:effectLst/>
                  <a:uLnTx/>
                  <a:uFillTx/>
                  <a:latin typeface="Courier New" panose="02070309020205020404" pitchFamily="49" charset="0"/>
                  <a:ea typeface="等线" panose="02010600030101010101" pitchFamily="2" charset="-122"/>
                  <a:cs typeface="+mn-cs"/>
                </a:rPr>
                <a:t>  …</a:t>
              </a: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a:t>
              </a:r>
            </a:p>
          </p:txBody>
        </p:sp>
        <p:sp>
          <p:nvSpPr>
            <p:cNvPr id="177" name="文本框 16"/>
            <p:cNvSpPr>
              <a:spLocks noChangeArrowheads="1"/>
            </p:cNvSpPr>
            <p:nvPr/>
          </p:nvSpPr>
          <p:spPr bwMode="auto">
            <a:xfrm>
              <a:off x="6897365" y="6097317"/>
              <a:ext cx="1236236" cy="400110"/>
            </a:xfrm>
            <a:prstGeom prst="rect">
              <a:avLst/>
            </a:prstGeom>
            <a:noFill/>
            <a:ln w="12700">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main</a:t>
              </a:r>
              <a:r>
                <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栈帧</a:t>
              </a:r>
            </a:p>
          </p:txBody>
        </p:sp>
      </p:grpSp>
      <p:sp>
        <p:nvSpPr>
          <p:cNvPr id="123" name="矩形 64">
            <a:extLst>
              <a:ext uri="{FF2B5EF4-FFF2-40B4-BE49-F238E27FC236}">
                <a16:creationId xmlns:a16="http://schemas.microsoft.com/office/drawing/2014/main" id="{BA738C11-1E09-429B-BF02-90957BBA3198}"/>
              </a:ext>
            </a:extLst>
          </p:cNvPr>
          <p:cNvSpPr>
            <a:spLocks noChangeArrowheads="1"/>
          </p:cNvSpPr>
          <p:nvPr/>
        </p:nvSpPr>
        <p:spPr bwMode="auto">
          <a:xfrm>
            <a:off x="2293766" y="340934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2</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24" name="矩形 102">
            <a:extLst>
              <a:ext uri="{FF2B5EF4-FFF2-40B4-BE49-F238E27FC236}">
                <a16:creationId xmlns:a16="http://schemas.microsoft.com/office/drawing/2014/main" id="{FC44E3E4-66E1-4389-853C-E82DF1A36AE8}"/>
              </a:ext>
            </a:extLst>
          </p:cNvPr>
          <p:cNvSpPr>
            <a:spLocks noChangeArrowheads="1"/>
          </p:cNvSpPr>
          <p:nvPr/>
        </p:nvSpPr>
        <p:spPr bwMode="auto">
          <a:xfrm>
            <a:off x="2612229" y="340118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25" name="矩形 104">
            <a:extLst>
              <a:ext uri="{FF2B5EF4-FFF2-40B4-BE49-F238E27FC236}">
                <a16:creationId xmlns:a16="http://schemas.microsoft.com/office/drawing/2014/main" id="{36CD40FF-0996-4BC3-A7B9-FE5355474A85}"/>
              </a:ext>
            </a:extLst>
          </p:cNvPr>
          <p:cNvSpPr>
            <a:spLocks noChangeArrowheads="1"/>
          </p:cNvSpPr>
          <p:nvPr/>
        </p:nvSpPr>
        <p:spPr bwMode="auto">
          <a:xfrm>
            <a:off x="3248817" y="341042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26" name="矩形 105">
            <a:extLst>
              <a:ext uri="{FF2B5EF4-FFF2-40B4-BE49-F238E27FC236}">
                <a16:creationId xmlns:a16="http://schemas.microsoft.com/office/drawing/2014/main" id="{DBA01893-71F1-430E-B8D3-01051AEF3C13}"/>
              </a:ext>
            </a:extLst>
          </p:cNvPr>
          <p:cNvSpPr>
            <a:spLocks noChangeArrowheads="1"/>
          </p:cNvSpPr>
          <p:nvPr/>
        </p:nvSpPr>
        <p:spPr bwMode="auto">
          <a:xfrm>
            <a:off x="2915442" y="3401088"/>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33" name="矩形 64">
            <a:extLst>
              <a:ext uri="{FF2B5EF4-FFF2-40B4-BE49-F238E27FC236}">
                <a16:creationId xmlns:a16="http://schemas.microsoft.com/office/drawing/2014/main" id="{9DD76D49-9EF8-4B0F-97A5-713EA5E1AFD1}"/>
              </a:ext>
            </a:extLst>
          </p:cNvPr>
          <p:cNvSpPr>
            <a:spLocks noChangeArrowheads="1"/>
          </p:cNvSpPr>
          <p:nvPr/>
        </p:nvSpPr>
        <p:spPr bwMode="auto">
          <a:xfrm>
            <a:off x="3811782" y="1155988"/>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3</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35" name="矩形 102">
            <a:extLst>
              <a:ext uri="{FF2B5EF4-FFF2-40B4-BE49-F238E27FC236}">
                <a16:creationId xmlns:a16="http://schemas.microsoft.com/office/drawing/2014/main" id="{F0004EDE-538F-420F-B44F-1ABB8EE94D5D}"/>
              </a:ext>
            </a:extLst>
          </p:cNvPr>
          <p:cNvSpPr>
            <a:spLocks noChangeArrowheads="1"/>
          </p:cNvSpPr>
          <p:nvPr/>
        </p:nvSpPr>
        <p:spPr bwMode="auto">
          <a:xfrm>
            <a:off x="3808677" y="144729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36" name="矩形 104">
            <a:extLst>
              <a:ext uri="{FF2B5EF4-FFF2-40B4-BE49-F238E27FC236}">
                <a16:creationId xmlns:a16="http://schemas.microsoft.com/office/drawing/2014/main" id="{5303462B-9614-43A5-8605-D32299570A77}"/>
              </a:ext>
            </a:extLst>
          </p:cNvPr>
          <p:cNvSpPr>
            <a:spLocks noChangeArrowheads="1"/>
          </p:cNvSpPr>
          <p:nvPr/>
        </p:nvSpPr>
        <p:spPr bwMode="auto">
          <a:xfrm>
            <a:off x="3820904" y="170799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38" name="矩形 105">
            <a:extLst>
              <a:ext uri="{FF2B5EF4-FFF2-40B4-BE49-F238E27FC236}">
                <a16:creationId xmlns:a16="http://schemas.microsoft.com/office/drawing/2014/main" id="{6B98055B-CFA5-40A0-BCA7-513842572F42}"/>
              </a:ext>
            </a:extLst>
          </p:cNvPr>
          <p:cNvSpPr>
            <a:spLocks noChangeArrowheads="1"/>
          </p:cNvSpPr>
          <p:nvPr/>
        </p:nvSpPr>
        <p:spPr bwMode="auto">
          <a:xfrm>
            <a:off x="3814684" y="1974676"/>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83" name="矩形 123">
            <a:extLst>
              <a:ext uri="{FF2B5EF4-FFF2-40B4-BE49-F238E27FC236}">
                <a16:creationId xmlns:a16="http://schemas.microsoft.com/office/drawing/2014/main" id="{94C0A25C-40DD-4AB5-A7BC-E879ECDB6E32}"/>
              </a:ext>
            </a:extLst>
          </p:cNvPr>
          <p:cNvSpPr>
            <a:spLocks noChangeArrowheads="1"/>
          </p:cNvSpPr>
          <p:nvPr/>
        </p:nvSpPr>
        <p:spPr bwMode="auto">
          <a:xfrm>
            <a:off x="7793948" y="109663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2</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84" name="矩形 125">
            <a:extLst>
              <a:ext uri="{FF2B5EF4-FFF2-40B4-BE49-F238E27FC236}">
                <a16:creationId xmlns:a16="http://schemas.microsoft.com/office/drawing/2014/main" id="{F3B072F4-D259-4186-93B2-6FB86B885833}"/>
              </a:ext>
            </a:extLst>
          </p:cNvPr>
          <p:cNvSpPr>
            <a:spLocks noChangeArrowheads="1"/>
          </p:cNvSpPr>
          <p:nvPr/>
        </p:nvSpPr>
        <p:spPr bwMode="auto">
          <a:xfrm>
            <a:off x="7779847" y="1377713"/>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85" name="矩形 132">
            <a:extLst>
              <a:ext uri="{FF2B5EF4-FFF2-40B4-BE49-F238E27FC236}">
                <a16:creationId xmlns:a16="http://schemas.microsoft.com/office/drawing/2014/main" id="{53E3733E-CF86-4223-B149-78BBEB940DCD}"/>
              </a:ext>
            </a:extLst>
          </p:cNvPr>
          <p:cNvSpPr>
            <a:spLocks noChangeArrowheads="1"/>
          </p:cNvSpPr>
          <p:nvPr/>
        </p:nvSpPr>
        <p:spPr bwMode="auto">
          <a:xfrm>
            <a:off x="7776123" y="166446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86" name="矩形 135">
            <a:extLst>
              <a:ext uri="{FF2B5EF4-FFF2-40B4-BE49-F238E27FC236}">
                <a16:creationId xmlns:a16="http://schemas.microsoft.com/office/drawing/2014/main" id="{CD99B6EC-00E6-4D44-ACB4-1D0E6BFE4255}"/>
              </a:ext>
            </a:extLst>
          </p:cNvPr>
          <p:cNvSpPr>
            <a:spLocks noChangeArrowheads="1"/>
          </p:cNvSpPr>
          <p:nvPr/>
        </p:nvSpPr>
        <p:spPr bwMode="auto">
          <a:xfrm>
            <a:off x="7770814" y="1909763"/>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cxnSp>
        <p:nvCxnSpPr>
          <p:cNvPr id="87" name="直接连接符 56">
            <a:extLst>
              <a:ext uri="{FF2B5EF4-FFF2-40B4-BE49-F238E27FC236}">
                <a16:creationId xmlns:a16="http://schemas.microsoft.com/office/drawing/2014/main" id="{09E636BD-99A0-42F9-8064-BF4A0821703C}"/>
              </a:ext>
            </a:extLst>
          </p:cNvPr>
          <p:cNvCxnSpPr>
            <a:cxnSpLocks noChangeShapeType="1"/>
          </p:cNvCxnSpPr>
          <p:nvPr/>
        </p:nvCxnSpPr>
        <p:spPr bwMode="auto">
          <a:xfrm flipV="1">
            <a:off x="8143519" y="342739"/>
            <a:ext cx="0" cy="3570679"/>
          </a:xfrm>
          <a:prstGeom prst="line">
            <a:avLst/>
          </a:prstGeom>
          <a:noFill/>
          <a:ln w="19050" algn="ctr">
            <a:solidFill>
              <a:srgbClr val="7030A0"/>
            </a:solidFill>
            <a:round/>
          </a:ln>
        </p:spPr>
      </p:cxnSp>
      <p:cxnSp>
        <p:nvCxnSpPr>
          <p:cNvPr id="88" name="直接箭头连接符 58">
            <a:extLst>
              <a:ext uri="{FF2B5EF4-FFF2-40B4-BE49-F238E27FC236}">
                <a16:creationId xmlns:a16="http://schemas.microsoft.com/office/drawing/2014/main" id="{612AB988-5760-4662-A876-F5B6503FCBB9}"/>
              </a:ext>
            </a:extLst>
          </p:cNvPr>
          <p:cNvCxnSpPr>
            <a:cxnSpLocks noChangeShapeType="1"/>
          </p:cNvCxnSpPr>
          <p:nvPr/>
        </p:nvCxnSpPr>
        <p:spPr bwMode="auto">
          <a:xfrm>
            <a:off x="8156935" y="342739"/>
            <a:ext cx="336286" cy="0"/>
          </a:xfrm>
          <a:prstGeom prst="straightConnector1">
            <a:avLst/>
          </a:prstGeom>
          <a:noFill/>
          <a:ln w="19050" algn="ctr">
            <a:solidFill>
              <a:srgbClr val="7030A0"/>
            </a:solidFill>
            <a:round/>
            <a:tailEnd type="triangle" w="med" len="med"/>
          </a:ln>
        </p:spPr>
      </p:cxnSp>
      <p:cxnSp>
        <p:nvCxnSpPr>
          <p:cNvPr id="89" name="直接连接符 84">
            <a:extLst>
              <a:ext uri="{FF2B5EF4-FFF2-40B4-BE49-F238E27FC236}">
                <a16:creationId xmlns:a16="http://schemas.microsoft.com/office/drawing/2014/main" id="{B23C5A1D-1173-4D34-85B2-C64EAC070BC0}"/>
              </a:ext>
            </a:extLst>
          </p:cNvPr>
          <p:cNvCxnSpPr>
            <a:cxnSpLocks noChangeShapeType="1"/>
          </p:cNvCxnSpPr>
          <p:nvPr/>
        </p:nvCxnSpPr>
        <p:spPr bwMode="auto">
          <a:xfrm>
            <a:off x="5224799" y="3913418"/>
            <a:ext cx="2918720" cy="0"/>
          </a:xfrm>
          <a:prstGeom prst="line">
            <a:avLst/>
          </a:prstGeom>
          <a:noFill/>
          <a:ln w="19050" algn="ctr">
            <a:solidFill>
              <a:srgbClr val="7030A0"/>
            </a:solidFill>
            <a:round/>
          </a:ln>
        </p:spPr>
      </p:cxnSp>
      <p:sp>
        <p:nvSpPr>
          <p:cNvPr id="90" name="矩形 89">
            <a:extLst>
              <a:ext uri="{FF2B5EF4-FFF2-40B4-BE49-F238E27FC236}">
                <a16:creationId xmlns:a16="http://schemas.microsoft.com/office/drawing/2014/main" id="{67E521D8-66D9-45BD-B22F-9FE63DE87EF1}"/>
              </a:ext>
            </a:extLst>
          </p:cNvPr>
          <p:cNvSpPr>
            <a:spLocks noChangeArrowheads="1"/>
          </p:cNvSpPr>
          <p:nvPr/>
        </p:nvSpPr>
        <p:spPr bwMode="auto">
          <a:xfrm>
            <a:off x="8497263" y="171383"/>
            <a:ext cx="3175000" cy="42481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void</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int</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n, </a:t>
            </a:r>
            <a:endParaRPr kumimoji="0" lang="zh-CN"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x, </a:t>
            </a:r>
            <a:endParaRPr kumimoji="0" lang="zh-CN"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y, </a:t>
            </a:r>
            <a:endParaRPr kumimoji="0" lang="zh-CN"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z</a:t>
            </a:r>
            <a:endParaRPr kumimoji="0" lang="zh-CN"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if </a:t>
            </a:r>
            <a:r>
              <a:rPr kumimoji="0" lang="en-US" altLang="zh-CN"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 n)</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2</a:t>
            </a:r>
            <a:r>
              <a:rPr kumimoji="0" lang="zh-CN" altLang="en-US"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move(x,1,z);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3</a:t>
            </a:r>
            <a:r>
              <a:rPr kumimoji="0" lang="zh-CN" altLang="en-US"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4472C4">
                    <a:lumMod val="60000"/>
                    <a:lumOff val="40000"/>
                  </a:srgbClr>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else </a:t>
            </a:r>
            <a:r>
              <a:rPr kumimoji="0" lang="en-US" altLang="zh-CN" sz="1800" b="1" i="0" u="none" strike="noStrike" kern="1200" cap="none" spc="0" normalizeH="0" baseline="0" noProof="0" dirty="0">
                <a:ln>
                  <a:noFill/>
                </a:ln>
                <a:solidFill>
                  <a:prstClr val="white">
                    <a:lumMod val="50000"/>
                  </a:prstClr>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a:t>
            </a:r>
            <a:endParaRPr kumimoji="0" lang="zh-CN" altLang="en-US" sz="1800" b="1" i="0" u="none" strike="noStrike" kern="1200" cap="none" spc="0" normalizeH="0" baseline="0" noProof="0" dirty="0">
              <a:ln>
                <a:noFill/>
              </a:ln>
              <a:solidFill>
                <a:prstClr val="white">
                  <a:lumMod val="50000"/>
                </a:prstClr>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a:t>
            </a:r>
            <a:r>
              <a:rPr kumimoji="0" lang="zh-CN" altLang="en-US" sz="1800" b="0" i="0" u="none" strike="noStrike" kern="1200" cap="none" spc="0" normalizeH="0" baseline="0" noProof="0" dirty="0">
                <a:ln>
                  <a:noFill/>
                </a:ln>
                <a:solidFill>
                  <a:prstClr val="white">
                    <a:lumMod val="50000"/>
                  </a:prstClr>
                </a:solidFill>
                <a:effectLst/>
                <a:uLnTx/>
                <a:uFillTx/>
                <a:latin typeface="楷体" panose="02010609060101010101" pitchFamily="49" charset="-122"/>
                <a:ea typeface="楷体" panose="02010609060101010101" pitchFamily="49" charset="-122"/>
                <a:cs typeface="+mn-cs"/>
              </a:rPr>
              <a:t>实参：</a:t>
            </a:r>
            <a:endParaRPr kumimoji="0" lang="zh-CN" altLang="en-US"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楷体" panose="02010609060101010101" pitchFamily="49"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4</a:t>
            </a:r>
            <a:r>
              <a:rPr kumimoji="0" lang="zh-CN" altLang="en-US"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err="1">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hanoi</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(n–1,x,z,y);</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a:t>
            </a:r>
            <a:r>
              <a:rPr kumimoji="0" lang="zh-CN" altLang="en-US" sz="1800" b="0" i="0" u="none" strike="noStrike" kern="1200" cap="none" spc="0" normalizeH="0" baseline="0" noProof="0" dirty="0">
                <a:ln>
                  <a:noFill/>
                </a:ln>
                <a:solidFill>
                  <a:prstClr val="white">
                    <a:lumMod val="50000"/>
                  </a:prstClr>
                </a:solidFill>
                <a:effectLst/>
                <a:uLnTx/>
                <a:uFillTx/>
                <a:latin typeface="楷体" panose="02010609060101010101" pitchFamily="49" charset="-122"/>
                <a:ea typeface="楷体" panose="02010609060101010101" pitchFamily="49" charset="-122"/>
                <a:cs typeface="+mn-cs"/>
              </a:rPr>
              <a:t>实参：</a:t>
            </a:r>
            <a:endParaRPr kumimoji="0" lang="en-US" altLang="zh-CN" sz="1800" b="0"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5</a:t>
            </a:r>
            <a:r>
              <a:rPr kumimoji="0" lang="zh-CN" altLang="en-US"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move(  </a:t>
            </a:r>
            <a:r>
              <a:rPr kumimoji="0" lang="en-US" altLang="zh-CN" sz="1800" b="0" i="0" u="none" strike="noStrike" kern="1200" cap="none" spc="0" normalizeH="0" baseline="0" noProof="0" dirty="0" err="1">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x,n,z</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6</a:t>
            </a:r>
            <a:r>
              <a:rPr kumimoji="0" lang="zh-CN" altLang="en-US"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err="1">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hanoi</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(n–1,y,x,z);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7</a:t>
            </a:r>
            <a:r>
              <a:rPr kumimoji="0" lang="zh-CN" altLang="en-US"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prstClr val="white">
                    <a:lumMod val="50000"/>
                  </a:prstClr>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a:t>
            </a:r>
            <a:r>
              <a:rPr kumimoji="0" lang="en-US" altLang="zh-CN" sz="1800" b="0"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0"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8</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endParaRPr kumimoji="0" lang="en-US" altLang="zh-CN" sz="1800" b="0"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p:txBody>
      </p:sp>
      <p:sp>
        <p:nvSpPr>
          <p:cNvPr id="93" name="文本框 16">
            <a:extLst>
              <a:ext uri="{FF2B5EF4-FFF2-40B4-BE49-F238E27FC236}">
                <a16:creationId xmlns:a16="http://schemas.microsoft.com/office/drawing/2014/main" id="{C2480F6A-6424-44A3-8979-6F507E58E18A}"/>
              </a:ext>
            </a:extLst>
          </p:cNvPr>
          <p:cNvSpPr>
            <a:spLocks noChangeArrowheads="1"/>
          </p:cNvSpPr>
          <p:nvPr/>
        </p:nvSpPr>
        <p:spPr bwMode="auto">
          <a:xfrm>
            <a:off x="9469049" y="4073043"/>
            <a:ext cx="1231427"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第</a:t>
            </a:r>
            <a:r>
              <a:rPr kumimoji="0" lang="en-US" altLang="zh-CN"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2</a:t>
            </a:r>
            <a:r>
              <a:rPr kumimoji="0" lang="zh-CN" altLang="en-US"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层调用</a:t>
            </a:r>
          </a:p>
        </p:txBody>
      </p:sp>
      <p:sp>
        <p:nvSpPr>
          <p:cNvPr id="94" name="矩形 122">
            <a:extLst>
              <a:ext uri="{FF2B5EF4-FFF2-40B4-BE49-F238E27FC236}">
                <a16:creationId xmlns:a16="http://schemas.microsoft.com/office/drawing/2014/main" id="{0BD96AE8-4A09-4A72-B729-8657107B293B}"/>
              </a:ext>
            </a:extLst>
          </p:cNvPr>
          <p:cNvSpPr>
            <a:spLocks noChangeArrowheads="1"/>
          </p:cNvSpPr>
          <p:nvPr/>
        </p:nvSpPr>
        <p:spPr bwMode="auto">
          <a:xfrm>
            <a:off x="6161848" y="331076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1</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98" name="文本框 97">
            <a:extLst>
              <a:ext uri="{FF2B5EF4-FFF2-40B4-BE49-F238E27FC236}">
                <a16:creationId xmlns:a16="http://schemas.microsoft.com/office/drawing/2014/main" id="{D0816350-315A-484D-B4D4-224B032D5B20}"/>
              </a:ext>
            </a:extLst>
          </p:cNvPr>
          <p:cNvSpPr txBox="1"/>
          <p:nvPr/>
        </p:nvSpPr>
        <p:spPr>
          <a:xfrm>
            <a:off x="758238" y="3913418"/>
            <a:ext cx="4576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pitchFamily="2" charset="-122"/>
                <a:cs typeface="+mn-cs"/>
              </a:rPr>
              <a:t>5</a:t>
            </a:r>
            <a:endParaRPr kumimoji="0" lang="zh-CN" altLang="en-US" sz="18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p:txBody>
      </p:sp>
      <p:sp>
        <p:nvSpPr>
          <p:cNvPr id="99" name="矩形 125">
            <a:extLst>
              <a:ext uri="{FF2B5EF4-FFF2-40B4-BE49-F238E27FC236}">
                <a16:creationId xmlns:a16="http://schemas.microsoft.com/office/drawing/2014/main" id="{C11D41CF-A09A-4C11-B3FB-575F7286E77A}"/>
              </a:ext>
            </a:extLst>
          </p:cNvPr>
          <p:cNvSpPr>
            <a:spLocks noChangeArrowheads="1"/>
          </p:cNvSpPr>
          <p:nvPr/>
        </p:nvSpPr>
        <p:spPr bwMode="auto">
          <a:xfrm>
            <a:off x="6476214" y="3296080"/>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00" name="矩形 132">
            <a:extLst>
              <a:ext uri="{FF2B5EF4-FFF2-40B4-BE49-F238E27FC236}">
                <a16:creationId xmlns:a16="http://schemas.microsoft.com/office/drawing/2014/main" id="{2594944D-187F-47A0-BD24-054F924A5034}"/>
              </a:ext>
            </a:extLst>
          </p:cNvPr>
          <p:cNvSpPr>
            <a:spLocks noChangeArrowheads="1"/>
          </p:cNvSpPr>
          <p:nvPr/>
        </p:nvSpPr>
        <p:spPr bwMode="auto">
          <a:xfrm>
            <a:off x="7011934" y="3304224"/>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01" name="矩形 135">
            <a:extLst>
              <a:ext uri="{FF2B5EF4-FFF2-40B4-BE49-F238E27FC236}">
                <a16:creationId xmlns:a16="http://schemas.microsoft.com/office/drawing/2014/main" id="{588FA892-1B2E-464D-9914-8E34312A0BFC}"/>
              </a:ext>
            </a:extLst>
          </p:cNvPr>
          <p:cNvSpPr>
            <a:spLocks noChangeArrowheads="1"/>
          </p:cNvSpPr>
          <p:nvPr/>
        </p:nvSpPr>
        <p:spPr bwMode="auto">
          <a:xfrm>
            <a:off x="6755137" y="3303694"/>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02" name="矩形 122">
            <a:extLst>
              <a:ext uri="{FF2B5EF4-FFF2-40B4-BE49-F238E27FC236}">
                <a16:creationId xmlns:a16="http://schemas.microsoft.com/office/drawing/2014/main" id="{5FF56406-E7AE-4483-9D5A-BAE7466F84E8}"/>
              </a:ext>
            </a:extLst>
          </p:cNvPr>
          <p:cNvSpPr>
            <a:spLocks noChangeArrowheads="1"/>
          </p:cNvSpPr>
          <p:nvPr/>
        </p:nvSpPr>
        <p:spPr bwMode="auto">
          <a:xfrm>
            <a:off x="6162747" y="3311041"/>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1</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grpSp>
        <p:nvGrpSpPr>
          <p:cNvPr id="103" name="组合 117">
            <a:extLst>
              <a:ext uri="{FF2B5EF4-FFF2-40B4-BE49-F238E27FC236}">
                <a16:creationId xmlns:a16="http://schemas.microsoft.com/office/drawing/2014/main" id="{13772B7B-050C-4551-AE81-8B090B2377B8}"/>
              </a:ext>
            </a:extLst>
          </p:cNvPr>
          <p:cNvGrpSpPr/>
          <p:nvPr/>
        </p:nvGrpSpPr>
        <p:grpSpPr bwMode="auto">
          <a:xfrm>
            <a:off x="10961954" y="152184"/>
            <a:ext cx="841375" cy="1130300"/>
            <a:chOff x="7622548" y="2841221"/>
            <a:chExt cx="841375" cy="1130300"/>
          </a:xfrm>
        </p:grpSpPr>
        <p:sp>
          <p:nvSpPr>
            <p:cNvPr id="104" name="AutoShape 3">
              <a:extLst>
                <a:ext uri="{FF2B5EF4-FFF2-40B4-BE49-F238E27FC236}">
                  <a16:creationId xmlns:a16="http://schemas.microsoft.com/office/drawing/2014/main" id="{6F932085-BC42-457E-B279-E0BC4F924FE0}"/>
                </a:ext>
              </a:extLst>
            </p:cNvPr>
            <p:cNvSpPr>
              <a:spLocks noChangeAspect="1" noChangeArrowheads="1" noTextEdit="1"/>
            </p:cNvSpPr>
            <p:nvPr/>
          </p:nvSpPr>
          <p:spPr bwMode="auto">
            <a:xfrm>
              <a:off x="7622548" y="2841221"/>
              <a:ext cx="841375" cy="1130300"/>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5" name="Freeform 9">
              <a:extLst>
                <a:ext uri="{FF2B5EF4-FFF2-40B4-BE49-F238E27FC236}">
                  <a16:creationId xmlns:a16="http://schemas.microsoft.com/office/drawing/2014/main" id="{EB6BEF1B-5209-4FE9-81CA-067E63B4751F}"/>
                </a:ext>
              </a:extLst>
            </p:cNvPr>
            <p:cNvSpPr>
              <a:spLocks noEditPoints="1"/>
            </p:cNvSpPr>
            <p:nvPr/>
          </p:nvSpPr>
          <p:spPr bwMode="auto">
            <a:xfrm>
              <a:off x="7644773" y="3017434"/>
              <a:ext cx="682625" cy="31750"/>
            </a:xfrm>
            <a:custGeom>
              <a:avLst/>
              <a:gdLst>
                <a:gd name="T0" fmla="*/ 9209 w 593"/>
                <a:gd name="T1" fmla="*/ 13607 h 28"/>
                <a:gd name="T2" fmla="*/ 138137 w 593"/>
                <a:gd name="T3" fmla="*/ 11339 h 28"/>
                <a:gd name="T4" fmla="*/ 147346 w 593"/>
                <a:gd name="T5" fmla="*/ 19277 h 28"/>
                <a:gd name="T6" fmla="*/ 138137 w 593"/>
                <a:gd name="T7" fmla="*/ 29482 h 28"/>
                <a:gd name="T8" fmla="*/ 9209 w 593"/>
                <a:gd name="T9" fmla="*/ 31750 h 28"/>
                <a:gd name="T10" fmla="*/ 0 w 593"/>
                <a:gd name="T11" fmla="*/ 22679 h 28"/>
                <a:gd name="T12" fmla="*/ 9209 w 593"/>
                <a:gd name="T13" fmla="*/ 13607 h 28"/>
                <a:gd name="T14" fmla="*/ 230228 w 593"/>
                <a:gd name="T15" fmla="*/ 9071 h 28"/>
                <a:gd name="T16" fmla="*/ 359155 w 593"/>
                <a:gd name="T17" fmla="*/ 6804 h 28"/>
                <a:gd name="T18" fmla="*/ 368364 w 593"/>
                <a:gd name="T19" fmla="*/ 15875 h 28"/>
                <a:gd name="T20" fmla="*/ 359155 w 593"/>
                <a:gd name="T21" fmla="*/ 24946 h 28"/>
                <a:gd name="T22" fmla="*/ 230228 w 593"/>
                <a:gd name="T23" fmla="*/ 27214 h 28"/>
                <a:gd name="T24" fmla="*/ 221019 w 593"/>
                <a:gd name="T25" fmla="*/ 18143 h 28"/>
                <a:gd name="T26" fmla="*/ 230228 w 593"/>
                <a:gd name="T27" fmla="*/ 9071 h 28"/>
                <a:gd name="T28" fmla="*/ 451246 w 593"/>
                <a:gd name="T29" fmla="*/ 4536 h 28"/>
                <a:gd name="T30" fmla="*/ 580174 w 593"/>
                <a:gd name="T31" fmla="*/ 2268 h 28"/>
                <a:gd name="T32" fmla="*/ 589383 w 593"/>
                <a:gd name="T33" fmla="*/ 11339 h 28"/>
                <a:gd name="T34" fmla="*/ 580174 w 593"/>
                <a:gd name="T35" fmla="*/ 20411 h 28"/>
                <a:gd name="T36" fmla="*/ 451246 w 593"/>
                <a:gd name="T37" fmla="*/ 22679 h 28"/>
                <a:gd name="T38" fmla="*/ 442037 w 593"/>
                <a:gd name="T39" fmla="*/ 13607 h 28"/>
                <a:gd name="T40" fmla="*/ 451246 w 593"/>
                <a:gd name="T41" fmla="*/ 4536 h 28"/>
                <a:gd name="T42" fmla="*/ 672265 w 593"/>
                <a:gd name="T43" fmla="*/ 0 h 28"/>
                <a:gd name="T44" fmla="*/ 673416 w 593"/>
                <a:gd name="T45" fmla="*/ 0 h 28"/>
                <a:gd name="T46" fmla="*/ 682625 w 593"/>
                <a:gd name="T47" fmla="*/ 9071 h 28"/>
                <a:gd name="T48" fmla="*/ 673416 w 593"/>
                <a:gd name="T49" fmla="*/ 18143 h 28"/>
                <a:gd name="T50" fmla="*/ 672265 w 593"/>
                <a:gd name="T51" fmla="*/ 18143 h 28"/>
                <a:gd name="T52" fmla="*/ 663056 w 593"/>
                <a:gd name="T53" fmla="*/ 10205 h 28"/>
                <a:gd name="T54" fmla="*/ 672265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06" name="Freeform 10">
              <a:extLst>
                <a:ext uri="{FF2B5EF4-FFF2-40B4-BE49-F238E27FC236}">
                  <a16:creationId xmlns:a16="http://schemas.microsoft.com/office/drawing/2014/main" id="{CC8A63BF-9AE2-4BA5-9BE4-05C95E8C16CF}"/>
                </a:ext>
              </a:extLst>
            </p:cNvPr>
            <p:cNvSpPr/>
            <p:nvPr/>
          </p:nvSpPr>
          <p:spPr bwMode="auto">
            <a:xfrm>
              <a:off x="7654298" y="2998384"/>
              <a:ext cx="41275" cy="80963"/>
            </a:xfrm>
            <a:custGeom>
              <a:avLst/>
              <a:gdLst>
                <a:gd name="T0" fmla="*/ 39688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07" name="Rectangle 11">
              <a:extLst>
                <a:ext uri="{FF2B5EF4-FFF2-40B4-BE49-F238E27FC236}">
                  <a16:creationId xmlns:a16="http://schemas.microsoft.com/office/drawing/2014/main" id="{60B0BAA0-2DEF-4E75-8083-CF8E49F4BA84}"/>
                </a:ext>
              </a:extLst>
            </p:cNvPr>
            <p:cNvSpPr>
              <a:spLocks noChangeArrowheads="1"/>
            </p:cNvSpPr>
            <p:nvPr/>
          </p:nvSpPr>
          <p:spPr bwMode="auto">
            <a:xfrm>
              <a:off x="7789236" y="2906309"/>
              <a:ext cx="393700" cy="254000"/>
            </a:xfrm>
            <a:prstGeom prst="rect">
              <a:avLst/>
            </a:prstGeom>
            <a:solidFill>
              <a:srgbClr val="FFFFFF"/>
            </a:solidFill>
            <a:ln w="9525">
              <a:noFill/>
              <a:miter lim="800000"/>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08" name="Rectangle 12">
              <a:extLst>
                <a:ext uri="{FF2B5EF4-FFF2-40B4-BE49-F238E27FC236}">
                  <a16:creationId xmlns:a16="http://schemas.microsoft.com/office/drawing/2014/main" id="{E98F0D63-FB30-4C89-A46A-5CFCC72C9F97}"/>
                </a:ext>
              </a:extLst>
            </p:cNvPr>
            <p:cNvSpPr>
              <a:spLocks noChangeArrowheads="1"/>
            </p:cNvSpPr>
            <p:nvPr/>
          </p:nvSpPr>
          <p:spPr bwMode="auto">
            <a:xfrm>
              <a:off x="7789236" y="2865607"/>
              <a:ext cx="461665" cy="307777"/>
            </a:xfrm>
            <a:prstGeom prst="rect">
              <a:avLst/>
            </a:prstGeom>
            <a:noFill/>
            <a:ln w="9525">
              <a:noFill/>
              <a:miter lim="800000"/>
            </a:ln>
          </p:spPr>
          <p:txBody>
            <a:bodyPr wrap="none" lIns="0" tIns="0" rIns="0" bIns="0">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zh-CN" sz="1800" b="1" i="0" u="none" strike="noStrike" kern="1200" cap="none" spc="0" normalizeH="0" baseline="0" noProof="0" dirty="0">
                  <a:ln>
                    <a:noFill/>
                  </a:ln>
                  <a:solidFill>
                    <a:srgbClr val="70AD47">
                      <a:lumMod val="50000"/>
                    </a:srgbClr>
                  </a:solidFill>
                  <a:effectLst/>
                  <a:uLnTx/>
                  <a:uFillTx/>
                  <a:latin typeface="宋体" panose="02010600030101010101" pitchFamily="2" charset="-122"/>
                  <a:ea typeface="等线" panose="02010600030101010101" pitchFamily="2" charset="-122"/>
                  <a:cs typeface="+mn-cs"/>
                </a:rPr>
                <a:t>实参</a:t>
              </a:r>
              <a:endParaRPr kumimoji="0" lang="zh-CN" altLang="zh-CN" sz="20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109" name="Freeform 13">
              <a:extLst>
                <a:ext uri="{FF2B5EF4-FFF2-40B4-BE49-F238E27FC236}">
                  <a16:creationId xmlns:a16="http://schemas.microsoft.com/office/drawing/2014/main" id="{E01882D9-A672-433B-8321-9A845680F0CD}"/>
                </a:ext>
              </a:extLst>
            </p:cNvPr>
            <p:cNvSpPr>
              <a:spLocks noEditPoints="1"/>
            </p:cNvSpPr>
            <p:nvPr/>
          </p:nvSpPr>
          <p:spPr bwMode="auto">
            <a:xfrm>
              <a:off x="7798761" y="3304771"/>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0" name="Freeform 14">
              <a:extLst>
                <a:ext uri="{FF2B5EF4-FFF2-40B4-BE49-F238E27FC236}">
                  <a16:creationId xmlns:a16="http://schemas.microsoft.com/office/drawing/2014/main" id="{FEAA16A7-9183-48FA-A8E4-A24134F3ED98}"/>
                </a:ext>
              </a:extLst>
            </p:cNvPr>
            <p:cNvSpPr/>
            <p:nvPr/>
          </p:nvSpPr>
          <p:spPr bwMode="auto">
            <a:xfrm>
              <a:off x="7808286" y="3273021"/>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1" name="Freeform 15">
              <a:extLst>
                <a:ext uri="{FF2B5EF4-FFF2-40B4-BE49-F238E27FC236}">
                  <a16:creationId xmlns:a16="http://schemas.microsoft.com/office/drawing/2014/main" id="{8517DA9A-9479-45CA-AE90-4DB08E2E81CC}"/>
                </a:ext>
              </a:extLst>
            </p:cNvPr>
            <p:cNvSpPr>
              <a:spLocks noEditPoints="1"/>
            </p:cNvSpPr>
            <p:nvPr/>
          </p:nvSpPr>
          <p:spPr bwMode="auto">
            <a:xfrm>
              <a:off x="7798761" y="3579409"/>
              <a:ext cx="493713" cy="17463"/>
            </a:xfrm>
            <a:custGeom>
              <a:avLst/>
              <a:gdLst>
                <a:gd name="T0" fmla="*/ 9207 w 429"/>
                <a:gd name="T1" fmla="*/ 0 h 16"/>
                <a:gd name="T2" fmla="*/ 138102 w 429"/>
                <a:gd name="T3" fmla="*/ 0 h 16"/>
                <a:gd name="T4" fmla="*/ 147308 w 429"/>
                <a:gd name="T5" fmla="*/ 8732 h 16"/>
                <a:gd name="T6" fmla="*/ 138102 w 429"/>
                <a:gd name="T7" fmla="*/ 17463 h 16"/>
                <a:gd name="T8" fmla="*/ 9207 w 429"/>
                <a:gd name="T9" fmla="*/ 17463 h 16"/>
                <a:gd name="T10" fmla="*/ 0 w 429"/>
                <a:gd name="T11" fmla="*/ 8732 h 16"/>
                <a:gd name="T12" fmla="*/ 9207 w 429"/>
                <a:gd name="T13" fmla="*/ 0 h 16"/>
                <a:gd name="T14" fmla="*/ 230169 w 429"/>
                <a:gd name="T15" fmla="*/ 0 h 16"/>
                <a:gd name="T16" fmla="*/ 359064 w 429"/>
                <a:gd name="T17" fmla="*/ 0 h 16"/>
                <a:gd name="T18" fmla="*/ 368271 w 429"/>
                <a:gd name="T19" fmla="*/ 8732 h 16"/>
                <a:gd name="T20" fmla="*/ 359064 w 429"/>
                <a:gd name="T21" fmla="*/ 17463 h 16"/>
                <a:gd name="T22" fmla="*/ 230169 w 429"/>
                <a:gd name="T23" fmla="*/ 17463 h 16"/>
                <a:gd name="T24" fmla="*/ 220962 w 429"/>
                <a:gd name="T25" fmla="*/ 8732 h 16"/>
                <a:gd name="T26" fmla="*/ 230169 w 429"/>
                <a:gd name="T27" fmla="*/ 0 h 16"/>
                <a:gd name="T28" fmla="*/ 451132 w 429"/>
                <a:gd name="T29" fmla="*/ 0 h 16"/>
                <a:gd name="T30" fmla="*/ 484506 w 429"/>
                <a:gd name="T31" fmla="*/ 0 h 16"/>
                <a:gd name="T32" fmla="*/ 493713 w 429"/>
                <a:gd name="T33" fmla="*/ 8732 h 16"/>
                <a:gd name="T34" fmla="*/ 484506 w 429"/>
                <a:gd name="T35" fmla="*/ 17463 h 16"/>
                <a:gd name="T36" fmla="*/ 451132 w 429"/>
                <a:gd name="T37" fmla="*/ 17463 h 16"/>
                <a:gd name="T38" fmla="*/ 441925 w 429"/>
                <a:gd name="T39" fmla="*/ 8732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2" name="Freeform 16">
              <a:extLst>
                <a:ext uri="{FF2B5EF4-FFF2-40B4-BE49-F238E27FC236}">
                  <a16:creationId xmlns:a16="http://schemas.microsoft.com/office/drawing/2014/main" id="{44197E68-8844-4075-8DAB-028042790724}"/>
                </a:ext>
              </a:extLst>
            </p:cNvPr>
            <p:cNvSpPr/>
            <p:nvPr/>
          </p:nvSpPr>
          <p:spPr bwMode="auto">
            <a:xfrm>
              <a:off x="7808286" y="3547659"/>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3" name="Freeform 17">
              <a:extLst>
                <a:ext uri="{FF2B5EF4-FFF2-40B4-BE49-F238E27FC236}">
                  <a16:creationId xmlns:a16="http://schemas.microsoft.com/office/drawing/2014/main" id="{FDCCEB2B-A3D1-4EF0-9F69-A5625F890BB4}"/>
                </a:ext>
              </a:extLst>
            </p:cNvPr>
            <p:cNvSpPr>
              <a:spLocks noEditPoints="1"/>
            </p:cNvSpPr>
            <p:nvPr/>
          </p:nvSpPr>
          <p:spPr bwMode="auto">
            <a:xfrm>
              <a:off x="7798761" y="3817534"/>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6" name="Freeform 18">
              <a:extLst>
                <a:ext uri="{FF2B5EF4-FFF2-40B4-BE49-F238E27FC236}">
                  <a16:creationId xmlns:a16="http://schemas.microsoft.com/office/drawing/2014/main" id="{86DF9EBF-6B2B-48EF-968D-F6AF7C4DD53A}"/>
                </a:ext>
              </a:extLst>
            </p:cNvPr>
            <p:cNvSpPr/>
            <p:nvPr/>
          </p:nvSpPr>
          <p:spPr bwMode="auto">
            <a:xfrm>
              <a:off x="7808286" y="3785784"/>
              <a:ext cx="41275" cy="82550"/>
            </a:xfrm>
            <a:custGeom>
              <a:avLst/>
              <a:gdLst>
                <a:gd name="T0" fmla="*/ 41275 w 26"/>
                <a:gd name="T1" fmla="*/ 0 h 52"/>
                <a:gd name="T2" fmla="*/ 0 w 26"/>
                <a:gd name="T3" fmla="*/ 41275 h 52"/>
                <a:gd name="T4" fmla="*/ 41275 w 26"/>
                <a:gd name="T5" fmla="*/ 82550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grpSp>
      <p:grpSp>
        <p:nvGrpSpPr>
          <p:cNvPr id="117" name="组合 116">
            <a:extLst>
              <a:ext uri="{FF2B5EF4-FFF2-40B4-BE49-F238E27FC236}">
                <a16:creationId xmlns:a16="http://schemas.microsoft.com/office/drawing/2014/main" id="{704C2611-20A9-43F2-88A9-6C7B91563A1C}"/>
              </a:ext>
            </a:extLst>
          </p:cNvPr>
          <p:cNvGrpSpPr/>
          <p:nvPr/>
        </p:nvGrpSpPr>
        <p:grpSpPr>
          <a:xfrm>
            <a:off x="7481667" y="4743641"/>
            <a:ext cx="3773810" cy="509588"/>
            <a:chOff x="8021238" y="2910327"/>
            <a:chExt cx="3773810" cy="509588"/>
          </a:xfrm>
        </p:grpSpPr>
        <p:grpSp>
          <p:nvGrpSpPr>
            <p:cNvPr id="118" name="组合 24">
              <a:extLst>
                <a:ext uri="{FF2B5EF4-FFF2-40B4-BE49-F238E27FC236}">
                  <a16:creationId xmlns:a16="http://schemas.microsoft.com/office/drawing/2014/main" id="{D1D51CA9-D586-4D34-9DCF-096E0C3F4691}"/>
                </a:ext>
              </a:extLst>
            </p:cNvPr>
            <p:cNvGrpSpPr/>
            <p:nvPr/>
          </p:nvGrpSpPr>
          <p:grpSpPr bwMode="auto">
            <a:xfrm>
              <a:off x="9418562" y="2910327"/>
              <a:ext cx="2295525" cy="471488"/>
              <a:chOff x="6713677" y="5355853"/>
              <a:chExt cx="2295992" cy="471395"/>
            </a:xfrm>
          </p:grpSpPr>
          <p:sp>
            <p:nvSpPr>
              <p:cNvPr id="121" name="直接连接符 6">
                <a:extLst>
                  <a:ext uri="{FF2B5EF4-FFF2-40B4-BE49-F238E27FC236}">
                    <a16:creationId xmlns:a16="http://schemas.microsoft.com/office/drawing/2014/main" id="{A9BCA9BB-996D-4B01-A58B-0CD8662691AD}"/>
                  </a:ext>
                </a:extLst>
              </p:cNvPr>
              <p:cNvSpPr>
                <a:spLocks noChangeShapeType="1"/>
              </p:cNvSpPr>
              <p:nvPr/>
            </p:nvSpPr>
            <p:spPr bwMode="auto">
              <a:xfrm>
                <a:off x="6713677" y="5355853"/>
                <a:ext cx="2295992"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2" name="直接连接符 11">
                <a:extLst>
                  <a:ext uri="{FF2B5EF4-FFF2-40B4-BE49-F238E27FC236}">
                    <a16:creationId xmlns:a16="http://schemas.microsoft.com/office/drawing/2014/main" id="{AA37A87B-8535-474C-85D1-40B9EEC71D16}"/>
                  </a:ext>
                </a:extLst>
              </p:cNvPr>
              <p:cNvSpPr>
                <a:spLocks noChangeShapeType="1"/>
              </p:cNvSpPr>
              <p:nvPr/>
            </p:nvSpPr>
            <p:spPr bwMode="auto">
              <a:xfrm>
                <a:off x="7185566" y="5355853"/>
                <a:ext cx="0" cy="471395"/>
              </a:xfrm>
              <a:prstGeom prst="line">
                <a:avLst/>
              </a:prstGeom>
              <a:noFill/>
              <a:ln w="19050">
                <a:solidFill>
                  <a:schemeClr val="tx1"/>
                </a:solidFill>
                <a:prstDash val="dash"/>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119" name="矩形 129">
              <a:extLst>
                <a:ext uri="{FF2B5EF4-FFF2-40B4-BE49-F238E27FC236}">
                  <a16:creationId xmlns:a16="http://schemas.microsoft.com/office/drawing/2014/main" id="{0E4895F1-F04A-4DFD-9D86-B06B71D41AC7}"/>
                </a:ext>
              </a:extLst>
            </p:cNvPr>
            <p:cNvSpPr>
              <a:spLocks noChangeArrowheads="1"/>
            </p:cNvSpPr>
            <p:nvPr/>
          </p:nvSpPr>
          <p:spPr bwMode="auto">
            <a:xfrm>
              <a:off x="9197898" y="3019865"/>
              <a:ext cx="2597150" cy="4000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1, A, B, C</a:t>
              </a:r>
            </a:p>
          </p:txBody>
        </p:sp>
        <p:sp>
          <p:nvSpPr>
            <p:cNvPr id="120" name="文本框 16">
              <a:extLst>
                <a:ext uri="{FF2B5EF4-FFF2-40B4-BE49-F238E27FC236}">
                  <a16:creationId xmlns:a16="http://schemas.microsoft.com/office/drawing/2014/main" id="{734427A6-D3A1-4EAC-96E0-06E098F11CF5}"/>
                </a:ext>
              </a:extLst>
            </p:cNvPr>
            <p:cNvSpPr>
              <a:spLocks noChangeArrowheads="1"/>
            </p:cNvSpPr>
            <p:nvPr/>
          </p:nvSpPr>
          <p:spPr bwMode="auto">
            <a:xfrm>
              <a:off x="8021238" y="2974196"/>
              <a:ext cx="1433406" cy="400110"/>
            </a:xfrm>
            <a:prstGeom prst="rect">
              <a:avLst/>
            </a:prstGeom>
            <a:noFill/>
            <a:ln w="12700">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第</a:t>
              </a:r>
              <a:r>
                <a:rPr kumimoji="0" lang="en-US" altLang="zh-CN"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2</a:t>
              </a:r>
              <a:r>
                <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层</a:t>
              </a:r>
              <a:r>
                <a:rPr kumimoji="0" lang="en-US" altLang="zh-CN" sz="2000" b="1" i="0" u="none" strike="noStrike" kern="1200" cap="none" spc="0" normalizeH="0" baseline="0" noProof="0" dirty="0" err="1">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rPr>
                <a:t>hanoi</a:t>
              </a:r>
              <a:endParaRPr kumimoji="0" lang="zh-CN" altLang="en-US" sz="2000" b="1" i="0" u="none" strike="noStrike" kern="1200" cap="none" spc="0" normalizeH="0" baseline="0" noProof="0" dirty="0">
                <a:ln>
                  <a:noFill/>
                </a:ln>
                <a:solidFill>
                  <a:srgbClr val="00B0F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sp>
        <p:nvSpPr>
          <p:cNvPr id="127" name="文本框 126">
            <a:extLst>
              <a:ext uri="{FF2B5EF4-FFF2-40B4-BE49-F238E27FC236}">
                <a16:creationId xmlns:a16="http://schemas.microsoft.com/office/drawing/2014/main" id="{E68F1338-620C-4B82-AB6C-B23A5F68249A}"/>
              </a:ext>
            </a:extLst>
          </p:cNvPr>
          <p:cNvSpPr txBox="1"/>
          <p:nvPr/>
        </p:nvSpPr>
        <p:spPr>
          <a:xfrm>
            <a:off x="4568795" y="4109860"/>
            <a:ext cx="4576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pitchFamily="2" charset="-122"/>
                <a:cs typeface="+mn-cs"/>
              </a:rPr>
              <a:t>5</a:t>
            </a:r>
            <a:endParaRPr kumimoji="0" lang="zh-CN" altLang="en-US" sz="18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p:txBody>
      </p:sp>
      <p:cxnSp>
        <p:nvCxnSpPr>
          <p:cNvPr id="128" name="直接箭头连接符 58">
            <a:extLst>
              <a:ext uri="{FF2B5EF4-FFF2-40B4-BE49-F238E27FC236}">
                <a16:creationId xmlns:a16="http://schemas.microsoft.com/office/drawing/2014/main" id="{7FCA0897-7BFB-47F6-815A-7ABEFDB22AB3}"/>
              </a:ext>
            </a:extLst>
          </p:cNvPr>
          <p:cNvCxnSpPr>
            <a:cxnSpLocks noChangeShapeType="1"/>
          </p:cNvCxnSpPr>
          <p:nvPr/>
        </p:nvCxnSpPr>
        <p:spPr bwMode="auto">
          <a:xfrm flipH="1">
            <a:off x="10084762" y="664947"/>
            <a:ext cx="1587503" cy="1244816"/>
          </a:xfrm>
          <a:prstGeom prst="straightConnector1">
            <a:avLst/>
          </a:prstGeom>
          <a:noFill/>
          <a:ln w="25400" algn="ctr">
            <a:solidFill>
              <a:srgbClr val="C00000"/>
            </a:solidFill>
            <a:round/>
            <a:tailEnd type="arrow" w="lg" len="lg"/>
          </a:ln>
        </p:spPr>
      </p:cxnSp>
      <p:cxnSp>
        <p:nvCxnSpPr>
          <p:cNvPr id="129" name="直接箭头连接符 58">
            <a:extLst>
              <a:ext uri="{FF2B5EF4-FFF2-40B4-BE49-F238E27FC236}">
                <a16:creationId xmlns:a16="http://schemas.microsoft.com/office/drawing/2014/main" id="{5725360A-B271-442A-99EC-A169E98AFA56}"/>
              </a:ext>
            </a:extLst>
          </p:cNvPr>
          <p:cNvCxnSpPr>
            <a:cxnSpLocks noChangeShapeType="1"/>
          </p:cNvCxnSpPr>
          <p:nvPr/>
        </p:nvCxnSpPr>
        <p:spPr bwMode="auto">
          <a:xfrm flipH="1">
            <a:off x="10562001" y="1252676"/>
            <a:ext cx="1088275" cy="627719"/>
          </a:xfrm>
          <a:prstGeom prst="straightConnector1">
            <a:avLst/>
          </a:prstGeom>
          <a:noFill/>
          <a:ln w="25400" algn="ctr">
            <a:solidFill>
              <a:srgbClr val="C00000"/>
            </a:solidFill>
            <a:round/>
            <a:tailEnd type="arrow" w="lg" len="lg"/>
          </a:ln>
        </p:spPr>
      </p:cxnSp>
      <p:cxnSp>
        <p:nvCxnSpPr>
          <p:cNvPr id="130" name="直接连接符 84">
            <a:extLst>
              <a:ext uri="{FF2B5EF4-FFF2-40B4-BE49-F238E27FC236}">
                <a16:creationId xmlns:a16="http://schemas.microsoft.com/office/drawing/2014/main" id="{277C5668-4261-4F29-B50E-5CA67AB8050B}"/>
              </a:ext>
            </a:extLst>
          </p:cNvPr>
          <p:cNvCxnSpPr>
            <a:cxnSpLocks noChangeShapeType="1"/>
          </p:cNvCxnSpPr>
          <p:nvPr/>
        </p:nvCxnSpPr>
        <p:spPr bwMode="auto">
          <a:xfrm>
            <a:off x="4251325" y="4170820"/>
            <a:ext cx="4355493" cy="0"/>
          </a:xfrm>
          <a:prstGeom prst="line">
            <a:avLst/>
          </a:prstGeom>
          <a:noFill/>
          <a:ln w="19050" algn="ctr">
            <a:solidFill>
              <a:srgbClr val="990000"/>
            </a:solidFill>
            <a:round/>
          </a:ln>
        </p:spPr>
      </p:cxnSp>
      <p:cxnSp>
        <p:nvCxnSpPr>
          <p:cNvPr id="131" name="直接连接符 56">
            <a:extLst>
              <a:ext uri="{FF2B5EF4-FFF2-40B4-BE49-F238E27FC236}">
                <a16:creationId xmlns:a16="http://schemas.microsoft.com/office/drawing/2014/main" id="{42C67FCC-190F-4566-9112-AFA95C42EE7C}"/>
              </a:ext>
            </a:extLst>
          </p:cNvPr>
          <p:cNvCxnSpPr>
            <a:cxnSpLocks noChangeShapeType="1"/>
          </p:cNvCxnSpPr>
          <p:nvPr/>
        </p:nvCxnSpPr>
        <p:spPr bwMode="auto">
          <a:xfrm flipV="1">
            <a:off x="4256684" y="4162817"/>
            <a:ext cx="0" cy="142632"/>
          </a:xfrm>
          <a:prstGeom prst="line">
            <a:avLst/>
          </a:prstGeom>
          <a:noFill/>
          <a:ln w="19050" algn="ctr">
            <a:solidFill>
              <a:srgbClr val="990000"/>
            </a:solidFill>
            <a:round/>
          </a:ln>
        </p:spPr>
      </p:cxnSp>
      <p:cxnSp>
        <p:nvCxnSpPr>
          <p:cNvPr id="134" name="直接箭头连接符 58">
            <a:extLst>
              <a:ext uri="{FF2B5EF4-FFF2-40B4-BE49-F238E27FC236}">
                <a16:creationId xmlns:a16="http://schemas.microsoft.com/office/drawing/2014/main" id="{4C6FFBAD-4357-4679-AFF5-7F0D18AF046A}"/>
              </a:ext>
            </a:extLst>
          </p:cNvPr>
          <p:cNvCxnSpPr>
            <a:cxnSpLocks noChangeShapeType="1"/>
          </p:cNvCxnSpPr>
          <p:nvPr/>
        </p:nvCxnSpPr>
        <p:spPr bwMode="auto">
          <a:xfrm>
            <a:off x="4256684" y="4305449"/>
            <a:ext cx="336286" cy="0"/>
          </a:xfrm>
          <a:prstGeom prst="straightConnector1">
            <a:avLst/>
          </a:prstGeom>
          <a:noFill/>
          <a:ln w="19050" algn="ctr">
            <a:solidFill>
              <a:srgbClr val="990000"/>
            </a:solidFill>
            <a:round/>
            <a:tailEnd type="triangle" w="med" len="med"/>
          </a:ln>
        </p:spPr>
      </p:cxnSp>
      <p:sp>
        <p:nvSpPr>
          <p:cNvPr id="137" name="直接连接符 6">
            <a:extLst>
              <a:ext uri="{FF2B5EF4-FFF2-40B4-BE49-F238E27FC236}">
                <a16:creationId xmlns:a16="http://schemas.microsoft.com/office/drawing/2014/main" id="{62004F5F-7BE9-49FD-A381-DBB678329C62}"/>
              </a:ext>
            </a:extLst>
          </p:cNvPr>
          <p:cNvSpPr>
            <a:spLocks noChangeShapeType="1"/>
          </p:cNvSpPr>
          <p:nvPr/>
        </p:nvSpPr>
        <p:spPr bwMode="auto">
          <a:xfrm>
            <a:off x="1063950" y="6665353"/>
            <a:ext cx="5691187"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cxnSp>
        <p:nvCxnSpPr>
          <p:cNvPr id="139" name="直接箭头连接符 58">
            <a:extLst>
              <a:ext uri="{FF2B5EF4-FFF2-40B4-BE49-F238E27FC236}">
                <a16:creationId xmlns:a16="http://schemas.microsoft.com/office/drawing/2014/main" id="{EB404602-C6D1-4DC0-A50B-8DB1D63F66B2}"/>
              </a:ext>
            </a:extLst>
          </p:cNvPr>
          <p:cNvCxnSpPr>
            <a:cxnSpLocks noChangeShapeType="1"/>
          </p:cNvCxnSpPr>
          <p:nvPr/>
        </p:nvCxnSpPr>
        <p:spPr bwMode="auto">
          <a:xfrm flipH="1">
            <a:off x="5995989" y="1635125"/>
            <a:ext cx="1863418" cy="2636957"/>
          </a:xfrm>
          <a:prstGeom prst="straightConnector1">
            <a:avLst/>
          </a:prstGeom>
          <a:noFill/>
          <a:ln w="25400" algn="ctr">
            <a:solidFill>
              <a:srgbClr val="C00000"/>
            </a:solidFill>
            <a:round/>
            <a:tailEnd type="arrow" w="lg" len="lg"/>
          </a:ln>
        </p:spPr>
      </p:cxnSp>
      <p:cxnSp>
        <p:nvCxnSpPr>
          <p:cNvPr id="140" name="直接箭头连接符 58">
            <a:extLst>
              <a:ext uri="{FF2B5EF4-FFF2-40B4-BE49-F238E27FC236}">
                <a16:creationId xmlns:a16="http://schemas.microsoft.com/office/drawing/2014/main" id="{72A6DF14-3849-47B7-B721-A2A625F494C3}"/>
              </a:ext>
            </a:extLst>
          </p:cNvPr>
          <p:cNvCxnSpPr>
            <a:cxnSpLocks noChangeShapeType="1"/>
          </p:cNvCxnSpPr>
          <p:nvPr/>
        </p:nvCxnSpPr>
        <p:spPr bwMode="auto">
          <a:xfrm flipH="1">
            <a:off x="6525521" y="2233188"/>
            <a:ext cx="1312664" cy="2009526"/>
          </a:xfrm>
          <a:prstGeom prst="straightConnector1">
            <a:avLst/>
          </a:prstGeom>
          <a:noFill/>
          <a:ln w="25400" algn="ctr">
            <a:solidFill>
              <a:srgbClr val="C00000"/>
            </a:solidFill>
            <a:round/>
            <a:tailEnd type="arrow" w="lg" len="lg"/>
          </a:ln>
        </p:spPr>
      </p:cxnSp>
      <p:cxnSp>
        <p:nvCxnSpPr>
          <p:cNvPr id="142" name="直接箭头连接符 58">
            <a:extLst>
              <a:ext uri="{FF2B5EF4-FFF2-40B4-BE49-F238E27FC236}">
                <a16:creationId xmlns:a16="http://schemas.microsoft.com/office/drawing/2014/main" id="{215FAB83-F2F4-4999-BAD3-818F0206BE47}"/>
              </a:ext>
            </a:extLst>
          </p:cNvPr>
          <p:cNvCxnSpPr>
            <a:cxnSpLocks noChangeShapeType="1"/>
          </p:cNvCxnSpPr>
          <p:nvPr/>
        </p:nvCxnSpPr>
        <p:spPr bwMode="auto">
          <a:xfrm flipH="1">
            <a:off x="6246476" y="1346325"/>
            <a:ext cx="1628844" cy="2910124"/>
          </a:xfrm>
          <a:prstGeom prst="straightConnector1">
            <a:avLst/>
          </a:prstGeom>
          <a:noFill/>
          <a:ln w="25400" algn="ctr">
            <a:solidFill>
              <a:srgbClr val="C00000"/>
            </a:solidFill>
            <a:round/>
            <a:tailEnd type="arrow" w="lg" len="lg"/>
          </a:ln>
        </p:spPr>
      </p:cxnSp>
      <p:sp>
        <p:nvSpPr>
          <p:cNvPr id="132" name="Rectangle 2">
            <a:extLst>
              <a:ext uri="{FF2B5EF4-FFF2-40B4-BE49-F238E27FC236}">
                <a16:creationId xmlns:a16="http://schemas.microsoft.com/office/drawing/2014/main" id="{E829754E-E1A9-4E3D-95F9-27587FD3F137}"/>
              </a:ext>
            </a:extLst>
          </p:cNvPr>
          <p:cNvSpPr txBox="1">
            <a:spLocks noChangeArrowheads="1"/>
          </p:cNvSpPr>
          <p:nvPr/>
        </p:nvSpPr>
        <p:spPr>
          <a:xfrm>
            <a:off x="446433" y="226888"/>
            <a:ext cx="5159461" cy="602641"/>
          </a:xfrm>
          <a:prstGeom prst="rect">
            <a:avLst/>
          </a:prstGeom>
          <a:solidFill>
            <a:schemeClr val="accent5">
              <a:lumMod val="20000"/>
              <a:lumOff val="80000"/>
            </a:schemeClr>
          </a:solid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err="1">
                <a:ln>
                  <a:noFill/>
                </a:ln>
                <a:solidFill>
                  <a:srgbClr val="C000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sym typeface="微软雅黑" panose="020B0503020204020204" pitchFamily="34" charset="-122"/>
              </a:rPr>
              <a:t>hanoi</a:t>
            </a:r>
            <a:r>
              <a:rPr kumimoji="0" lang="en-US" altLang="zh-CN" sz="28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ourier New" panose="02070309020205020404" pitchFamily="49" charset="0"/>
                <a:ea typeface="黑体" panose="02010609060101010101" pitchFamily="49" charset="-122"/>
                <a:cs typeface="Courier New" panose="02070309020205020404" pitchFamily="49" charset="0"/>
                <a:sym typeface="微软雅黑" panose="020B0503020204020204" pitchFamily="34" charset="-122"/>
              </a:rPr>
              <a:t>(3, A, B, C)</a:t>
            </a:r>
            <a:r>
              <a:rPr kumimoji="0" lang="zh-CN" altLang="en-US" sz="2800" b="1" i="0" u="none" strike="noStrike" kern="1200" cap="none" spc="0" normalizeH="0" baseline="0" noProof="0" dirty="0">
                <a:ln>
                  <a:noFill/>
                </a:ln>
                <a:solidFill>
                  <a:srgbClr val="3333FF"/>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j-cs"/>
                <a:sym typeface="微软雅黑" panose="020B0503020204020204" pitchFamily="34" charset="-122"/>
              </a:rPr>
              <a:t>执行过程</a:t>
            </a:r>
          </a:p>
        </p:txBody>
      </p:sp>
    </p:spTree>
    <p:extLst>
      <p:ext uri="{BB962C8B-B14F-4D97-AF65-F5344CB8AC3E}">
        <p14:creationId xmlns:p14="http://schemas.microsoft.com/office/powerpoint/2010/main" val="3830286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55303"/>
                                        </p:tgtEl>
                                        <p:attrNameLst>
                                          <p:attrName>style.opacity</p:attrName>
                                        </p:attrNameLst>
                                      </p:cBhvr>
                                      <p:to>
                                        <p:strVal val="0.75"/>
                                      </p:to>
                                    </p:set>
                                    <p:animEffect filter="image" prLst="opacity: 0.75">
                                      <p:cBhvr rctx="IE">
                                        <p:cTn id="7" dur="indefinite"/>
                                        <p:tgtEl>
                                          <p:spTgt spid="55303"/>
                                        </p:tgtEl>
                                      </p:cBhvr>
                                    </p:animEffect>
                                  </p:childTnLst>
                                </p:cTn>
                              </p:par>
                              <p:par>
                                <p:cTn id="8" presetID="9" presetClass="emph" presetSubtype="0" nodeType="withEffect">
                                  <p:stCondLst>
                                    <p:cond delay="0"/>
                                  </p:stCondLst>
                                  <p:childTnLst>
                                    <p:set>
                                      <p:cBhvr>
                                        <p:cTn id="9" dur="indefinite"/>
                                        <p:tgtEl>
                                          <p:spTgt spid="23"/>
                                        </p:tgtEl>
                                        <p:attrNameLst>
                                          <p:attrName>style.opacity</p:attrName>
                                        </p:attrNameLst>
                                      </p:cBhvr>
                                      <p:to>
                                        <p:strVal val="0.75"/>
                                      </p:to>
                                    </p:set>
                                    <p:animEffect filter="image" prLst="opacity: 0.75">
                                      <p:cBhvr rctx="IE">
                                        <p:cTn id="10" dur="indefinite"/>
                                        <p:tgtEl>
                                          <p:spTgt spid="23"/>
                                        </p:tgtEl>
                                      </p:cBhvr>
                                    </p:animEffect>
                                  </p:childTnLst>
                                </p:cTn>
                              </p:par>
                              <p:par>
                                <p:cTn id="11" presetID="9" presetClass="emph" presetSubtype="0" nodeType="withEffect">
                                  <p:stCondLst>
                                    <p:cond delay="0"/>
                                  </p:stCondLst>
                                  <p:childTnLst>
                                    <p:set>
                                      <p:cBhvr>
                                        <p:cTn id="12" dur="indefinite"/>
                                        <p:tgtEl>
                                          <p:spTgt spid="55305"/>
                                        </p:tgtEl>
                                        <p:attrNameLst>
                                          <p:attrName>style.opacity</p:attrName>
                                        </p:attrNameLst>
                                      </p:cBhvr>
                                      <p:to>
                                        <p:strVal val="0.75"/>
                                      </p:to>
                                    </p:set>
                                    <p:animEffect filter="image" prLst="opacity: 0.75">
                                      <p:cBhvr rctx="IE">
                                        <p:cTn id="13" dur="indefinite"/>
                                        <p:tgtEl>
                                          <p:spTgt spid="5530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1000"/>
                                        <p:tgtEl>
                                          <p:spTgt spid="49"/>
                                        </p:tgtEl>
                                      </p:cBhvr>
                                    </p:animEffect>
                                    <p:anim calcmode="lin" valueType="num">
                                      <p:cBhvr>
                                        <p:cTn id="23" dur="1000" fill="hold"/>
                                        <p:tgtEl>
                                          <p:spTgt spid="49"/>
                                        </p:tgtEl>
                                        <p:attrNameLst>
                                          <p:attrName>ppt_x</p:attrName>
                                        </p:attrNameLst>
                                      </p:cBhvr>
                                      <p:tavLst>
                                        <p:tav tm="0">
                                          <p:val>
                                            <p:strVal val="#ppt_x"/>
                                          </p:val>
                                        </p:tav>
                                        <p:tav tm="100000">
                                          <p:val>
                                            <p:strVal val="#ppt_x"/>
                                          </p:val>
                                        </p:tav>
                                      </p:tavLst>
                                    </p:anim>
                                    <p:anim calcmode="lin" valueType="num">
                                      <p:cBhvr>
                                        <p:cTn id="24"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8.33333E-7 3.33333E-6 L -0.13854 0.32893 " pathEditMode="relative" rAng="0" ptsTypes="AA">
                                      <p:cBhvr>
                                        <p:cTn id="28" dur="2000" fill="hold"/>
                                        <p:tgtEl>
                                          <p:spTgt spid="133"/>
                                        </p:tgtEl>
                                        <p:attrNameLst>
                                          <p:attrName>ppt_x</p:attrName>
                                          <p:attrName>ppt_y</p:attrName>
                                        </p:attrNameLst>
                                      </p:cBhvr>
                                      <p:rCtr x="-6888" y="16736"/>
                                    </p:animMotion>
                                  </p:childTnLst>
                                </p:cTn>
                              </p:par>
                              <p:par>
                                <p:cTn id="29" presetID="42" presetClass="path" presetSubtype="0" accel="50000" decel="50000" fill="hold" grpId="0" nodeType="withEffect">
                                  <p:stCondLst>
                                    <p:cond delay="0"/>
                                  </p:stCondLst>
                                  <p:childTnLst>
                                    <p:animMotion origin="layout" path="M -2.70833E-6 -2.22222E-6 L -0.04687 0.24815 " pathEditMode="relative" rAng="0" ptsTypes="AA">
                                      <p:cBhvr>
                                        <p:cTn id="30" dur="2000" fill="hold"/>
                                        <p:tgtEl>
                                          <p:spTgt spid="136"/>
                                        </p:tgtEl>
                                        <p:attrNameLst>
                                          <p:attrName>ppt_x</p:attrName>
                                          <p:attrName>ppt_y</p:attrName>
                                        </p:attrNameLst>
                                      </p:cBhvr>
                                      <p:rCtr x="-2318" y="12384"/>
                                    </p:animMotion>
                                  </p:childTnLst>
                                </p:cTn>
                              </p:par>
                              <p:par>
                                <p:cTn id="31" presetID="42" presetClass="path" presetSubtype="0" accel="50000" decel="50000" fill="hold" grpId="0" nodeType="withEffect">
                                  <p:stCondLst>
                                    <p:cond delay="0"/>
                                  </p:stCondLst>
                                  <p:childTnLst>
                                    <p:animMotion origin="layout" path="M 4.79167E-6 -1.48148E-6 L -0.09804 0.28472 " pathEditMode="relative" rAng="0" ptsTypes="AA">
                                      <p:cBhvr>
                                        <p:cTn id="32" dur="2000" fill="hold"/>
                                        <p:tgtEl>
                                          <p:spTgt spid="135"/>
                                        </p:tgtEl>
                                        <p:attrNameLst>
                                          <p:attrName>ppt_x</p:attrName>
                                          <p:attrName>ppt_y</p:attrName>
                                        </p:attrNameLst>
                                      </p:cBhvr>
                                      <p:rCtr x="-5013" y="14352"/>
                                    </p:animMotion>
                                  </p:childTnLst>
                                </p:cTn>
                              </p:par>
                              <p:par>
                                <p:cTn id="33" presetID="42" presetClass="path" presetSubtype="0" accel="50000" decel="50000" fill="hold" grpId="0" nodeType="withEffect">
                                  <p:stCondLst>
                                    <p:cond delay="0"/>
                                  </p:stCondLst>
                                  <p:childTnLst>
                                    <p:animMotion origin="layout" path="M 4.79167E-6 2.59259E-6 L -0.07343 0.20741 " pathEditMode="relative" rAng="0" ptsTypes="AA">
                                      <p:cBhvr>
                                        <p:cTn id="34" dur="2000" fill="hold"/>
                                        <p:tgtEl>
                                          <p:spTgt spid="138"/>
                                        </p:tgtEl>
                                        <p:attrNameLst>
                                          <p:attrName>ppt_x</p:attrName>
                                          <p:attrName>ppt_y</p:attrName>
                                        </p:attrNameLst>
                                      </p:cBhvr>
                                      <p:rCtr x="-3750" y="10856"/>
                                    </p:animMotion>
                                  </p:childTnLst>
                                </p:cTn>
                              </p:par>
                            </p:childTnLst>
                          </p:cTn>
                        </p:par>
                        <p:par>
                          <p:cTn id="35" fill="hold">
                            <p:stCondLst>
                              <p:cond delay="2000"/>
                            </p:stCondLst>
                            <p:childTnLst>
                              <p:par>
                                <p:cTn id="36" presetID="10" presetClass="exit" presetSubtype="0" fill="hold" grpId="1" nodeType="afterEffect">
                                  <p:stCondLst>
                                    <p:cond delay="0"/>
                                  </p:stCondLst>
                                  <p:childTnLst>
                                    <p:animEffect transition="out" filter="fade">
                                      <p:cBhvr>
                                        <p:cTn id="37" dur="500"/>
                                        <p:tgtEl>
                                          <p:spTgt spid="133"/>
                                        </p:tgtEl>
                                      </p:cBhvr>
                                    </p:animEffect>
                                    <p:set>
                                      <p:cBhvr>
                                        <p:cTn id="38" dur="1" fill="hold">
                                          <p:stCondLst>
                                            <p:cond delay="499"/>
                                          </p:stCondLst>
                                        </p:cTn>
                                        <p:tgtEl>
                                          <p:spTgt spid="133"/>
                                        </p:tgtEl>
                                        <p:attrNameLst>
                                          <p:attrName>style.visibility</p:attrName>
                                        </p:attrNameLst>
                                      </p:cBhvr>
                                      <p:to>
                                        <p:strVal val="hidden"/>
                                      </p:to>
                                    </p:se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55320"/>
                                        </p:tgtEl>
                                        <p:attrNameLst>
                                          <p:attrName>style.visibility</p:attrName>
                                        </p:attrNameLst>
                                      </p:cBhvr>
                                      <p:to>
                                        <p:strVal val="visible"/>
                                      </p:to>
                                    </p:set>
                                    <p:animEffect transition="in" filter="fade">
                                      <p:cBhvr>
                                        <p:cTn id="42" dur="500"/>
                                        <p:tgtEl>
                                          <p:spTgt spid="553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5330"/>
                                        </p:tgtEl>
                                        <p:attrNameLst>
                                          <p:attrName>style.visibility</p:attrName>
                                        </p:attrNameLst>
                                      </p:cBhvr>
                                      <p:to>
                                        <p:strVal val="visible"/>
                                      </p:to>
                                    </p:set>
                                    <p:animEffect transition="in" filter="wipe(left)">
                                      <p:cBhvr>
                                        <p:cTn id="47" dur="500"/>
                                        <p:tgtEl>
                                          <p:spTgt spid="55330"/>
                                        </p:tgtEl>
                                      </p:cBhvr>
                                    </p:animEffect>
                                  </p:childTnLst>
                                </p:cTn>
                              </p:par>
                            </p:childTnLst>
                          </p:cTn>
                        </p:par>
                        <p:par>
                          <p:cTn id="48" fill="hold">
                            <p:stCondLst>
                              <p:cond delay="500"/>
                            </p:stCondLst>
                            <p:childTnLst>
                              <p:par>
                                <p:cTn id="49" presetID="22" presetClass="entr" presetSubtype="4" fill="hold" nodeType="afterEffect">
                                  <p:stCondLst>
                                    <p:cond delay="0"/>
                                  </p:stCondLst>
                                  <p:childTnLst>
                                    <p:set>
                                      <p:cBhvr>
                                        <p:cTn id="50" dur="1" fill="hold">
                                          <p:stCondLst>
                                            <p:cond delay="0"/>
                                          </p:stCondLst>
                                        </p:cTn>
                                        <p:tgtEl>
                                          <p:spTgt spid="55317"/>
                                        </p:tgtEl>
                                        <p:attrNameLst>
                                          <p:attrName>style.visibility</p:attrName>
                                        </p:attrNameLst>
                                      </p:cBhvr>
                                      <p:to>
                                        <p:strVal val="visible"/>
                                      </p:to>
                                    </p:set>
                                    <p:animEffect transition="in" filter="wipe(down)">
                                      <p:cBhvr>
                                        <p:cTn id="51" dur="500"/>
                                        <p:tgtEl>
                                          <p:spTgt spid="55317"/>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55318"/>
                                        </p:tgtEl>
                                        <p:attrNameLst>
                                          <p:attrName>style.visibility</p:attrName>
                                        </p:attrNameLst>
                                      </p:cBhvr>
                                      <p:to>
                                        <p:strVal val="visible"/>
                                      </p:to>
                                    </p:set>
                                    <p:animEffect transition="in" filter="wipe(left)">
                                      <p:cBhvr>
                                        <p:cTn id="55" dur="500"/>
                                        <p:tgtEl>
                                          <p:spTgt spid="55318"/>
                                        </p:tgtEl>
                                      </p:cBhvr>
                                    </p:animEffect>
                                  </p:childTnLst>
                                </p:cTn>
                              </p:par>
                            </p:childTnLst>
                          </p:cTn>
                        </p:par>
                        <p:par>
                          <p:cTn id="56" fill="hold">
                            <p:stCondLst>
                              <p:cond delay="1500"/>
                            </p:stCondLst>
                            <p:childTnLst>
                              <p:par>
                                <p:cTn id="57" presetID="10" presetClass="entr" presetSubtype="0" fill="hold" grpId="0" nodeType="after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500"/>
                                        <p:tgtEl>
                                          <p:spTgt spid="52"/>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53"/>
                                        </p:tgtEl>
                                        <p:attrNameLst>
                                          <p:attrName>style.visibility</p:attrName>
                                        </p:attrNameLst>
                                      </p:cBhvr>
                                      <p:to>
                                        <p:strVal val="visible"/>
                                      </p:to>
                                    </p:set>
                                    <p:animEffect transition="in" filter="fade">
                                      <p:cBhvr>
                                        <p:cTn id="62" dur="1000"/>
                                        <p:tgtEl>
                                          <p:spTgt spid="53"/>
                                        </p:tgtEl>
                                      </p:cBhvr>
                                    </p:animEffect>
                                    <p:anim calcmode="lin" valueType="num">
                                      <p:cBhvr>
                                        <p:cTn id="63" dur="1000" fill="hold"/>
                                        <p:tgtEl>
                                          <p:spTgt spid="53"/>
                                        </p:tgtEl>
                                        <p:attrNameLst>
                                          <p:attrName>ppt_x</p:attrName>
                                        </p:attrNameLst>
                                      </p:cBhvr>
                                      <p:tavLst>
                                        <p:tav tm="0">
                                          <p:val>
                                            <p:strVal val="#ppt_x"/>
                                          </p:val>
                                        </p:tav>
                                        <p:tav tm="100000">
                                          <p:val>
                                            <p:strVal val="#ppt_x"/>
                                          </p:val>
                                        </p:tav>
                                      </p:tavLst>
                                    </p:anim>
                                    <p:anim calcmode="lin" valueType="num">
                                      <p:cBhvr>
                                        <p:cTn id="64"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2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26"/>
                                        </p:tgtEl>
                                        <p:attrNameLst>
                                          <p:attrName>style.visibility</p:attrName>
                                        </p:attrNameLst>
                                      </p:cBhvr>
                                      <p:to>
                                        <p:strVal val="visible"/>
                                      </p:to>
                                    </p:set>
                                  </p:childTnLst>
                                </p:cTn>
                              </p:par>
                            </p:childTnLst>
                          </p:cTn>
                        </p:par>
                        <p:par>
                          <p:cTn id="75" fill="hold">
                            <p:stCondLst>
                              <p:cond delay="0"/>
                            </p:stCondLst>
                            <p:childTnLst>
                              <p:par>
                                <p:cTn id="76" presetID="42" presetClass="path" presetSubtype="0" accel="50000" decel="50000" fill="hold" grpId="1" nodeType="afterEffect">
                                  <p:stCondLst>
                                    <p:cond delay="0"/>
                                  </p:stCondLst>
                                  <p:childTnLst>
                                    <p:animMotion origin="layout" path="M -2.91667E-6 3.33333E-6 L 0.45052 -0.33704 " pathEditMode="relative" rAng="0" ptsTypes="AA">
                                      <p:cBhvr>
                                        <p:cTn id="77" dur="2000" fill="hold"/>
                                        <p:tgtEl>
                                          <p:spTgt spid="123"/>
                                        </p:tgtEl>
                                        <p:attrNameLst>
                                          <p:attrName>ppt_x</p:attrName>
                                          <p:attrName>ppt_y</p:attrName>
                                        </p:attrNameLst>
                                      </p:cBhvr>
                                      <p:rCtr x="22526" y="-16690"/>
                                    </p:animMotion>
                                  </p:childTnLst>
                                </p:cTn>
                              </p:par>
                              <p:par>
                                <p:cTn id="78" presetID="42" presetClass="path" presetSubtype="0" accel="50000" decel="50000" fill="hold" grpId="1" nodeType="withEffect">
                                  <p:stCondLst>
                                    <p:cond delay="0"/>
                                  </p:stCondLst>
                                  <p:childTnLst>
                                    <p:animMotion origin="layout" path="M 3.33333E-6 -1.85185E-6 L 0.42409 -0.29491 " pathEditMode="relative" rAng="0" ptsTypes="AA">
                                      <p:cBhvr>
                                        <p:cTn id="79" dur="2000" fill="hold"/>
                                        <p:tgtEl>
                                          <p:spTgt spid="124"/>
                                        </p:tgtEl>
                                        <p:attrNameLst>
                                          <p:attrName>ppt_x</p:attrName>
                                          <p:attrName>ppt_y</p:attrName>
                                        </p:attrNameLst>
                                      </p:cBhvr>
                                      <p:rCtr x="21146" y="-14537"/>
                                    </p:animMotion>
                                  </p:childTnLst>
                                </p:cTn>
                              </p:par>
                              <p:par>
                                <p:cTn id="80" presetID="42" presetClass="path" presetSubtype="0" accel="50000" decel="50000" fill="hold" grpId="1" nodeType="withEffect">
                                  <p:stCondLst>
                                    <p:cond delay="0"/>
                                  </p:stCondLst>
                                  <p:childTnLst>
                                    <p:animMotion origin="layout" path="M 1.45833E-6 1.11111E-6 L 0.37122 -0.21875 " pathEditMode="relative" rAng="0" ptsTypes="AA">
                                      <p:cBhvr>
                                        <p:cTn id="81" dur="2000" fill="hold"/>
                                        <p:tgtEl>
                                          <p:spTgt spid="125"/>
                                        </p:tgtEl>
                                        <p:attrNameLst>
                                          <p:attrName>ppt_x</p:attrName>
                                          <p:attrName>ppt_y</p:attrName>
                                        </p:attrNameLst>
                                      </p:cBhvr>
                                      <p:rCtr x="18555" y="-10949"/>
                                    </p:animMotion>
                                  </p:childTnLst>
                                </p:cTn>
                              </p:par>
                              <p:par>
                                <p:cTn id="82" presetID="42" presetClass="path" presetSubtype="0" accel="50000" decel="50000" fill="hold" grpId="1" nodeType="withEffect">
                                  <p:stCondLst>
                                    <p:cond delay="0"/>
                                  </p:stCondLst>
                                  <p:childTnLst>
                                    <p:animMotion origin="layout" path="M 2.08333E-6 1.85185E-6 L 0.39922 -0.25324 " pathEditMode="relative" rAng="0" ptsTypes="AA">
                                      <p:cBhvr>
                                        <p:cTn id="83" dur="2000" fill="hold"/>
                                        <p:tgtEl>
                                          <p:spTgt spid="126"/>
                                        </p:tgtEl>
                                        <p:attrNameLst>
                                          <p:attrName>ppt_x</p:attrName>
                                          <p:attrName>ppt_y</p:attrName>
                                        </p:attrNameLst>
                                      </p:cBhvr>
                                      <p:rCtr x="19857" y="-12569"/>
                                    </p:animMotion>
                                  </p:childTnLst>
                                </p:cTn>
                              </p:par>
                            </p:childTnLst>
                          </p:cTn>
                        </p:par>
                        <p:par>
                          <p:cTn id="84" fill="hold">
                            <p:stCondLst>
                              <p:cond delay="2000"/>
                            </p:stCondLst>
                            <p:childTnLst>
                              <p:par>
                                <p:cTn id="85" presetID="22" presetClass="entr" presetSubtype="2" fill="hold" nodeType="afterEffect">
                                  <p:stCondLst>
                                    <p:cond delay="0"/>
                                  </p:stCondLst>
                                  <p:childTnLst>
                                    <p:set>
                                      <p:cBhvr>
                                        <p:cTn id="86" dur="1" fill="hold">
                                          <p:stCondLst>
                                            <p:cond delay="0"/>
                                          </p:stCondLst>
                                        </p:cTn>
                                        <p:tgtEl>
                                          <p:spTgt spid="55328"/>
                                        </p:tgtEl>
                                        <p:attrNameLst>
                                          <p:attrName>style.visibility</p:attrName>
                                        </p:attrNameLst>
                                      </p:cBhvr>
                                      <p:to>
                                        <p:strVal val="visible"/>
                                      </p:to>
                                    </p:set>
                                    <p:animEffect transition="in" filter="wipe(right)">
                                      <p:cBhvr>
                                        <p:cTn id="87" dur="500"/>
                                        <p:tgtEl>
                                          <p:spTgt spid="55328"/>
                                        </p:tgtEl>
                                      </p:cBhvr>
                                    </p:animEffect>
                                  </p:childTnLst>
                                </p:cTn>
                              </p:par>
                              <p:par>
                                <p:cTn id="88" presetID="47" presetClass="entr" presetSubtype="0" fill="hold" nodeType="withEffect">
                                  <p:stCondLst>
                                    <p:cond delay="0"/>
                                  </p:stCondLst>
                                  <p:childTnLst>
                                    <p:set>
                                      <p:cBhvr>
                                        <p:cTn id="89" dur="1" fill="hold">
                                          <p:stCondLst>
                                            <p:cond delay="0"/>
                                          </p:stCondLst>
                                        </p:cTn>
                                        <p:tgtEl>
                                          <p:spTgt spid="8"/>
                                        </p:tgtEl>
                                        <p:attrNameLst>
                                          <p:attrName>style.visibility</p:attrName>
                                        </p:attrNameLst>
                                      </p:cBhvr>
                                      <p:to>
                                        <p:strVal val="visible"/>
                                      </p:to>
                                    </p:set>
                                    <p:animEffect transition="in" filter="fade">
                                      <p:cBhvr>
                                        <p:cTn id="90" dur="1000"/>
                                        <p:tgtEl>
                                          <p:spTgt spid="8"/>
                                        </p:tgtEl>
                                      </p:cBhvr>
                                    </p:animEffect>
                                    <p:anim calcmode="lin" valueType="num">
                                      <p:cBhvr>
                                        <p:cTn id="91" dur="1000" fill="hold"/>
                                        <p:tgtEl>
                                          <p:spTgt spid="8"/>
                                        </p:tgtEl>
                                        <p:attrNameLst>
                                          <p:attrName>ppt_x</p:attrName>
                                        </p:attrNameLst>
                                      </p:cBhvr>
                                      <p:tavLst>
                                        <p:tav tm="0">
                                          <p:val>
                                            <p:strVal val="#ppt_x"/>
                                          </p:val>
                                        </p:tav>
                                        <p:tav tm="100000">
                                          <p:val>
                                            <p:strVal val="#ppt_x"/>
                                          </p:val>
                                        </p:tav>
                                      </p:tavLst>
                                    </p:anim>
                                    <p:anim calcmode="lin" valueType="num">
                                      <p:cBhvr>
                                        <p:cTn id="9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98"/>
                                        </p:tgtEl>
                                        <p:attrNameLst>
                                          <p:attrName>style.visibility</p:attrName>
                                        </p:attrNameLst>
                                      </p:cBhvr>
                                      <p:to>
                                        <p:strVal val="visible"/>
                                      </p:to>
                                    </p:set>
                                  </p:childTnLst>
                                </p:cTn>
                              </p:par>
                            </p:childTnLst>
                          </p:cTn>
                        </p:par>
                        <p:par>
                          <p:cTn id="97" fill="hold">
                            <p:stCondLst>
                              <p:cond delay="0"/>
                            </p:stCondLst>
                            <p:childTnLst>
                              <p:par>
                                <p:cTn id="98" presetID="42" presetClass="path" presetSubtype="0" accel="50000" decel="50000" fill="hold" grpId="1" nodeType="afterEffect">
                                  <p:stCondLst>
                                    <p:cond delay="0"/>
                                  </p:stCondLst>
                                  <p:childTnLst>
                                    <p:animMotion origin="layout" path="M 4.16667E-7 -3.7037E-6 L 0.67148 0.20533 " pathEditMode="relative" rAng="0" ptsTypes="AA">
                                      <p:cBhvr>
                                        <p:cTn id="99" dur="2000" fill="hold"/>
                                        <p:tgtEl>
                                          <p:spTgt spid="98"/>
                                        </p:tgtEl>
                                        <p:attrNameLst>
                                          <p:attrName>ppt_x</p:attrName>
                                          <p:attrName>ppt_y</p:attrName>
                                        </p:attrNameLst>
                                      </p:cBhvr>
                                      <p:rCtr x="33568" y="10255"/>
                                    </p:animMotion>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8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84"/>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85"/>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86"/>
                                        </p:tgtEl>
                                        <p:attrNameLst>
                                          <p:attrName>style.visibility</p:attrName>
                                        </p:attrNameLst>
                                      </p:cBhvr>
                                      <p:to>
                                        <p:strVal val="visible"/>
                                      </p:to>
                                    </p:set>
                                  </p:childTnLst>
                                </p:cTn>
                              </p:par>
                            </p:childTnLst>
                          </p:cTn>
                        </p:par>
                        <p:par>
                          <p:cTn id="110" fill="hold">
                            <p:stCondLst>
                              <p:cond delay="0"/>
                            </p:stCondLst>
                            <p:childTnLst>
                              <p:par>
                                <p:cTn id="111" presetID="42" presetClass="path" presetSubtype="0" accel="50000" decel="50000" fill="hold" grpId="1" nodeType="afterEffect">
                                  <p:stCondLst>
                                    <p:cond delay="0"/>
                                  </p:stCondLst>
                                  <p:childTnLst>
                                    <p:animMotion origin="layout" path="M 0.00026 3.7037E-7 L -0.10651 0.27963 " pathEditMode="relative" rAng="0" ptsTypes="AA">
                                      <p:cBhvr>
                                        <p:cTn id="112" dur="2000" fill="hold"/>
                                        <p:tgtEl>
                                          <p:spTgt spid="84"/>
                                        </p:tgtEl>
                                        <p:attrNameLst>
                                          <p:attrName>ppt_x</p:attrName>
                                          <p:attrName>ppt_y</p:attrName>
                                        </p:attrNameLst>
                                      </p:cBhvr>
                                      <p:rCtr x="-5339" y="13981"/>
                                    </p:animMotion>
                                  </p:childTnLst>
                                </p:cTn>
                              </p:par>
                              <p:par>
                                <p:cTn id="113" presetID="42" presetClass="path" presetSubtype="0" accel="50000" decel="50000" fill="hold" grpId="1" nodeType="withEffect">
                                  <p:stCondLst>
                                    <p:cond delay="0"/>
                                  </p:stCondLst>
                                  <p:childTnLst>
                                    <p:animMotion origin="layout" path="M -2.70833E-6 7.40741E-7 L -0.06198 0.23866 " pathEditMode="relative" rAng="0" ptsTypes="AA">
                                      <p:cBhvr>
                                        <p:cTn id="114" dur="2000" fill="hold"/>
                                        <p:tgtEl>
                                          <p:spTgt spid="85"/>
                                        </p:tgtEl>
                                        <p:attrNameLst>
                                          <p:attrName>ppt_x</p:attrName>
                                          <p:attrName>ppt_y</p:attrName>
                                        </p:attrNameLst>
                                      </p:cBhvr>
                                      <p:rCtr x="-3099" y="11921"/>
                                    </p:animMotion>
                                  </p:childTnLst>
                                </p:cTn>
                              </p:par>
                              <p:par>
                                <p:cTn id="115" presetID="42" presetClass="path" presetSubtype="0" accel="50000" decel="50000" fill="hold" grpId="1" nodeType="withEffect">
                                  <p:stCondLst>
                                    <p:cond delay="0"/>
                                  </p:stCondLst>
                                  <p:childTnLst>
                                    <p:animMotion origin="layout" path="M -1.875E-6 1.11111E-6 L -0.08255 0.20278 " pathEditMode="relative" rAng="0" ptsTypes="AA">
                                      <p:cBhvr>
                                        <p:cTn id="116" dur="2000" fill="hold"/>
                                        <p:tgtEl>
                                          <p:spTgt spid="86"/>
                                        </p:tgtEl>
                                        <p:attrNameLst>
                                          <p:attrName>ppt_x</p:attrName>
                                          <p:attrName>ppt_y</p:attrName>
                                        </p:attrNameLst>
                                      </p:cBhvr>
                                      <p:rCtr x="-4128" y="10139"/>
                                    </p:animMotion>
                                  </p:childTnLst>
                                </p:cTn>
                              </p:par>
                              <p:par>
                                <p:cTn id="117" presetID="42" presetClass="path" presetSubtype="0" accel="50000" decel="50000" fill="hold" grpId="1" nodeType="withEffect">
                                  <p:stCondLst>
                                    <p:cond delay="0"/>
                                  </p:stCondLst>
                                  <p:childTnLst>
                                    <p:animMotion origin="layout" path="M -2.70833E-6 3.7037E-6 L -0.15079 0.32083 " pathEditMode="relative" rAng="0" ptsTypes="AA">
                                      <p:cBhvr>
                                        <p:cTn id="118" dur="2000" fill="hold"/>
                                        <p:tgtEl>
                                          <p:spTgt spid="83"/>
                                        </p:tgtEl>
                                        <p:attrNameLst>
                                          <p:attrName>ppt_x</p:attrName>
                                          <p:attrName>ppt_y</p:attrName>
                                        </p:attrNameLst>
                                      </p:cBhvr>
                                      <p:rCtr x="-7474" y="15671"/>
                                    </p:animMotion>
                                  </p:childTnLst>
                                </p:cTn>
                              </p:par>
                            </p:childTnLst>
                          </p:cTn>
                        </p:par>
                        <p:par>
                          <p:cTn id="119" fill="hold">
                            <p:stCondLst>
                              <p:cond delay="2000"/>
                            </p:stCondLst>
                            <p:childTnLst>
                              <p:par>
                                <p:cTn id="120" presetID="10" presetClass="exit" presetSubtype="0" fill="hold" grpId="2" nodeType="afterEffect">
                                  <p:stCondLst>
                                    <p:cond delay="0"/>
                                  </p:stCondLst>
                                  <p:childTnLst>
                                    <p:animEffect transition="out" filter="fade">
                                      <p:cBhvr>
                                        <p:cTn id="121" dur="500"/>
                                        <p:tgtEl>
                                          <p:spTgt spid="83"/>
                                        </p:tgtEl>
                                      </p:cBhvr>
                                    </p:animEffect>
                                    <p:set>
                                      <p:cBhvr>
                                        <p:cTn id="122" dur="1" fill="hold">
                                          <p:stCondLst>
                                            <p:cond delay="499"/>
                                          </p:stCondLst>
                                        </p:cTn>
                                        <p:tgtEl>
                                          <p:spTgt spid="83"/>
                                        </p:tgtEl>
                                        <p:attrNameLst>
                                          <p:attrName>style.visibility</p:attrName>
                                        </p:attrNameLst>
                                      </p:cBhvr>
                                      <p:to>
                                        <p:strVal val="hidden"/>
                                      </p:to>
                                    </p:set>
                                  </p:childTnLst>
                                </p:cTn>
                              </p:par>
                              <p:par>
                                <p:cTn id="123" presetID="10" presetClass="entr" presetSubtype="0" fill="hold" grpId="0" nodeType="withEffect">
                                  <p:stCondLst>
                                    <p:cond delay="0"/>
                                  </p:stCondLst>
                                  <p:childTnLst>
                                    <p:set>
                                      <p:cBhvr>
                                        <p:cTn id="124" dur="1" fill="hold">
                                          <p:stCondLst>
                                            <p:cond delay="0"/>
                                          </p:stCondLst>
                                        </p:cTn>
                                        <p:tgtEl>
                                          <p:spTgt spid="94"/>
                                        </p:tgtEl>
                                        <p:attrNameLst>
                                          <p:attrName>style.visibility</p:attrName>
                                        </p:attrNameLst>
                                      </p:cBhvr>
                                      <p:to>
                                        <p:strVal val="visible"/>
                                      </p:to>
                                    </p:set>
                                    <p:animEffect transition="in" filter="fade">
                                      <p:cBhvr>
                                        <p:cTn id="125" dur="500"/>
                                        <p:tgtEl>
                                          <p:spTgt spid="94"/>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89"/>
                                        </p:tgtEl>
                                        <p:attrNameLst>
                                          <p:attrName>style.visibility</p:attrName>
                                        </p:attrNameLst>
                                      </p:cBhvr>
                                      <p:to>
                                        <p:strVal val="visible"/>
                                      </p:to>
                                    </p:set>
                                    <p:animEffect transition="in" filter="wipe(left)">
                                      <p:cBhvr>
                                        <p:cTn id="130" dur="500"/>
                                        <p:tgtEl>
                                          <p:spTgt spid="89"/>
                                        </p:tgtEl>
                                      </p:cBhvr>
                                    </p:animEffect>
                                  </p:childTnLst>
                                </p:cTn>
                              </p:par>
                            </p:childTnLst>
                          </p:cTn>
                        </p:par>
                        <p:par>
                          <p:cTn id="131" fill="hold">
                            <p:stCondLst>
                              <p:cond delay="500"/>
                            </p:stCondLst>
                            <p:childTnLst>
                              <p:par>
                                <p:cTn id="132" presetID="22" presetClass="entr" presetSubtype="4" fill="hold" nodeType="afterEffect">
                                  <p:stCondLst>
                                    <p:cond delay="0"/>
                                  </p:stCondLst>
                                  <p:childTnLst>
                                    <p:set>
                                      <p:cBhvr>
                                        <p:cTn id="133" dur="1" fill="hold">
                                          <p:stCondLst>
                                            <p:cond delay="0"/>
                                          </p:stCondLst>
                                        </p:cTn>
                                        <p:tgtEl>
                                          <p:spTgt spid="87"/>
                                        </p:tgtEl>
                                        <p:attrNameLst>
                                          <p:attrName>style.visibility</p:attrName>
                                        </p:attrNameLst>
                                      </p:cBhvr>
                                      <p:to>
                                        <p:strVal val="visible"/>
                                      </p:to>
                                    </p:set>
                                    <p:animEffect transition="in" filter="wipe(down)">
                                      <p:cBhvr>
                                        <p:cTn id="134" dur="500"/>
                                        <p:tgtEl>
                                          <p:spTgt spid="87"/>
                                        </p:tgtEl>
                                      </p:cBhvr>
                                    </p:animEffect>
                                  </p:childTnLst>
                                </p:cTn>
                              </p:par>
                            </p:childTnLst>
                          </p:cTn>
                        </p:par>
                        <p:par>
                          <p:cTn id="135" fill="hold">
                            <p:stCondLst>
                              <p:cond delay="1000"/>
                            </p:stCondLst>
                            <p:childTnLst>
                              <p:par>
                                <p:cTn id="136" presetID="22" presetClass="entr" presetSubtype="8" fill="hold" nodeType="afterEffect">
                                  <p:stCondLst>
                                    <p:cond delay="0"/>
                                  </p:stCondLst>
                                  <p:childTnLst>
                                    <p:set>
                                      <p:cBhvr>
                                        <p:cTn id="137" dur="1" fill="hold">
                                          <p:stCondLst>
                                            <p:cond delay="0"/>
                                          </p:stCondLst>
                                        </p:cTn>
                                        <p:tgtEl>
                                          <p:spTgt spid="88"/>
                                        </p:tgtEl>
                                        <p:attrNameLst>
                                          <p:attrName>style.visibility</p:attrName>
                                        </p:attrNameLst>
                                      </p:cBhvr>
                                      <p:to>
                                        <p:strVal val="visible"/>
                                      </p:to>
                                    </p:set>
                                    <p:animEffect transition="in" filter="wipe(left)">
                                      <p:cBhvr>
                                        <p:cTn id="138" dur="500"/>
                                        <p:tgtEl>
                                          <p:spTgt spid="88"/>
                                        </p:tgtEl>
                                      </p:cBhvr>
                                    </p:animEffect>
                                  </p:childTnLst>
                                </p:cTn>
                              </p:par>
                            </p:childTnLst>
                          </p:cTn>
                        </p:par>
                        <p:par>
                          <p:cTn id="139" fill="hold">
                            <p:stCondLst>
                              <p:cond delay="1500"/>
                            </p:stCondLst>
                            <p:childTnLst>
                              <p:par>
                                <p:cTn id="140" presetID="10" presetClass="entr" presetSubtype="0" fill="hold" grpId="0" nodeType="afterEffect">
                                  <p:stCondLst>
                                    <p:cond delay="0"/>
                                  </p:stCondLst>
                                  <p:childTnLst>
                                    <p:set>
                                      <p:cBhvr>
                                        <p:cTn id="141" dur="1" fill="hold">
                                          <p:stCondLst>
                                            <p:cond delay="0"/>
                                          </p:stCondLst>
                                        </p:cTn>
                                        <p:tgtEl>
                                          <p:spTgt spid="90"/>
                                        </p:tgtEl>
                                        <p:attrNameLst>
                                          <p:attrName>style.visibility</p:attrName>
                                        </p:attrNameLst>
                                      </p:cBhvr>
                                      <p:to>
                                        <p:strVal val="visible"/>
                                      </p:to>
                                    </p:set>
                                    <p:animEffect transition="in" filter="fade">
                                      <p:cBhvr>
                                        <p:cTn id="142" dur="500"/>
                                        <p:tgtEl>
                                          <p:spTgt spid="90"/>
                                        </p:tgtEl>
                                      </p:cBhvr>
                                    </p:animEffect>
                                  </p:childTnLst>
                                </p:cTn>
                              </p:par>
                              <p:par>
                                <p:cTn id="143" presetID="42" presetClass="entr" presetSubtype="0" fill="hold" grpId="0" nodeType="withEffect">
                                  <p:stCondLst>
                                    <p:cond delay="0"/>
                                  </p:stCondLst>
                                  <p:childTnLst>
                                    <p:set>
                                      <p:cBhvr>
                                        <p:cTn id="144" dur="1" fill="hold">
                                          <p:stCondLst>
                                            <p:cond delay="0"/>
                                          </p:stCondLst>
                                        </p:cTn>
                                        <p:tgtEl>
                                          <p:spTgt spid="93"/>
                                        </p:tgtEl>
                                        <p:attrNameLst>
                                          <p:attrName>style.visibility</p:attrName>
                                        </p:attrNameLst>
                                      </p:cBhvr>
                                      <p:to>
                                        <p:strVal val="visible"/>
                                      </p:to>
                                    </p:set>
                                    <p:animEffect transition="in" filter="fade">
                                      <p:cBhvr>
                                        <p:cTn id="145" dur="1000"/>
                                        <p:tgtEl>
                                          <p:spTgt spid="93"/>
                                        </p:tgtEl>
                                      </p:cBhvr>
                                    </p:animEffect>
                                    <p:anim calcmode="lin" valueType="num">
                                      <p:cBhvr>
                                        <p:cTn id="146" dur="1000" fill="hold"/>
                                        <p:tgtEl>
                                          <p:spTgt spid="93"/>
                                        </p:tgtEl>
                                        <p:attrNameLst>
                                          <p:attrName>ppt_x</p:attrName>
                                        </p:attrNameLst>
                                      </p:cBhvr>
                                      <p:tavLst>
                                        <p:tav tm="0">
                                          <p:val>
                                            <p:strVal val="#ppt_x"/>
                                          </p:val>
                                        </p:tav>
                                        <p:tav tm="100000">
                                          <p:val>
                                            <p:strVal val="#ppt_x"/>
                                          </p:val>
                                        </p:tav>
                                      </p:tavLst>
                                    </p:anim>
                                    <p:anim calcmode="lin" valueType="num">
                                      <p:cBhvr>
                                        <p:cTn id="147" dur="1000" fill="hold"/>
                                        <p:tgtEl>
                                          <p:spTgt spid="93"/>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10" presetClass="entr" presetSubtype="0" fill="hold" grpId="0" nodeType="clickEffect">
                                  <p:stCondLst>
                                    <p:cond delay="0"/>
                                  </p:stCondLst>
                                  <p:childTnLst>
                                    <p:set>
                                      <p:cBhvr>
                                        <p:cTn id="151" dur="1" fill="hold">
                                          <p:stCondLst>
                                            <p:cond delay="0"/>
                                          </p:stCondLst>
                                        </p:cTn>
                                        <p:tgtEl>
                                          <p:spTgt spid="102"/>
                                        </p:tgtEl>
                                        <p:attrNameLst>
                                          <p:attrName>style.visibility</p:attrName>
                                        </p:attrNameLst>
                                      </p:cBhvr>
                                      <p:to>
                                        <p:strVal val="visible"/>
                                      </p:to>
                                    </p:set>
                                    <p:animEffect transition="in" filter="fade">
                                      <p:cBhvr>
                                        <p:cTn id="152" dur="500"/>
                                        <p:tgtEl>
                                          <p:spTgt spid="102"/>
                                        </p:tgtEl>
                                      </p:cBhvr>
                                    </p:animEffect>
                                  </p:childTnLst>
                                </p:cTn>
                              </p:par>
                              <p:par>
                                <p:cTn id="153" presetID="1" presetClass="entr" presetSubtype="0" fill="hold" grpId="0" nodeType="withEffect">
                                  <p:stCondLst>
                                    <p:cond delay="0"/>
                                  </p:stCondLst>
                                  <p:childTnLst>
                                    <p:set>
                                      <p:cBhvr>
                                        <p:cTn id="154" dur="1" fill="hold">
                                          <p:stCondLst>
                                            <p:cond delay="0"/>
                                          </p:stCondLst>
                                        </p:cTn>
                                        <p:tgtEl>
                                          <p:spTgt spid="99"/>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00"/>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01"/>
                                        </p:tgtEl>
                                        <p:attrNameLst>
                                          <p:attrName>style.visibility</p:attrName>
                                        </p:attrNameLst>
                                      </p:cBhvr>
                                      <p:to>
                                        <p:strVal val="visible"/>
                                      </p:to>
                                    </p:set>
                                  </p:childTnLst>
                                </p:cTn>
                              </p:par>
                            </p:childTnLst>
                          </p:cTn>
                        </p:par>
                        <p:par>
                          <p:cTn id="159" fill="hold">
                            <p:stCondLst>
                              <p:cond delay="500"/>
                            </p:stCondLst>
                            <p:childTnLst>
                              <p:par>
                                <p:cTn id="160" presetID="42" presetClass="path" presetSubtype="0" accel="50000" decel="50000" fill="hold" grpId="1" nodeType="afterEffect">
                                  <p:stCondLst>
                                    <p:cond delay="0"/>
                                  </p:stCondLst>
                                  <p:childTnLst>
                                    <p:animMotion origin="layout" path="M 0.00026 -2.22222E-6 L 0.42305 -0.42222 " pathEditMode="relative" rAng="0" ptsTypes="AA">
                                      <p:cBhvr>
                                        <p:cTn id="161" dur="2000" fill="hold"/>
                                        <p:tgtEl>
                                          <p:spTgt spid="99"/>
                                        </p:tgtEl>
                                        <p:attrNameLst>
                                          <p:attrName>ppt_x</p:attrName>
                                          <p:attrName>ppt_y</p:attrName>
                                        </p:attrNameLst>
                                      </p:cBhvr>
                                      <p:rCtr x="21133" y="-21111"/>
                                    </p:animMotion>
                                  </p:childTnLst>
                                </p:cTn>
                              </p:par>
                              <p:par>
                                <p:cTn id="162" presetID="42" presetClass="path" presetSubtype="0" accel="50000" decel="50000" fill="hold" grpId="1" nodeType="withEffect">
                                  <p:stCondLst>
                                    <p:cond delay="0"/>
                                  </p:stCondLst>
                                  <p:childTnLst>
                                    <p:animMotion origin="layout" path="M -2.29167E-6 3.7037E-7 L 0.37709 -0.34421 " pathEditMode="relative" rAng="0" ptsTypes="AA">
                                      <p:cBhvr>
                                        <p:cTn id="163" dur="2000" fill="hold"/>
                                        <p:tgtEl>
                                          <p:spTgt spid="100"/>
                                        </p:tgtEl>
                                        <p:attrNameLst>
                                          <p:attrName>ppt_x</p:attrName>
                                          <p:attrName>ppt_y</p:attrName>
                                        </p:attrNameLst>
                                      </p:cBhvr>
                                      <p:rCtr x="18854" y="-17222"/>
                                    </p:animMotion>
                                  </p:childTnLst>
                                </p:cTn>
                              </p:par>
                              <p:par>
                                <p:cTn id="164" presetID="42" presetClass="path" presetSubtype="0" accel="50000" decel="50000" fill="hold" grpId="1" nodeType="withEffect">
                                  <p:stCondLst>
                                    <p:cond delay="0"/>
                                  </p:stCondLst>
                                  <p:childTnLst>
                                    <p:animMotion origin="layout" path="M 1.45833E-6 3.7037E-7 L 0.4 -0.38102 " pathEditMode="relative" rAng="0" ptsTypes="AA">
                                      <p:cBhvr>
                                        <p:cTn id="165" dur="2000" fill="hold"/>
                                        <p:tgtEl>
                                          <p:spTgt spid="101"/>
                                        </p:tgtEl>
                                        <p:attrNameLst>
                                          <p:attrName>ppt_x</p:attrName>
                                          <p:attrName>ppt_y</p:attrName>
                                        </p:attrNameLst>
                                      </p:cBhvr>
                                      <p:rCtr x="20000" y="-19051"/>
                                    </p:animMotion>
                                  </p:childTnLst>
                                </p:cTn>
                              </p:par>
                              <p:par>
                                <p:cTn id="166" presetID="42" presetClass="path" presetSubtype="0" accel="50000" decel="50000" fill="hold" grpId="1" nodeType="withEffect">
                                  <p:stCondLst>
                                    <p:cond delay="0"/>
                                  </p:stCondLst>
                                  <p:childTnLst>
                                    <p:animMotion origin="layout" path="M -8.33333E-7 2.96296E-6 L 0.44883 -0.46204 " pathEditMode="relative" rAng="0" ptsTypes="AA">
                                      <p:cBhvr>
                                        <p:cTn id="167" dur="2000" fill="hold"/>
                                        <p:tgtEl>
                                          <p:spTgt spid="102"/>
                                        </p:tgtEl>
                                        <p:attrNameLst>
                                          <p:attrName>ppt_x</p:attrName>
                                          <p:attrName>ppt_y</p:attrName>
                                        </p:attrNameLst>
                                      </p:cBhvr>
                                      <p:rCtr x="22435" y="-23102"/>
                                    </p:animMotion>
                                  </p:childTnLst>
                                </p:cTn>
                              </p:par>
                            </p:childTnLst>
                          </p:cTn>
                        </p:par>
                        <p:par>
                          <p:cTn id="168" fill="hold">
                            <p:stCondLst>
                              <p:cond delay="2500"/>
                            </p:stCondLst>
                            <p:childTnLst>
                              <p:par>
                                <p:cTn id="169" presetID="22" presetClass="entr" presetSubtype="2" fill="hold" nodeType="afterEffect">
                                  <p:stCondLst>
                                    <p:cond delay="0"/>
                                  </p:stCondLst>
                                  <p:childTnLst>
                                    <p:set>
                                      <p:cBhvr>
                                        <p:cTn id="170" dur="1" fill="hold">
                                          <p:stCondLst>
                                            <p:cond delay="0"/>
                                          </p:stCondLst>
                                        </p:cTn>
                                        <p:tgtEl>
                                          <p:spTgt spid="103"/>
                                        </p:tgtEl>
                                        <p:attrNameLst>
                                          <p:attrName>style.visibility</p:attrName>
                                        </p:attrNameLst>
                                      </p:cBhvr>
                                      <p:to>
                                        <p:strVal val="visible"/>
                                      </p:to>
                                    </p:set>
                                    <p:animEffect transition="in" filter="wipe(right)">
                                      <p:cBhvr>
                                        <p:cTn id="171" dur="500"/>
                                        <p:tgtEl>
                                          <p:spTgt spid="103"/>
                                        </p:tgtEl>
                                      </p:cBhvr>
                                    </p:animEffect>
                                  </p:childTnLst>
                                </p:cTn>
                              </p:par>
                            </p:childTnLst>
                          </p:cTn>
                        </p:par>
                        <p:par>
                          <p:cTn id="172" fill="hold">
                            <p:stCondLst>
                              <p:cond delay="3000"/>
                            </p:stCondLst>
                            <p:childTnLst>
                              <p:par>
                                <p:cTn id="173" presetID="1" presetClass="entr" presetSubtype="0" fill="hold" grpId="0" nodeType="afterEffect">
                                  <p:stCondLst>
                                    <p:cond delay="0"/>
                                  </p:stCondLst>
                                  <p:childTnLst>
                                    <p:set>
                                      <p:cBhvr>
                                        <p:cTn id="174" dur="1" fill="hold">
                                          <p:stCondLst>
                                            <p:cond delay="0"/>
                                          </p:stCondLst>
                                        </p:cTn>
                                        <p:tgtEl>
                                          <p:spTgt spid="127"/>
                                        </p:tgtEl>
                                        <p:attrNameLst>
                                          <p:attrName>style.visibility</p:attrName>
                                        </p:attrNameLst>
                                      </p:cBhvr>
                                      <p:to>
                                        <p:strVal val="visible"/>
                                      </p:to>
                                    </p:set>
                                  </p:childTnLst>
                                </p:cTn>
                              </p:par>
                            </p:childTnLst>
                          </p:cTn>
                        </p:par>
                        <p:par>
                          <p:cTn id="175" fill="hold">
                            <p:stCondLst>
                              <p:cond delay="3000"/>
                            </p:stCondLst>
                            <p:childTnLst>
                              <p:par>
                                <p:cTn id="176" presetID="42" presetClass="path" presetSubtype="0" accel="50000" decel="50000" fill="hold" grpId="1" nodeType="afterEffect">
                                  <p:stCondLst>
                                    <p:cond delay="0"/>
                                  </p:stCondLst>
                                  <p:childTnLst>
                                    <p:animMotion origin="layout" path="M 4.16667E-7 2.59259E-6 L 0.35898 0.10717 " pathEditMode="relative" rAng="0" ptsTypes="AA">
                                      <p:cBhvr>
                                        <p:cTn id="177" dur="2000" fill="hold"/>
                                        <p:tgtEl>
                                          <p:spTgt spid="127"/>
                                        </p:tgtEl>
                                        <p:attrNameLst>
                                          <p:attrName>ppt_x</p:attrName>
                                          <p:attrName>ppt_y</p:attrName>
                                        </p:attrNameLst>
                                      </p:cBhvr>
                                      <p:rCtr x="17943" y="5347"/>
                                    </p:animMotion>
                                  </p:childTnLst>
                                </p:cTn>
                              </p:par>
                              <p:par>
                                <p:cTn id="178" presetID="47" presetClass="entr" presetSubtype="0" fill="hold" nodeType="withEffect">
                                  <p:stCondLst>
                                    <p:cond delay="0"/>
                                  </p:stCondLst>
                                  <p:childTnLst>
                                    <p:set>
                                      <p:cBhvr>
                                        <p:cTn id="179" dur="1" fill="hold">
                                          <p:stCondLst>
                                            <p:cond delay="0"/>
                                          </p:stCondLst>
                                        </p:cTn>
                                        <p:tgtEl>
                                          <p:spTgt spid="117"/>
                                        </p:tgtEl>
                                        <p:attrNameLst>
                                          <p:attrName>style.visibility</p:attrName>
                                        </p:attrNameLst>
                                      </p:cBhvr>
                                      <p:to>
                                        <p:strVal val="visible"/>
                                      </p:to>
                                    </p:set>
                                    <p:animEffect transition="in" filter="fade">
                                      <p:cBhvr>
                                        <p:cTn id="180" dur="1000"/>
                                        <p:tgtEl>
                                          <p:spTgt spid="117"/>
                                        </p:tgtEl>
                                      </p:cBhvr>
                                    </p:animEffect>
                                    <p:anim calcmode="lin" valueType="num">
                                      <p:cBhvr>
                                        <p:cTn id="181" dur="1000" fill="hold"/>
                                        <p:tgtEl>
                                          <p:spTgt spid="117"/>
                                        </p:tgtEl>
                                        <p:attrNameLst>
                                          <p:attrName>ppt_x</p:attrName>
                                        </p:attrNameLst>
                                      </p:cBhvr>
                                      <p:tavLst>
                                        <p:tav tm="0">
                                          <p:val>
                                            <p:strVal val="#ppt_x"/>
                                          </p:val>
                                        </p:tav>
                                        <p:tav tm="100000">
                                          <p:val>
                                            <p:strVal val="#ppt_x"/>
                                          </p:val>
                                        </p:tav>
                                      </p:tavLst>
                                    </p:anim>
                                    <p:anim calcmode="lin" valueType="num">
                                      <p:cBhvr>
                                        <p:cTn id="182" dur="1000" fill="hold"/>
                                        <p:tgtEl>
                                          <p:spTgt spid="117"/>
                                        </p:tgtEl>
                                        <p:attrNameLst>
                                          <p:attrName>ppt_y</p:attrName>
                                        </p:attrNameLst>
                                      </p:cBhvr>
                                      <p:tavLst>
                                        <p:tav tm="0">
                                          <p:val>
                                            <p:strVal val="#ppt_y-.1"/>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2" presetClass="entr" presetSubtype="2" fill="hold" nodeType="clickEffect">
                                  <p:stCondLst>
                                    <p:cond delay="0"/>
                                  </p:stCondLst>
                                  <p:childTnLst>
                                    <p:set>
                                      <p:cBhvr>
                                        <p:cTn id="186" dur="1" fill="hold">
                                          <p:stCondLst>
                                            <p:cond delay="0"/>
                                          </p:stCondLst>
                                        </p:cTn>
                                        <p:tgtEl>
                                          <p:spTgt spid="128"/>
                                        </p:tgtEl>
                                        <p:attrNameLst>
                                          <p:attrName>style.visibility</p:attrName>
                                        </p:attrNameLst>
                                      </p:cBhvr>
                                      <p:to>
                                        <p:strVal val="visible"/>
                                      </p:to>
                                    </p:set>
                                    <p:animEffect transition="in" filter="wipe(right)">
                                      <p:cBhvr>
                                        <p:cTn id="187" dur="500"/>
                                        <p:tgtEl>
                                          <p:spTgt spid="128"/>
                                        </p:tgtEl>
                                      </p:cBhvr>
                                    </p:animEffect>
                                  </p:childTnLst>
                                </p:cTn>
                              </p:par>
                              <p:par>
                                <p:cTn id="188" presetID="22" presetClass="entr" presetSubtype="2" fill="hold" nodeType="withEffect">
                                  <p:stCondLst>
                                    <p:cond delay="0"/>
                                  </p:stCondLst>
                                  <p:childTnLst>
                                    <p:set>
                                      <p:cBhvr>
                                        <p:cTn id="189" dur="1" fill="hold">
                                          <p:stCondLst>
                                            <p:cond delay="0"/>
                                          </p:stCondLst>
                                        </p:cTn>
                                        <p:tgtEl>
                                          <p:spTgt spid="129"/>
                                        </p:tgtEl>
                                        <p:attrNameLst>
                                          <p:attrName>style.visibility</p:attrName>
                                        </p:attrNameLst>
                                      </p:cBhvr>
                                      <p:to>
                                        <p:strVal val="visible"/>
                                      </p:to>
                                    </p:set>
                                    <p:animEffect transition="in" filter="wipe(right)">
                                      <p:cBhvr>
                                        <p:cTn id="190" dur="500"/>
                                        <p:tgtEl>
                                          <p:spTgt spid="129"/>
                                        </p:tgtEl>
                                      </p:cBhvr>
                                    </p:animEffect>
                                  </p:childTnLst>
                                </p:cTn>
                              </p:par>
                            </p:childTnLst>
                          </p:cTn>
                        </p:par>
                      </p:childTnLst>
                    </p:cTn>
                  </p:par>
                  <p:par>
                    <p:cTn id="191" fill="hold">
                      <p:stCondLst>
                        <p:cond delay="indefinite"/>
                      </p:stCondLst>
                      <p:childTnLst>
                        <p:par>
                          <p:cTn id="192" fill="hold">
                            <p:stCondLst>
                              <p:cond delay="0"/>
                            </p:stCondLst>
                            <p:childTnLst>
                              <p:par>
                                <p:cTn id="193" presetID="64" presetClass="path" presetSubtype="0" accel="50000" decel="50000" fill="hold" nodeType="clickEffect">
                                  <p:stCondLst>
                                    <p:cond delay="0"/>
                                  </p:stCondLst>
                                  <p:childTnLst>
                                    <p:animMotion origin="layout" path="M 1.45833E-6 2.59259E-6 L 1.45833E-6 -0.10255 " pathEditMode="relative" rAng="0" ptsTypes="AA">
                                      <p:cBhvr>
                                        <p:cTn id="194" dur="1000" fill="hold"/>
                                        <p:tgtEl>
                                          <p:spTgt spid="55303"/>
                                        </p:tgtEl>
                                        <p:attrNameLst>
                                          <p:attrName>ppt_x</p:attrName>
                                          <p:attrName>ppt_y</p:attrName>
                                        </p:attrNameLst>
                                      </p:cBhvr>
                                      <p:rCtr x="0" y="-5139"/>
                                    </p:animMotion>
                                  </p:childTnLst>
                                </p:cTn>
                              </p:par>
                            </p:childTnLst>
                          </p:cTn>
                        </p:par>
                        <p:par>
                          <p:cTn id="195" fill="hold">
                            <p:stCondLst>
                              <p:cond delay="1000"/>
                            </p:stCondLst>
                            <p:childTnLst>
                              <p:par>
                                <p:cTn id="196" presetID="63" presetClass="path" presetSubtype="0" accel="50000" decel="50000" fill="hold" nodeType="afterEffect">
                                  <p:stCondLst>
                                    <p:cond delay="0"/>
                                  </p:stCondLst>
                                  <p:childTnLst>
                                    <p:animMotion origin="layout" path="M 1.45833E-6 -0.10255 L 0.28984 -0.10533 " pathEditMode="relative" rAng="0" ptsTypes="AA">
                                      <p:cBhvr>
                                        <p:cTn id="197" dur="1000" fill="hold"/>
                                        <p:tgtEl>
                                          <p:spTgt spid="55303"/>
                                        </p:tgtEl>
                                        <p:attrNameLst>
                                          <p:attrName>ppt_x</p:attrName>
                                          <p:attrName>ppt_y</p:attrName>
                                        </p:attrNameLst>
                                      </p:cBhvr>
                                      <p:rCtr x="14492" y="-139"/>
                                    </p:animMotion>
                                  </p:childTnLst>
                                </p:cTn>
                              </p:par>
                            </p:childTnLst>
                          </p:cTn>
                        </p:par>
                        <p:par>
                          <p:cTn id="198" fill="hold">
                            <p:stCondLst>
                              <p:cond delay="2000"/>
                            </p:stCondLst>
                            <p:childTnLst>
                              <p:par>
                                <p:cTn id="199" presetID="42" presetClass="path" presetSubtype="0" accel="50000" decel="50000" fill="hold" nodeType="afterEffect">
                                  <p:stCondLst>
                                    <p:cond delay="0"/>
                                  </p:stCondLst>
                                  <p:childTnLst>
                                    <p:animMotion origin="layout" path="M 0.28984 -0.10533 L 0.28984 0.10324 " pathEditMode="relative" rAng="0" ptsTypes="AA">
                                      <p:cBhvr>
                                        <p:cTn id="200" dur="1000" fill="hold"/>
                                        <p:tgtEl>
                                          <p:spTgt spid="55303"/>
                                        </p:tgtEl>
                                        <p:attrNameLst>
                                          <p:attrName>ppt_x</p:attrName>
                                          <p:attrName>ppt_y</p:attrName>
                                        </p:attrNameLst>
                                      </p:cBhvr>
                                      <p:rCtr x="0" y="10417"/>
                                    </p:animMotion>
                                  </p:childTnLst>
                                </p:cTn>
                              </p:par>
                            </p:childTnLst>
                          </p:cTn>
                        </p:par>
                      </p:childTnLst>
                    </p:cTn>
                  </p:par>
                  <p:par>
                    <p:cTn id="201" fill="hold">
                      <p:stCondLst>
                        <p:cond delay="indefinite"/>
                      </p:stCondLst>
                      <p:childTnLst>
                        <p:par>
                          <p:cTn id="202" fill="hold">
                            <p:stCondLst>
                              <p:cond delay="0"/>
                            </p:stCondLst>
                            <p:childTnLst>
                              <p:par>
                                <p:cTn id="203" presetID="22" presetClass="entr" presetSubtype="2" fill="hold" nodeType="clickEffect">
                                  <p:stCondLst>
                                    <p:cond delay="0"/>
                                  </p:stCondLst>
                                  <p:childTnLst>
                                    <p:set>
                                      <p:cBhvr>
                                        <p:cTn id="204" dur="1" fill="hold">
                                          <p:stCondLst>
                                            <p:cond delay="0"/>
                                          </p:stCondLst>
                                        </p:cTn>
                                        <p:tgtEl>
                                          <p:spTgt spid="130"/>
                                        </p:tgtEl>
                                        <p:attrNameLst>
                                          <p:attrName>style.visibility</p:attrName>
                                        </p:attrNameLst>
                                      </p:cBhvr>
                                      <p:to>
                                        <p:strVal val="visible"/>
                                      </p:to>
                                    </p:set>
                                    <p:animEffect transition="in" filter="wipe(right)">
                                      <p:cBhvr>
                                        <p:cTn id="205" dur="500"/>
                                        <p:tgtEl>
                                          <p:spTgt spid="130"/>
                                        </p:tgtEl>
                                      </p:cBhvr>
                                    </p:animEffect>
                                  </p:childTnLst>
                                </p:cTn>
                              </p:par>
                            </p:childTnLst>
                          </p:cTn>
                        </p:par>
                        <p:par>
                          <p:cTn id="206" fill="hold">
                            <p:stCondLst>
                              <p:cond delay="500"/>
                            </p:stCondLst>
                            <p:childTnLst>
                              <p:par>
                                <p:cTn id="207" presetID="22" presetClass="entr" presetSubtype="1" fill="hold" nodeType="afterEffect">
                                  <p:stCondLst>
                                    <p:cond delay="0"/>
                                  </p:stCondLst>
                                  <p:childTnLst>
                                    <p:set>
                                      <p:cBhvr>
                                        <p:cTn id="208" dur="1" fill="hold">
                                          <p:stCondLst>
                                            <p:cond delay="0"/>
                                          </p:stCondLst>
                                        </p:cTn>
                                        <p:tgtEl>
                                          <p:spTgt spid="131"/>
                                        </p:tgtEl>
                                        <p:attrNameLst>
                                          <p:attrName>style.visibility</p:attrName>
                                        </p:attrNameLst>
                                      </p:cBhvr>
                                      <p:to>
                                        <p:strVal val="visible"/>
                                      </p:to>
                                    </p:set>
                                    <p:animEffect transition="in" filter="wipe(up)">
                                      <p:cBhvr>
                                        <p:cTn id="209" dur="500"/>
                                        <p:tgtEl>
                                          <p:spTgt spid="131"/>
                                        </p:tgtEl>
                                      </p:cBhvr>
                                    </p:animEffect>
                                  </p:childTnLst>
                                </p:cTn>
                              </p:par>
                            </p:childTnLst>
                          </p:cTn>
                        </p:par>
                        <p:par>
                          <p:cTn id="210" fill="hold">
                            <p:stCondLst>
                              <p:cond delay="1000"/>
                            </p:stCondLst>
                            <p:childTnLst>
                              <p:par>
                                <p:cTn id="211" presetID="22" presetClass="entr" presetSubtype="8" fill="hold" nodeType="afterEffect">
                                  <p:stCondLst>
                                    <p:cond delay="0"/>
                                  </p:stCondLst>
                                  <p:childTnLst>
                                    <p:set>
                                      <p:cBhvr>
                                        <p:cTn id="212" dur="1" fill="hold">
                                          <p:stCondLst>
                                            <p:cond delay="0"/>
                                          </p:stCondLst>
                                        </p:cTn>
                                        <p:tgtEl>
                                          <p:spTgt spid="134"/>
                                        </p:tgtEl>
                                        <p:attrNameLst>
                                          <p:attrName>style.visibility</p:attrName>
                                        </p:attrNameLst>
                                      </p:cBhvr>
                                      <p:to>
                                        <p:strVal val="visible"/>
                                      </p:to>
                                    </p:set>
                                    <p:animEffect transition="in" filter="wipe(left)">
                                      <p:cBhvr>
                                        <p:cTn id="213" dur="500"/>
                                        <p:tgtEl>
                                          <p:spTgt spid="134"/>
                                        </p:tgtEl>
                                      </p:cBhvr>
                                    </p:animEffect>
                                  </p:childTnLst>
                                </p:cTn>
                              </p:par>
                            </p:childTnLst>
                          </p:cTn>
                        </p:par>
                      </p:childTnLst>
                    </p:cTn>
                  </p:par>
                  <p:par>
                    <p:cTn id="214" fill="hold">
                      <p:stCondLst>
                        <p:cond delay="indefinite"/>
                      </p:stCondLst>
                      <p:childTnLst>
                        <p:par>
                          <p:cTn id="215" fill="hold">
                            <p:stCondLst>
                              <p:cond delay="0"/>
                            </p:stCondLst>
                            <p:childTnLst>
                              <p:par>
                                <p:cTn id="216" presetID="10" presetClass="exit" presetSubtype="0" fill="hold" grpId="1" nodeType="clickEffect">
                                  <p:stCondLst>
                                    <p:cond delay="0"/>
                                  </p:stCondLst>
                                  <p:childTnLst>
                                    <p:animEffect transition="out" filter="fade">
                                      <p:cBhvr>
                                        <p:cTn id="217" dur="500"/>
                                        <p:tgtEl>
                                          <p:spTgt spid="90"/>
                                        </p:tgtEl>
                                      </p:cBhvr>
                                    </p:animEffect>
                                    <p:set>
                                      <p:cBhvr>
                                        <p:cTn id="218" dur="1" fill="hold">
                                          <p:stCondLst>
                                            <p:cond delay="499"/>
                                          </p:stCondLst>
                                        </p:cTn>
                                        <p:tgtEl>
                                          <p:spTgt spid="90"/>
                                        </p:tgtEl>
                                        <p:attrNameLst>
                                          <p:attrName>style.visibility</p:attrName>
                                        </p:attrNameLst>
                                      </p:cBhvr>
                                      <p:to>
                                        <p:strVal val="hidden"/>
                                      </p:to>
                                    </p:set>
                                  </p:childTnLst>
                                </p:cTn>
                              </p:par>
                              <p:par>
                                <p:cTn id="219" presetID="10" presetClass="exit" presetSubtype="0" fill="hold" grpId="1" nodeType="withEffect">
                                  <p:stCondLst>
                                    <p:cond delay="0"/>
                                  </p:stCondLst>
                                  <p:childTnLst>
                                    <p:animEffect transition="out" filter="fade">
                                      <p:cBhvr>
                                        <p:cTn id="220" dur="500"/>
                                        <p:tgtEl>
                                          <p:spTgt spid="93"/>
                                        </p:tgtEl>
                                      </p:cBhvr>
                                    </p:animEffect>
                                    <p:set>
                                      <p:cBhvr>
                                        <p:cTn id="221" dur="1" fill="hold">
                                          <p:stCondLst>
                                            <p:cond delay="499"/>
                                          </p:stCondLst>
                                        </p:cTn>
                                        <p:tgtEl>
                                          <p:spTgt spid="93"/>
                                        </p:tgtEl>
                                        <p:attrNameLst>
                                          <p:attrName>style.visibility</p:attrName>
                                        </p:attrNameLst>
                                      </p:cBhvr>
                                      <p:to>
                                        <p:strVal val="hidden"/>
                                      </p:to>
                                    </p:set>
                                  </p:childTnLst>
                                </p:cTn>
                              </p:par>
                              <p:par>
                                <p:cTn id="222" presetID="10" presetClass="exit" presetSubtype="0" fill="hold" nodeType="withEffect">
                                  <p:stCondLst>
                                    <p:cond delay="0"/>
                                  </p:stCondLst>
                                  <p:childTnLst>
                                    <p:animEffect transition="out" filter="fade">
                                      <p:cBhvr>
                                        <p:cTn id="223" dur="500"/>
                                        <p:tgtEl>
                                          <p:spTgt spid="103"/>
                                        </p:tgtEl>
                                      </p:cBhvr>
                                    </p:animEffect>
                                    <p:set>
                                      <p:cBhvr>
                                        <p:cTn id="224" dur="1" fill="hold">
                                          <p:stCondLst>
                                            <p:cond delay="499"/>
                                          </p:stCondLst>
                                        </p:cTn>
                                        <p:tgtEl>
                                          <p:spTgt spid="103"/>
                                        </p:tgtEl>
                                        <p:attrNameLst>
                                          <p:attrName>style.visibility</p:attrName>
                                        </p:attrNameLst>
                                      </p:cBhvr>
                                      <p:to>
                                        <p:strVal val="hidden"/>
                                      </p:to>
                                    </p:set>
                                  </p:childTnLst>
                                </p:cTn>
                              </p:par>
                              <p:par>
                                <p:cTn id="225" presetID="10" presetClass="exit" presetSubtype="0" fill="hold" nodeType="withEffect">
                                  <p:stCondLst>
                                    <p:cond delay="0"/>
                                  </p:stCondLst>
                                  <p:childTnLst>
                                    <p:animEffect transition="out" filter="fade">
                                      <p:cBhvr>
                                        <p:cTn id="226" dur="500"/>
                                        <p:tgtEl>
                                          <p:spTgt spid="128"/>
                                        </p:tgtEl>
                                      </p:cBhvr>
                                    </p:animEffect>
                                    <p:set>
                                      <p:cBhvr>
                                        <p:cTn id="227" dur="1" fill="hold">
                                          <p:stCondLst>
                                            <p:cond delay="499"/>
                                          </p:stCondLst>
                                        </p:cTn>
                                        <p:tgtEl>
                                          <p:spTgt spid="128"/>
                                        </p:tgtEl>
                                        <p:attrNameLst>
                                          <p:attrName>style.visibility</p:attrName>
                                        </p:attrNameLst>
                                      </p:cBhvr>
                                      <p:to>
                                        <p:strVal val="hidden"/>
                                      </p:to>
                                    </p:set>
                                  </p:childTnLst>
                                </p:cTn>
                              </p:par>
                              <p:par>
                                <p:cTn id="228" presetID="10" presetClass="exit" presetSubtype="0" fill="hold" nodeType="withEffect">
                                  <p:stCondLst>
                                    <p:cond delay="0"/>
                                  </p:stCondLst>
                                  <p:childTnLst>
                                    <p:animEffect transition="out" filter="fade">
                                      <p:cBhvr>
                                        <p:cTn id="229" dur="500"/>
                                        <p:tgtEl>
                                          <p:spTgt spid="129"/>
                                        </p:tgtEl>
                                      </p:cBhvr>
                                    </p:animEffect>
                                    <p:set>
                                      <p:cBhvr>
                                        <p:cTn id="230" dur="1" fill="hold">
                                          <p:stCondLst>
                                            <p:cond delay="499"/>
                                          </p:stCondLst>
                                        </p:cTn>
                                        <p:tgtEl>
                                          <p:spTgt spid="129"/>
                                        </p:tgtEl>
                                        <p:attrNameLst>
                                          <p:attrName>style.visibility</p:attrName>
                                        </p:attrNameLst>
                                      </p:cBhvr>
                                      <p:to>
                                        <p:strVal val="hidden"/>
                                      </p:to>
                                    </p:set>
                                  </p:childTnLst>
                                </p:cTn>
                              </p:par>
                              <p:par>
                                <p:cTn id="231" presetID="10" presetClass="exit" presetSubtype="0" fill="hold" grpId="2" nodeType="withEffect">
                                  <p:stCondLst>
                                    <p:cond delay="0"/>
                                  </p:stCondLst>
                                  <p:childTnLst>
                                    <p:animEffect transition="out" filter="fade">
                                      <p:cBhvr>
                                        <p:cTn id="232" dur="500"/>
                                        <p:tgtEl>
                                          <p:spTgt spid="102"/>
                                        </p:tgtEl>
                                      </p:cBhvr>
                                    </p:animEffect>
                                    <p:set>
                                      <p:cBhvr>
                                        <p:cTn id="233" dur="1" fill="hold">
                                          <p:stCondLst>
                                            <p:cond delay="499"/>
                                          </p:stCondLst>
                                        </p:cTn>
                                        <p:tgtEl>
                                          <p:spTgt spid="102"/>
                                        </p:tgtEl>
                                        <p:attrNameLst>
                                          <p:attrName>style.visibility</p:attrName>
                                        </p:attrNameLst>
                                      </p:cBhvr>
                                      <p:to>
                                        <p:strVal val="hidden"/>
                                      </p:to>
                                    </p:set>
                                  </p:childTnLst>
                                </p:cTn>
                              </p:par>
                              <p:par>
                                <p:cTn id="234" presetID="10" presetClass="exit" presetSubtype="0" fill="hold" grpId="2" nodeType="withEffect">
                                  <p:stCondLst>
                                    <p:cond delay="0"/>
                                  </p:stCondLst>
                                  <p:childTnLst>
                                    <p:animEffect transition="out" filter="fade">
                                      <p:cBhvr>
                                        <p:cTn id="235" dur="500"/>
                                        <p:tgtEl>
                                          <p:spTgt spid="99"/>
                                        </p:tgtEl>
                                      </p:cBhvr>
                                    </p:animEffect>
                                    <p:set>
                                      <p:cBhvr>
                                        <p:cTn id="236" dur="1" fill="hold">
                                          <p:stCondLst>
                                            <p:cond delay="499"/>
                                          </p:stCondLst>
                                        </p:cTn>
                                        <p:tgtEl>
                                          <p:spTgt spid="99"/>
                                        </p:tgtEl>
                                        <p:attrNameLst>
                                          <p:attrName>style.visibility</p:attrName>
                                        </p:attrNameLst>
                                      </p:cBhvr>
                                      <p:to>
                                        <p:strVal val="hidden"/>
                                      </p:to>
                                    </p:set>
                                  </p:childTnLst>
                                </p:cTn>
                              </p:par>
                              <p:par>
                                <p:cTn id="237" presetID="10" presetClass="exit" presetSubtype="0" fill="hold" grpId="2" nodeType="withEffect">
                                  <p:stCondLst>
                                    <p:cond delay="0"/>
                                  </p:stCondLst>
                                  <p:childTnLst>
                                    <p:animEffect transition="out" filter="fade">
                                      <p:cBhvr>
                                        <p:cTn id="238" dur="500"/>
                                        <p:tgtEl>
                                          <p:spTgt spid="100"/>
                                        </p:tgtEl>
                                      </p:cBhvr>
                                    </p:animEffect>
                                    <p:set>
                                      <p:cBhvr>
                                        <p:cTn id="239" dur="1" fill="hold">
                                          <p:stCondLst>
                                            <p:cond delay="499"/>
                                          </p:stCondLst>
                                        </p:cTn>
                                        <p:tgtEl>
                                          <p:spTgt spid="100"/>
                                        </p:tgtEl>
                                        <p:attrNameLst>
                                          <p:attrName>style.visibility</p:attrName>
                                        </p:attrNameLst>
                                      </p:cBhvr>
                                      <p:to>
                                        <p:strVal val="hidden"/>
                                      </p:to>
                                    </p:set>
                                  </p:childTnLst>
                                </p:cTn>
                              </p:par>
                              <p:par>
                                <p:cTn id="240" presetID="10" presetClass="exit" presetSubtype="0" fill="hold" grpId="2" nodeType="withEffect">
                                  <p:stCondLst>
                                    <p:cond delay="0"/>
                                  </p:stCondLst>
                                  <p:childTnLst>
                                    <p:animEffect transition="out" filter="fade">
                                      <p:cBhvr>
                                        <p:cTn id="241" dur="500"/>
                                        <p:tgtEl>
                                          <p:spTgt spid="101"/>
                                        </p:tgtEl>
                                      </p:cBhvr>
                                    </p:animEffect>
                                    <p:set>
                                      <p:cBhvr>
                                        <p:cTn id="242" dur="1" fill="hold">
                                          <p:stCondLst>
                                            <p:cond delay="499"/>
                                          </p:stCondLst>
                                        </p:cTn>
                                        <p:tgtEl>
                                          <p:spTgt spid="101"/>
                                        </p:tgtEl>
                                        <p:attrNameLst>
                                          <p:attrName>style.visibility</p:attrName>
                                        </p:attrNameLst>
                                      </p:cBhvr>
                                      <p:to>
                                        <p:strVal val="hidden"/>
                                      </p:to>
                                    </p:set>
                                  </p:childTnLst>
                                </p:cTn>
                              </p:par>
                              <p:par>
                                <p:cTn id="243" presetID="22" presetClass="exit" presetSubtype="2" fill="hold" nodeType="withEffect">
                                  <p:stCondLst>
                                    <p:cond delay="0"/>
                                  </p:stCondLst>
                                  <p:childTnLst>
                                    <p:animEffect transition="out" filter="wipe(right)">
                                      <p:cBhvr>
                                        <p:cTn id="244" dur="500"/>
                                        <p:tgtEl>
                                          <p:spTgt spid="88"/>
                                        </p:tgtEl>
                                      </p:cBhvr>
                                    </p:animEffect>
                                    <p:set>
                                      <p:cBhvr>
                                        <p:cTn id="245" dur="1" fill="hold">
                                          <p:stCondLst>
                                            <p:cond delay="499"/>
                                          </p:stCondLst>
                                        </p:cTn>
                                        <p:tgtEl>
                                          <p:spTgt spid="88"/>
                                        </p:tgtEl>
                                        <p:attrNameLst>
                                          <p:attrName>style.visibility</p:attrName>
                                        </p:attrNameLst>
                                      </p:cBhvr>
                                      <p:to>
                                        <p:strVal val="hidden"/>
                                      </p:to>
                                    </p:set>
                                  </p:childTnLst>
                                </p:cTn>
                              </p:par>
                            </p:childTnLst>
                          </p:cTn>
                        </p:par>
                        <p:par>
                          <p:cTn id="246" fill="hold">
                            <p:stCondLst>
                              <p:cond delay="500"/>
                            </p:stCondLst>
                            <p:childTnLst>
                              <p:par>
                                <p:cTn id="247" presetID="22" presetClass="exit" presetSubtype="1" fill="hold" nodeType="afterEffect">
                                  <p:stCondLst>
                                    <p:cond delay="0"/>
                                  </p:stCondLst>
                                  <p:childTnLst>
                                    <p:animEffect transition="out" filter="wipe(up)">
                                      <p:cBhvr>
                                        <p:cTn id="248" dur="500"/>
                                        <p:tgtEl>
                                          <p:spTgt spid="87"/>
                                        </p:tgtEl>
                                      </p:cBhvr>
                                    </p:animEffect>
                                    <p:set>
                                      <p:cBhvr>
                                        <p:cTn id="249" dur="1" fill="hold">
                                          <p:stCondLst>
                                            <p:cond delay="499"/>
                                          </p:stCondLst>
                                        </p:cTn>
                                        <p:tgtEl>
                                          <p:spTgt spid="87"/>
                                        </p:tgtEl>
                                        <p:attrNameLst>
                                          <p:attrName>style.visibility</p:attrName>
                                        </p:attrNameLst>
                                      </p:cBhvr>
                                      <p:to>
                                        <p:strVal val="hidden"/>
                                      </p:to>
                                    </p:set>
                                  </p:childTnLst>
                                </p:cTn>
                              </p:par>
                            </p:childTnLst>
                          </p:cTn>
                        </p:par>
                        <p:par>
                          <p:cTn id="250" fill="hold">
                            <p:stCondLst>
                              <p:cond delay="1000"/>
                            </p:stCondLst>
                            <p:childTnLst>
                              <p:par>
                                <p:cTn id="251" presetID="22" presetClass="exit" presetSubtype="2" fill="hold" nodeType="afterEffect">
                                  <p:stCondLst>
                                    <p:cond delay="0"/>
                                  </p:stCondLst>
                                  <p:childTnLst>
                                    <p:animEffect transition="out" filter="wipe(right)">
                                      <p:cBhvr>
                                        <p:cTn id="252" dur="500"/>
                                        <p:tgtEl>
                                          <p:spTgt spid="89"/>
                                        </p:tgtEl>
                                      </p:cBhvr>
                                    </p:animEffect>
                                    <p:set>
                                      <p:cBhvr>
                                        <p:cTn id="253" dur="1" fill="hold">
                                          <p:stCondLst>
                                            <p:cond delay="499"/>
                                          </p:stCondLst>
                                        </p:cTn>
                                        <p:tgtEl>
                                          <p:spTgt spid="89"/>
                                        </p:tgtEl>
                                        <p:attrNameLst>
                                          <p:attrName>style.visibility</p:attrName>
                                        </p:attrNameLst>
                                      </p:cBhvr>
                                      <p:to>
                                        <p:strVal val="hidden"/>
                                      </p:to>
                                    </p:set>
                                  </p:childTnLst>
                                </p:cTn>
                              </p:par>
                            </p:childTnLst>
                          </p:cTn>
                        </p:par>
                      </p:childTnLst>
                    </p:cTn>
                  </p:par>
                  <p:par>
                    <p:cTn id="254" fill="hold">
                      <p:stCondLst>
                        <p:cond delay="indefinite"/>
                      </p:stCondLst>
                      <p:childTnLst>
                        <p:par>
                          <p:cTn id="255" fill="hold">
                            <p:stCondLst>
                              <p:cond delay="0"/>
                            </p:stCondLst>
                            <p:childTnLst>
                              <p:par>
                                <p:cTn id="256" presetID="42" presetClass="exit" presetSubtype="0" fill="hold" nodeType="clickEffect">
                                  <p:stCondLst>
                                    <p:cond delay="0"/>
                                  </p:stCondLst>
                                  <p:childTnLst>
                                    <p:animEffect transition="out" filter="fade">
                                      <p:cBhvr>
                                        <p:cTn id="257" dur="1000"/>
                                        <p:tgtEl>
                                          <p:spTgt spid="117"/>
                                        </p:tgtEl>
                                      </p:cBhvr>
                                    </p:animEffect>
                                    <p:anim calcmode="lin" valueType="num">
                                      <p:cBhvr>
                                        <p:cTn id="258" dur="1000"/>
                                        <p:tgtEl>
                                          <p:spTgt spid="117"/>
                                        </p:tgtEl>
                                        <p:attrNameLst>
                                          <p:attrName>ppt_x</p:attrName>
                                        </p:attrNameLst>
                                      </p:cBhvr>
                                      <p:tavLst>
                                        <p:tav tm="0">
                                          <p:val>
                                            <p:strVal val="ppt_x"/>
                                          </p:val>
                                        </p:tav>
                                        <p:tav tm="100000">
                                          <p:val>
                                            <p:strVal val="ppt_x"/>
                                          </p:val>
                                        </p:tav>
                                      </p:tavLst>
                                    </p:anim>
                                    <p:anim calcmode="lin" valueType="num">
                                      <p:cBhvr>
                                        <p:cTn id="259" dur="1000"/>
                                        <p:tgtEl>
                                          <p:spTgt spid="117"/>
                                        </p:tgtEl>
                                        <p:attrNameLst>
                                          <p:attrName>ppt_y</p:attrName>
                                        </p:attrNameLst>
                                      </p:cBhvr>
                                      <p:tavLst>
                                        <p:tav tm="0">
                                          <p:val>
                                            <p:strVal val="ppt_y"/>
                                          </p:val>
                                        </p:tav>
                                        <p:tav tm="100000">
                                          <p:val>
                                            <p:strVal val="ppt_y+.1"/>
                                          </p:val>
                                        </p:tav>
                                      </p:tavLst>
                                    </p:anim>
                                    <p:set>
                                      <p:cBhvr>
                                        <p:cTn id="260" dur="1" fill="hold">
                                          <p:stCondLst>
                                            <p:cond delay="999"/>
                                          </p:stCondLst>
                                        </p:cTn>
                                        <p:tgtEl>
                                          <p:spTgt spid="117"/>
                                        </p:tgtEl>
                                        <p:attrNameLst>
                                          <p:attrName>style.visibility</p:attrName>
                                        </p:attrNameLst>
                                      </p:cBhvr>
                                      <p:to>
                                        <p:strVal val="hidden"/>
                                      </p:to>
                                    </p:set>
                                  </p:childTnLst>
                                </p:cTn>
                              </p:par>
                              <p:par>
                                <p:cTn id="261" presetID="10" presetClass="exit" presetSubtype="0" fill="hold" grpId="2" nodeType="withEffect">
                                  <p:stCondLst>
                                    <p:cond delay="0"/>
                                  </p:stCondLst>
                                  <p:childTnLst>
                                    <p:animEffect transition="out" filter="fade">
                                      <p:cBhvr>
                                        <p:cTn id="262" dur="500"/>
                                        <p:tgtEl>
                                          <p:spTgt spid="127"/>
                                        </p:tgtEl>
                                      </p:cBhvr>
                                    </p:animEffect>
                                    <p:set>
                                      <p:cBhvr>
                                        <p:cTn id="263" dur="1" fill="hold">
                                          <p:stCondLst>
                                            <p:cond delay="499"/>
                                          </p:stCondLst>
                                        </p:cTn>
                                        <p:tgtEl>
                                          <p:spTgt spid="127"/>
                                        </p:tgtEl>
                                        <p:attrNameLst>
                                          <p:attrName>style.visibility</p:attrName>
                                        </p:attrNameLst>
                                      </p:cBhvr>
                                      <p:to>
                                        <p:strVal val="hidden"/>
                                      </p:to>
                                    </p:set>
                                  </p:childTnLst>
                                </p:cTn>
                              </p:par>
                              <p:par>
                                <p:cTn id="264" presetID="22" presetClass="exit" presetSubtype="2" fill="hold" nodeType="withEffect">
                                  <p:stCondLst>
                                    <p:cond delay="0"/>
                                  </p:stCondLst>
                                  <p:childTnLst>
                                    <p:animEffect transition="out" filter="wipe(right)">
                                      <p:cBhvr>
                                        <p:cTn id="265" dur="500"/>
                                        <p:tgtEl>
                                          <p:spTgt spid="130"/>
                                        </p:tgtEl>
                                      </p:cBhvr>
                                    </p:animEffect>
                                    <p:set>
                                      <p:cBhvr>
                                        <p:cTn id="266" dur="1" fill="hold">
                                          <p:stCondLst>
                                            <p:cond delay="499"/>
                                          </p:stCondLst>
                                        </p:cTn>
                                        <p:tgtEl>
                                          <p:spTgt spid="130"/>
                                        </p:tgtEl>
                                        <p:attrNameLst>
                                          <p:attrName>style.visibility</p:attrName>
                                        </p:attrNameLst>
                                      </p:cBhvr>
                                      <p:to>
                                        <p:strVal val="hidden"/>
                                      </p:to>
                                    </p:set>
                                  </p:childTnLst>
                                </p:cTn>
                              </p:par>
                            </p:childTnLst>
                          </p:cTn>
                        </p:par>
                        <p:par>
                          <p:cTn id="267" fill="hold">
                            <p:stCondLst>
                              <p:cond delay="1000"/>
                            </p:stCondLst>
                            <p:childTnLst>
                              <p:par>
                                <p:cTn id="268" presetID="22" presetClass="exit" presetSubtype="1" fill="hold" nodeType="afterEffect">
                                  <p:stCondLst>
                                    <p:cond delay="0"/>
                                  </p:stCondLst>
                                  <p:childTnLst>
                                    <p:animEffect transition="out" filter="wipe(up)">
                                      <p:cBhvr>
                                        <p:cTn id="269" dur="500"/>
                                        <p:tgtEl>
                                          <p:spTgt spid="131"/>
                                        </p:tgtEl>
                                      </p:cBhvr>
                                    </p:animEffect>
                                    <p:set>
                                      <p:cBhvr>
                                        <p:cTn id="270" dur="1" fill="hold">
                                          <p:stCondLst>
                                            <p:cond delay="499"/>
                                          </p:stCondLst>
                                        </p:cTn>
                                        <p:tgtEl>
                                          <p:spTgt spid="131"/>
                                        </p:tgtEl>
                                        <p:attrNameLst>
                                          <p:attrName>style.visibility</p:attrName>
                                        </p:attrNameLst>
                                      </p:cBhvr>
                                      <p:to>
                                        <p:strVal val="hidden"/>
                                      </p:to>
                                    </p:set>
                                  </p:childTnLst>
                                </p:cTn>
                              </p:par>
                            </p:childTnLst>
                          </p:cTn>
                        </p:par>
                      </p:childTnLst>
                    </p:cTn>
                  </p:par>
                  <p:par>
                    <p:cTn id="271" fill="hold">
                      <p:stCondLst>
                        <p:cond delay="indefinite"/>
                      </p:stCondLst>
                      <p:childTnLst>
                        <p:par>
                          <p:cTn id="272" fill="hold">
                            <p:stCondLst>
                              <p:cond delay="0"/>
                            </p:stCondLst>
                            <p:childTnLst>
                              <p:par>
                                <p:cTn id="273" presetID="22" presetClass="entr" presetSubtype="2" fill="hold" nodeType="clickEffect">
                                  <p:stCondLst>
                                    <p:cond delay="0"/>
                                  </p:stCondLst>
                                  <p:childTnLst>
                                    <p:set>
                                      <p:cBhvr>
                                        <p:cTn id="274" dur="1" fill="hold">
                                          <p:stCondLst>
                                            <p:cond delay="0"/>
                                          </p:stCondLst>
                                        </p:cTn>
                                        <p:tgtEl>
                                          <p:spTgt spid="139"/>
                                        </p:tgtEl>
                                        <p:attrNameLst>
                                          <p:attrName>style.visibility</p:attrName>
                                        </p:attrNameLst>
                                      </p:cBhvr>
                                      <p:to>
                                        <p:strVal val="visible"/>
                                      </p:to>
                                    </p:set>
                                    <p:animEffect transition="in" filter="wipe(right)">
                                      <p:cBhvr>
                                        <p:cTn id="275" dur="500"/>
                                        <p:tgtEl>
                                          <p:spTgt spid="139"/>
                                        </p:tgtEl>
                                      </p:cBhvr>
                                    </p:animEffect>
                                  </p:childTnLst>
                                </p:cTn>
                              </p:par>
                              <p:par>
                                <p:cTn id="276" presetID="22" presetClass="entr" presetSubtype="2" fill="hold" nodeType="withEffect">
                                  <p:stCondLst>
                                    <p:cond delay="0"/>
                                  </p:stCondLst>
                                  <p:childTnLst>
                                    <p:set>
                                      <p:cBhvr>
                                        <p:cTn id="277" dur="1" fill="hold">
                                          <p:stCondLst>
                                            <p:cond delay="0"/>
                                          </p:stCondLst>
                                        </p:cTn>
                                        <p:tgtEl>
                                          <p:spTgt spid="140"/>
                                        </p:tgtEl>
                                        <p:attrNameLst>
                                          <p:attrName>style.visibility</p:attrName>
                                        </p:attrNameLst>
                                      </p:cBhvr>
                                      <p:to>
                                        <p:strVal val="visible"/>
                                      </p:to>
                                    </p:set>
                                    <p:animEffect transition="in" filter="wipe(right)">
                                      <p:cBhvr>
                                        <p:cTn id="278" dur="500"/>
                                        <p:tgtEl>
                                          <p:spTgt spid="140"/>
                                        </p:tgtEl>
                                      </p:cBhvr>
                                    </p:animEffect>
                                  </p:childTnLst>
                                </p:cTn>
                              </p:par>
                              <p:par>
                                <p:cTn id="279" presetID="22" presetClass="entr" presetSubtype="2" fill="hold" nodeType="withEffect">
                                  <p:stCondLst>
                                    <p:cond delay="0"/>
                                  </p:stCondLst>
                                  <p:childTnLst>
                                    <p:set>
                                      <p:cBhvr>
                                        <p:cTn id="280" dur="1" fill="hold">
                                          <p:stCondLst>
                                            <p:cond delay="0"/>
                                          </p:stCondLst>
                                        </p:cTn>
                                        <p:tgtEl>
                                          <p:spTgt spid="142"/>
                                        </p:tgtEl>
                                        <p:attrNameLst>
                                          <p:attrName>style.visibility</p:attrName>
                                        </p:attrNameLst>
                                      </p:cBhvr>
                                      <p:to>
                                        <p:strVal val="visible"/>
                                      </p:to>
                                    </p:set>
                                    <p:animEffect transition="in" filter="wipe(right)">
                                      <p:cBhvr>
                                        <p:cTn id="281" dur="500"/>
                                        <p:tgtEl>
                                          <p:spTgt spid="142"/>
                                        </p:tgtEl>
                                      </p:cBhvr>
                                    </p:animEffect>
                                  </p:childTnLst>
                                </p:cTn>
                              </p:par>
                            </p:childTnLst>
                          </p:cTn>
                        </p:par>
                      </p:childTnLst>
                    </p:cTn>
                  </p:par>
                  <p:par>
                    <p:cTn id="282" fill="hold">
                      <p:stCondLst>
                        <p:cond delay="indefinite"/>
                      </p:stCondLst>
                      <p:childTnLst>
                        <p:par>
                          <p:cTn id="283" fill="hold">
                            <p:stCondLst>
                              <p:cond delay="0"/>
                            </p:stCondLst>
                            <p:childTnLst>
                              <p:par>
                                <p:cTn id="284" presetID="64" presetClass="path" presetSubtype="0" accel="50000" decel="50000" fill="hold" nodeType="clickEffect">
                                  <p:stCondLst>
                                    <p:cond delay="0"/>
                                  </p:stCondLst>
                                  <p:childTnLst>
                                    <p:animMotion origin="layout" path="M -4.16667E-7 3.7037E-7 L -0.00117 -0.15602 " pathEditMode="relative" rAng="0" ptsTypes="AA">
                                      <p:cBhvr>
                                        <p:cTn id="285" dur="1000" fill="hold"/>
                                        <p:tgtEl>
                                          <p:spTgt spid="23"/>
                                        </p:tgtEl>
                                        <p:attrNameLst>
                                          <p:attrName>ppt_x</p:attrName>
                                          <p:attrName>ppt_y</p:attrName>
                                        </p:attrNameLst>
                                      </p:cBhvr>
                                      <p:rCtr x="13" y="-8009"/>
                                    </p:animMotion>
                                  </p:childTnLst>
                                </p:cTn>
                              </p:par>
                            </p:childTnLst>
                          </p:cTn>
                        </p:par>
                        <p:par>
                          <p:cTn id="286" fill="hold">
                            <p:stCondLst>
                              <p:cond delay="1000"/>
                            </p:stCondLst>
                            <p:childTnLst>
                              <p:par>
                                <p:cTn id="287" presetID="63" presetClass="path" presetSubtype="0" accel="50000" decel="50000" fill="hold" nodeType="afterEffect">
                                  <p:stCondLst>
                                    <p:cond delay="0"/>
                                  </p:stCondLst>
                                  <p:childTnLst>
                                    <p:animMotion origin="layout" path="M -0.00117 -0.15602 L 0.14492 -0.15394 " pathEditMode="relative" rAng="0" ptsTypes="AA">
                                      <p:cBhvr>
                                        <p:cTn id="288" dur="1000" fill="hold"/>
                                        <p:tgtEl>
                                          <p:spTgt spid="23"/>
                                        </p:tgtEl>
                                        <p:attrNameLst>
                                          <p:attrName>ppt_x</p:attrName>
                                          <p:attrName>ppt_y</p:attrName>
                                        </p:attrNameLst>
                                      </p:cBhvr>
                                      <p:rCtr x="7305" y="93"/>
                                    </p:animMotion>
                                  </p:childTnLst>
                                </p:cTn>
                              </p:par>
                            </p:childTnLst>
                          </p:cTn>
                        </p:par>
                        <p:par>
                          <p:cTn id="289" fill="hold">
                            <p:stCondLst>
                              <p:cond delay="2000"/>
                            </p:stCondLst>
                            <p:childTnLst>
                              <p:par>
                                <p:cTn id="290" presetID="42" presetClass="path" presetSubtype="0" accel="50000" decel="50000" fill="hold" nodeType="afterEffect">
                                  <p:stCondLst>
                                    <p:cond delay="0"/>
                                  </p:stCondLst>
                                  <p:childTnLst>
                                    <p:animMotion origin="layout" path="M 0.14492 -0.15394 L 0.14453 0.04768 " pathEditMode="relative" rAng="0" ptsTypes="AA">
                                      <p:cBhvr>
                                        <p:cTn id="291" dur="1000" fill="hold"/>
                                        <p:tgtEl>
                                          <p:spTgt spid="23"/>
                                        </p:tgtEl>
                                        <p:attrNameLst>
                                          <p:attrName>ppt_x</p:attrName>
                                          <p:attrName>ppt_y</p:attrName>
                                        </p:attrNameLst>
                                      </p:cBhvr>
                                      <p:rCtr x="-26" y="100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2" grpId="0"/>
      <p:bldP spid="53" grpId="0" animBg="1"/>
      <p:bldP spid="55320" grpId="0"/>
      <p:bldP spid="123" grpId="0"/>
      <p:bldP spid="123" grpId="1"/>
      <p:bldP spid="124" grpId="0"/>
      <p:bldP spid="124" grpId="1"/>
      <p:bldP spid="125" grpId="0"/>
      <p:bldP spid="125" grpId="1"/>
      <p:bldP spid="126" grpId="0"/>
      <p:bldP spid="126" grpId="1"/>
      <p:bldP spid="133" grpId="0"/>
      <p:bldP spid="133" grpId="1"/>
      <p:bldP spid="135" grpId="0"/>
      <p:bldP spid="136" grpId="0"/>
      <p:bldP spid="138" grpId="0"/>
      <p:bldP spid="83" grpId="0"/>
      <p:bldP spid="83" grpId="1"/>
      <p:bldP spid="83" grpId="2"/>
      <p:bldP spid="84" grpId="0"/>
      <p:bldP spid="84" grpId="1"/>
      <p:bldP spid="85" grpId="0"/>
      <p:bldP spid="85" grpId="1"/>
      <p:bldP spid="86" grpId="0"/>
      <p:bldP spid="86" grpId="1"/>
      <p:bldP spid="90" grpId="0"/>
      <p:bldP spid="90" grpId="1"/>
      <p:bldP spid="93" grpId="0" animBg="1"/>
      <p:bldP spid="93" grpId="1" animBg="1"/>
      <p:bldP spid="94" grpId="0"/>
      <p:bldP spid="98" grpId="0"/>
      <p:bldP spid="98" grpId="1"/>
      <p:bldP spid="99" grpId="0"/>
      <p:bldP spid="99" grpId="1"/>
      <p:bldP spid="99" grpId="2"/>
      <p:bldP spid="100" grpId="0"/>
      <p:bldP spid="100" grpId="1"/>
      <p:bldP spid="100" grpId="2"/>
      <p:bldP spid="101" grpId="0"/>
      <p:bldP spid="101" grpId="1"/>
      <p:bldP spid="101" grpId="2"/>
      <p:bldP spid="102" grpId="0"/>
      <p:bldP spid="102" grpId="1"/>
      <p:bldP spid="102" grpId="2"/>
      <p:bldP spid="127" grpId="0"/>
      <p:bldP spid="127" grpId="1"/>
      <p:bldP spid="127" grpId="2"/>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2" name="矩形 122">
            <a:extLst>
              <a:ext uri="{FF2B5EF4-FFF2-40B4-BE49-F238E27FC236}">
                <a16:creationId xmlns:a16="http://schemas.microsoft.com/office/drawing/2014/main" id="{5FF56406-E7AE-4483-9D5A-BAE7466F84E8}"/>
              </a:ext>
            </a:extLst>
          </p:cNvPr>
          <p:cNvSpPr>
            <a:spLocks noChangeArrowheads="1"/>
          </p:cNvSpPr>
          <p:nvPr/>
        </p:nvSpPr>
        <p:spPr bwMode="auto">
          <a:xfrm>
            <a:off x="6142038" y="4250136"/>
            <a:ext cx="338554" cy="400110"/>
          </a:xfrm>
          <a:prstGeom prst="rect">
            <a:avLst/>
          </a:prstGeom>
          <a:noFill/>
          <a:ln w="9525">
            <a:noFill/>
            <a:miter lim="800000"/>
          </a:ln>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1</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52" name="矩形 51"/>
          <p:cNvSpPr>
            <a:spLocks noChangeArrowheads="1"/>
          </p:cNvSpPr>
          <p:nvPr/>
        </p:nvSpPr>
        <p:spPr bwMode="auto">
          <a:xfrm>
            <a:off x="4574348" y="1108075"/>
            <a:ext cx="3175000" cy="42481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void</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int</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n,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x,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y,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z</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if</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 n)</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2</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move(x,1,z);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3</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else</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endParaRPr lang="zh-CN" altLang="en-US"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等线" panose="02010600030101010101" pitchFamily="2" charset="-122"/>
                <a:cs typeface="+mn-cs"/>
              </a:rPr>
              <a:t>//</a:t>
            </a:r>
            <a:r>
              <a:rPr kumimoji="0" lang="zh-CN" altLang="en-US" sz="1800" b="1" i="0" u="none" strike="noStrike" kern="1200" cap="none" spc="0" normalizeH="0" baseline="0" noProof="0" dirty="0">
                <a:ln>
                  <a:noFill/>
                </a:ln>
                <a:solidFill>
                  <a:srgbClr val="70AD47">
                    <a:lumMod val="50000"/>
                  </a:srgbClr>
                </a:solidFill>
                <a:effectLst/>
                <a:uLnTx/>
                <a:uFillTx/>
                <a:latin typeface="楷体" panose="02010609060101010101" pitchFamily="49" charset="-122"/>
                <a:ea typeface="楷体" panose="02010609060101010101" pitchFamily="49" charset="-122"/>
                <a:cs typeface="+mn-cs"/>
              </a:rPr>
              <a:t>实参：</a:t>
            </a:r>
            <a:endParaRPr kumimoji="0" lang="zh-CN" altLang="en-US" sz="1800" b="1" i="0"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楷体" panose="02010609060101010101" pitchFamily="49"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4</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(n–1,x,z,y);</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等线" panose="02010600030101010101" pitchFamily="2" charset="-122"/>
                <a:cs typeface="+mn-cs"/>
              </a:rPr>
              <a:t>//</a:t>
            </a:r>
            <a:r>
              <a:rPr kumimoji="0" lang="zh-CN" altLang="en-US" sz="1800" b="1" i="0" u="none" strike="noStrike" kern="1200" cap="none" spc="0" normalizeH="0" baseline="0" noProof="0" dirty="0">
                <a:ln>
                  <a:noFill/>
                </a:ln>
                <a:solidFill>
                  <a:srgbClr val="70AD47">
                    <a:lumMod val="50000"/>
                  </a:srgbClr>
                </a:solidFill>
                <a:effectLst/>
                <a:uLnTx/>
                <a:uFillTx/>
                <a:latin typeface="楷体" panose="02010609060101010101" pitchFamily="49" charset="-122"/>
                <a:ea typeface="楷体" panose="02010609060101010101" pitchFamily="49" charset="-122"/>
                <a:cs typeface="+mn-cs"/>
              </a:rPr>
              <a:t>实参：</a:t>
            </a:r>
            <a:endParaRPr kumimoji="0" lang="en-US" altLang="zh-CN" sz="1800" b="1" i="1"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5</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x,n,z</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6</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(n–1,y,x,z);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7</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8</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p>
        </p:txBody>
      </p:sp>
      <p:sp>
        <p:nvSpPr>
          <p:cNvPr id="30" name="矩形 122">
            <a:extLst>
              <a:ext uri="{FF2B5EF4-FFF2-40B4-BE49-F238E27FC236}">
                <a16:creationId xmlns:a16="http://schemas.microsoft.com/office/drawing/2014/main" id="{8A9C4C6B-EB08-27D2-A0B4-1BAB8D4AF95E}"/>
              </a:ext>
            </a:extLst>
          </p:cNvPr>
          <p:cNvSpPr>
            <a:spLocks noChangeArrowheads="1"/>
          </p:cNvSpPr>
          <p:nvPr/>
        </p:nvSpPr>
        <p:spPr bwMode="auto">
          <a:xfrm>
            <a:off x="6140658" y="4253498"/>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1</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55298" name="矩形 3"/>
          <p:cNvSpPr>
            <a:spLocks noChangeArrowheads="1"/>
          </p:cNvSpPr>
          <p:nvPr/>
        </p:nvSpPr>
        <p:spPr bwMode="auto">
          <a:xfrm>
            <a:off x="752017" y="1168689"/>
            <a:ext cx="3175001" cy="3970337"/>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void</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int</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n,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x,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y,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z</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if</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 n)</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2</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move(x,1,z);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3</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else</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endParaRPr lang="zh-CN" altLang="en-US"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等线" panose="02010600030101010101" pitchFamily="2" charset="-122"/>
                <a:cs typeface="+mn-cs"/>
              </a:rPr>
              <a:t>//</a:t>
            </a:r>
            <a:r>
              <a:rPr kumimoji="0" lang="zh-CN" altLang="en-US" sz="1800" b="1" i="0" u="none" strike="noStrike" kern="1200" cap="none" spc="0" normalizeH="0" baseline="0" noProof="0" dirty="0">
                <a:ln>
                  <a:noFill/>
                </a:ln>
                <a:solidFill>
                  <a:srgbClr val="70AD47">
                    <a:lumMod val="50000"/>
                  </a:srgbClr>
                </a:solidFill>
                <a:effectLst/>
                <a:uLnTx/>
                <a:uFillTx/>
                <a:latin typeface="楷体" panose="02010609060101010101" pitchFamily="49" charset="-122"/>
                <a:ea typeface="楷体" panose="02010609060101010101" pitchFamily="49" charset="-122"/>
                <a:cs typeface="+mn-cs"/>
              </a:rPr>
              <a:t>实参：</a:t>
            </a:r>
            <a:endParaRPr kumimoji="0" lang="zh-CN" altLang="en-US" sz="1800" b="1" i="1" u="none" strike="noStrike" kern="1200" cap="none" spc="0" normalizeH="0" baseline="0" noProof="0" dirty="0">
              <a:ln>
                <a:noFill/>
              </a:ln>
              <a:solidFill>
                <a:srgbClr val="70AD47">
                  <a:lumMod val="50000"/>
                </a:srgbClr>
              </a:solidFill>
              <a:effectLst/>
              <a:uLnTx/>
              <a:uFillTx/>
              <a:latin typeface="Courier New" panose="02070309020205020404" pitchFamily="49" charset="0"/>
              <a:ea typeface="楷体" panose="02010609060101010101" pitchFamily="49"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4</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(n–1,x,z,y);</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5</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x,n,z</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6</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(n–1,y,x,z);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7</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8</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p>
        </p:txBody>
      </p:sp>
      <p:sp>
        <p:nvSpPr>
          <p:cNvPr id="55300" name="直接连接符 10"/>
          <p:cNvSpPr>
            <a:spLocks noChangeShapeType="1"/>
          </p:cNvSpPr>
          <p:nvPr/>
        </p:nvSpPr>
        <p:spPr bwMode="auto">
          <a:xfrm>
            <a:off x="2662238" y="5340351"/>
            <a:ext cx="0" cy="1389063"/>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01" name="直接连接符 11"/>
          <p:cNvSpPr>
            <a:spLocks noChangeShapeType="1"/>
          </p:cNvSpPr>
          <p:nvPr/>
        </p:nvSpPr>
        <p:spPr bwMode="auto">
          <a:xfrm>
            <a:off x="4437063" y="5389563"/>
            <a:ext cx="0" cy="1325562"/>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02" name="直接连接符 12"/>
          <p:cNvSpPr>
            <a:spLocks noChangeShapeType="1"/>
          </p:cNvSpPr>
          <p:nvPr/>
        </p:nvSpPr>
        <p:spPr bwMode="auto">
          <a:xfrm>
            <a:off x="6192838" y="5389563"/>
            <a:ext cx="0" cy="1325562"/>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nvGrpSpPr>
          <p:cNvPr id="55305" name="组合 5"/>
          <p:cNvGrpSpPr/>
          <p:nvPr/>
        </p:nvGrpSpPr>
        <p:grpSpPr bwMode="auto">
          <a:xfrm>
            <a:off x="1868488" y="6259514"/>
            <a:ext cx="1587500" cy="830997"/>
            <a:chOff x="-32606" y="-31897"/>
            <a:chExt cx="2275840" cy="1150781"/>
          </a:xfrm>
        </p:grpSpPr>
        <p:sp>
          <p:nvSpPr>
            <p:cNvPr id="55409" name="矩形 17"/>
            <p:cNvSpPr>
              <a:spLocks noChangeArrowheads="1"/>
            </p:cNvSpPr>
            <p:nvPr/>
          </p:nvSpPr>
          <p:spPr bwMode="auto">
            <a:xfrm>
              <a:off x="-32606" y="50892"/>
              <a:ext cx="2275840" cy="498055"/>
            </a:xfrm>
            <a:prstGeom prst="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10800000" scaled="1"/>
              <a:tileRect/>
            </a:gradFill>
            <a:ln w="63500">
              <a:solidFill>
                <a:srgbClr val="7030A0"/>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20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55410" name="文本框 23"/>
            <p:cNvSpPr>
              <a:spLocks noChangeArrowheads="1"/>
            </p:cNvSpPr>
            <p:nvPr/>
          </p:nvSpPr>
          <p:spPr bwMode="auto">
            <a:xfrm>
              <a:off x="232313" y="-31897"/>
              <a:ext cx="275492" cy="1150781"/>
            </a:xfrm>
            <a:prstGeom prst="rect">
              <a:avLst/>
            </a:prstGeom>
            <a:noFill/>
            <a:ln w="9525">
              <a:noFill/>
              <a:miter lim="800000"/>
            </a:ln>
          </p:spPr>
          <p:txBody>
            <a:bodyP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Calibri" panose="020F0502020204030204" pitchFamily="34" charset="0"/>
                </a:rPr>
                <a:t>3</a:t>
              </a:r>
              <a:endParaRPr kumimoji="0" lang="zh-CN" altLang="en-US"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sp>
        <p:nvSpPr>
          <p:cNvPr id="19" name="文本框 16"/>
          <p:cNvSpPr>
            <a:spLocks noChangeArrowheads="1"/>
          </p:cNvSpPr>
          <p:nvPr/>
        </p:nvSpPr>
        <p:spPr bwMode="auto">
          <a:xfrm>
            <a:off x="2460625" y="4846639"/>
            <a:ext cx="433132" cy="584775"/>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3200" b="1" i="0" u="none" strike="noStrike" kern="1200" cap="none" spc="0" normalizeH="0" baseline="0" noProof="0" dirty="0">
                <a:ln>
                  <a:noFill/>
                </a:ln>
                <a:solidFill>
                  <a:srgbClr val="000000"/>
                </a:solidFill>
                <a:effectLst/>
                <a:uLnTx/>
                <a:uFillTx/>
                <a:latin typeface="Calibri" panose="020F0502020204030204" pitchFamily="34" charset="0"/>
                <a:ea typeface="等线" panose="02010600030101010101" pitchFamily="2" charset="-122"/>
                <a:cs typeface="+mn-cs"/>
                <a:sym typeface="Calibri" panose="020F0502020204030204" pitchFamily="34" charset="0"/>
              </a:rPr>
              <a:t>A</a:t>
            </a:r>
            <a:endParaRPr kumimoji="0" lang="zh-CN" altLang="en-US" sz="3200" b="1" i="0" u="none" strike="noStrike" kern="1200" cap="none" spc="0" normalizeH="0" baseline="0" noProof="0" dirty="0">
              <a:ln>
                <a:noFill/>
              </a:ln>
              <a:solidFill>
                <a:srgbClr val="00000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sp>
        <p:nvSpPr>
          <p:cNvPr id="55307" name="文本框 20"/>
          <p:cNvSpPr>
            <a:spLocks noChangeArrowheads="1"/>
          </p:cNvSpPr>
          <p:nvPr/>
        </p:nvSpPr>
        <p:spPr bwMode="auto">
          <a:xfrm>
            <a:off x="5995988" y="4860926"/>
            <a:ext cx="402674" cy="584775"/>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3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mn-cs"/>
                <a:sym typeface="Calibri" panose="020F0502020204030204" pitchFamily="34" charset="0"/>
              </a:rPr>
              <a:t>C</a:t>
            </a:r>
            <a:endParaRPr kumimoji="0" lang="zh-CN" altLang="en-US" sz="3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sp>
        <p:nvSpPr>
          <p:cNvPr id="21" name="文本框 24"/>
          <p:cNvSpPr>
            <a:spLocks noChangeArrowheads="1"/>
          </p:cNvSpPr>
          <p:nvPr/>
        </p:nvSpPr>
        <p:spPr bwMode="auto">
          <a:xfrm>
            <a:off x="4251325" y="4840289"/>
            <a:ext cx="415498" cy="584775"/>
          </a:xfrm>
          <a:prstGeom prst="rect">
            <a:avLst/>
          </a:prstGeom>
          <a:noFill/>
          <a:ln w="9525">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3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mn-cs"/>
                <a:sym typeface="Calibri" panose="020F0502020204030204" pitchFamily="34" charset="0"/>
              </a:rPr>
              <a:t>B</a:t>
            </a:r>
            <a:endParaRPr kumimoji="0" lang="zh-CN" altLang="en-US" sz="3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sp>
        <p:nvSpPr>
          <p:cNvPr id="49" name="文本框 16"/>
          <p:cNvSpPr>
            <a:spLocks noChangeArrowheads="1"/>
          </p:cNvSpPr>
          <p:nvPr/>
        </p:nvSpPr>
        <p:spPr bwMode="auto">
          <a:xfrm>
            <a:off x="1435393" y="4592782"/>
            <a:ext cx="1226846"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第</a:t>
            </a:r>
            <a:r>
              <a:rPr kumimoji="0" lang="en-US" altLang="zh-CN" sz="1800" b="1"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0</a:t>
            </a:r>
            <a:r>
              <a:rPr kumimoji="0" lang="zh-CN" altLang="en-US" sz="1800" b="1"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层调用</a:t>
            </a:r>
          </a:p>
        </p:txBody>
      </p:sp>
      <p:sp>
        <p:nvSpPr>
          <p:cNvPr id="53" name="文本框 16"/>
          <p:cNvSpPr>
            <a:spLocks noChangeArrowheads="1"/>
          </p:cNvSpPr>
          <p:nvPr/>
        </p:nvSpPr>
        <p:spPr bwMode="auto">
          <a:xfrm>
            <a:off x="5531881" y="4663992"/>
            <a:ext cx="1231427"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第</a:t>
            </a:r>
            <a:r>
              <a:rPr kumimoji="0" lang="en-US" altLang="zh-CN" sz="1800" b="1"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1</a:t>
            </a:r>
            <a:r>
              <a:rPr kumimoji="0" lang="zh-CN" altLang="en-US" sz="1800" b="1"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层调用</a:t>
            </a:r>
          </a:p>
        </p:txBody>
      </p:sp>
      <p:cxnSp>
        <p:nvCxnSpPr>
          <p:cNvPr id="55317" name="直接连接符 56"/>
          <p:cNvCxnSpPr>
            <a:cxnSpLocks noChangeShapeType="1"/>
          </p:cNvCxnSpPr>
          <p:nvPr/>
        </p:nvCxnSpPr>
        <p:spPr bwMode="auto">
          <a:xfrm flipV="1">
            <a:off x="4236789" y="1314451"/>
            <a:ext cx="0" cy="2670280"/>
          </a:xfrm>
          <a:prstGeom prst="line">
            <a:avLst/>
          </a:prstGeom>
          <a:noFill/>
          <a:ln w="19050" algn="ctr">
            <a:solidFill>
              <a:srgbClr val="7030A0"/>
            </a:solidFill>
            <a:round/>
          </a:ln>
        </p:spPr>
      </p:cxnSp>
      <p:cxnSp>
        <p:nvCxnSpPr>
          <p:cNvPr id="55318" name="直接箭头连接符 58"/>
          <p:cNvCxnSpPr>
            <a:cxnSpLocks noChangeShapeType="1"/>
          </p:cNvCxnSpPr>
          <p:nvPr/>
        </p:nvCxnSpPr>
        <p:spPr bwMode="auto">
          <a:xfrm>
            <a:off x="4226212" y="1295401"/>
            <a:ext cx="301720" cy="0"/>
          </a:xfrm>
          <a:prstGeom prst="straightConnector1">
            <a:avLst/>
          </a:prstGeom>
          <a:noFill/>
          <a:ln w="19050" algn="ctr">
            <a:solidFill>
              <a:srgbClr val="7030A0"/>
            </a:solidFill>
            <a:round/>
            <a:tailEnd type="triangle" w="med" len="med"/>
          </a:ln>
        </p:spPr>
      </p:cxnSp>
      <p:sp>
        <p:nvSpPr>
          <p:cNvPr id="55319" name="矩形 61"/>
          <p:cNvSpPr>
            <a:spLocks noChangeArrowheads="1"/>
          </p:cNvSpPr>
          <p:nvPr/>
        </p:nvSpPr>
        <p:spPr bwMode="auto">
          <a:xfrm>
            <a:off x="3808204" y="1155986"/>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3</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55320" name="矩形 64"/>
          <p:cNvSpPr>
            <a:spLocks noChangeArrowheads="1"/>
          </p:cNvSpPr>
          <p:nvPr/>
        </p:nvSpPr>
        <p:spPr bwMode="auto">
          <a:xfrm>
            <a:off x="2293143" y="3408310"/>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2</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55321" name="矩形 65"/>
          <p:cNvSpPr>
            <a:spLocks noChangeArrowheads="1"/>
          </p:cNvSpPr>
          <p:nvPr/>
        </p:nvSpPr>
        <p:spPr bwMode="auto">
          <a:xfrm>
            <a:off x="3811379" y="144621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1" i="0" u="none" strike="noStrike" kern="1200" cap="none" spc="0" normalizeH="0" baseline="0" noProof="0">
              <a:ln>
                <a:noFill/>
              </a:ln>
              <a:solidFill>
                <a:srgbClr val="3333FF"/>
              </a:solidFill>
              <a:effectLst/>
              <a:uLnTx/>
              <a:uFillTx/>
              <a:latin typeface="等线" panose="020F0502020204030204"/>
              <a:ea typeface="等线" panose="02010600030101010101" pitchFamily="2" charset="-122"/>
              <a:cs typeface="+mn-cs"/>
            </a:endParaRPr>
          </a:p>
        </p:txBody>
      </p:sp>
      <p:sp>
        <p:nvSpPr>
          <p:cNvPr id="55322" name="矩形 66"/>
          <p:cNvSpPr>
            <a:spLocks noChangeArrowheads="1"/>
          </p:cNvSpPr>
          <p:nvPr/>
        </p:nvSpPr>
        <p:spPr bwMode="auto">
          <a:xfrm>
            <a:off x="3811379" y="1968500"/>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1" i="0" u="none" strike="noStrike" kern="1200" cap="none" spc="0" normalizeH="0" baseline="0" noProof="0">
              <a:ln>
                <a:noFill/>
              </a:ln>
              <a:solidFill>
                <a:srgbClr val="3333FF"/>
              </a:solidFill>
              <a:effectLst/>
              <a:uLnTx/>
              <a:uFillTx/>
              <a:latin typeface="等线" panose="020F0502020204030204"/>
              <a:ea typeface="等线" panose="02010600030101010101" pitchFamily="2" charset="-122"/>
              <a:cs typeface="+mn-cs"/>
            </a:endParaRPr>
          </a:p>
        </p:txBody>
      </p:sp>
      <p:sp>
        <p:nvSpPr>
          <p:cNvPr id="55323" name="矩形 67"/>
          <p:cNvSpPr>
            <a:spLocks noChangeArrowheads="1"/>
          </p:cNvSpPr>
          <p:nvPr/>
        </p:nvSpPr>
        <p:spPr bwMode="auto">
          <a:xfrm>
            <a:off x="3811379" y="170656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1" i="0" u="none" strike="noStrike" kern="1200" cap="none" spc="0" normalizeH="0" baseline="0" noProof="0">
              <a:ln>
                <a:noFill/>
              </a:ln>
              <a:solidFill>
                <a:srgbClr val="3333FF"/>
              </a:solidFill>
              <a:effectLst/>
              <a:uLnTx/>
              <a:uFillTx/>
              <a:latin typeface="等线" panose="020F0502020204030204"/>
              <a:ea typeface="等线" panose="02010600030101010101" pitchFamily="2" charset="-122"/>
              <a:cs typeface="+mn-cs"/>
            </a:endParaRPr>
          </a:p>
        </p:txBody>
      </p:sp>
      <p:grpSp>
        <p:nvGrpSpPr>
          <p:cNvPr id="55324" name="Group 4"/>
          <p:cNvGrpSpPr>
            <a:grpSpLocks noChangeAspect="1"/>
          </p:cNvGrpSpPr>
          <p:nvPr/>
        </p:nvGrpSpPr>
        <p:grpSpPr bwMode="auto">
          <a:xfrm>
            <a:off x="3227179" y="1171575"/>
            <a:ext cx="841375" cy="1130300"/>
            <a:chOff x="1665" y="698"/>
            <a:chExt cx="530" cy="712"/>
          </a:xfrm>
        </p:grpSpPr>
        <p:sp>
          <p:nvSpPr>
            <p:cNvPr id="55398" name="AutoShape 3"/>
            <p:cNvSpPr>
              <a:spLocks noChangeAspect="1" noChangeArrowheads="1" noTextEdit="1"/>
            </p:cNvSpPr>
            <p:nvPr/>
          </p:nvSpPr>
          <p:spPr bwMode="auto">
            <a:xfrm>
              <a:off x="1665" y="698"/>
              <a:ext cx="530" cy="712"/>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99" name="Freeform 9"/>
            <p:cNvSpPr>
              <a:spLocks noEditPoints="1"/>
            </p:cNvSpPr>
            <p:nvPr/>
          </p:nvSpPr>
          <p:spPr bwMode="auto">
            <a:xfrm>
              <a:off x="1679" y="809"/>
              <a:ext cx="430" cy="20"/>
            </a:xfrm>
            <a:custGeom>
              <a:avLst/>
              <a:gdLst>
                <a:gd name="T0" fmla="*/ 6 w 593"/>
                <a:gd name="T1" fmla="*/ 9 h 28"/>
                <a:gd name="T2" fmla="*/ 87 w 593"/>
                <a:gd name="T3" fmla="*/ 7 h 28"/>
                <a:gd name="T4" fmla="*/ 93 w 593"/>
                <a:gd name="T5" fmla="*/ 12 h 28"/>
                <a:gd name="T6" fmla="*/ 87 w 593"/>
                <a:gd name="T7" fmla="*/ 19 h 28"/>
                <a:gd name="T8" fmla="*/ 6 w 593"/>
                <a:gd name="T9" fmla="*/ 20 h 28"/>
                <a:gd name="T10" fmla="*/ 0 w 593"/>
                <a:gd name="T11" fmla="*/ 14 h 28"/>
                <a:gd name="T12" fmla="*/ 6 w 593"/>
                <a:gd name="T13" fmla="*/ 9 h 28"/>
                <a:gd name="T14" fmla="*/ 145 w 593"/>
                <a:gd name="T15" fmla="*/ 6 h 28"/>
                <a:gd name="T16" fmla="*/ 226 w 593"/>
                <a:gd name="T17" fmla="*/ 4 h 28"/>
                <a:gd name="T18" fmla="*/ 232 w 593"/>
                <a:gd name="T19" fmla="*/ 10 h 28"/>
                <a:gd name="T20" fmla="*/ 226 w 593"/>
                <a:gd name="T21" fmla="*/ 16 h 28"/>
                <a:gd name="T22" fmla="*/ 145 w 593"/>
                <a:gd name="T23" fmla="*/ 17 h 28"/>
                <a:gd name="T24" fmla="*/ 139 w 593"/>
                <a:gd name="T25" fmla="*/ 11 h 28"/>
                <a:gd name="T26" fmla="*/ 145 w 593"/>
                <a:gd name="T27" fmla="*/ 6 h 28"/>
                <a:gd name="T28" fmla="*/ 284 w 593"/>
                <a:gd name="T29" fmla="*/ 3 h 28"/>
                <a:gd name="T30" fmla="*/ 365 w 593"/>
                <a:gd name="T31" fmla="*/ 1 h 28"/>
                <a:gd name="T32" fmla="*/ 371 w 593"/>
                <a:gd name="T33" fmla="*/ 7 h 28"/>
                <a:gd name="T34" fmla="*/ 365 w 593"/>
                <a:gd name="T35" fmla="*/ 13 h 28"/>
                <a:gd name="T36" fmla="*/ 284 w 593"/>
                <a:gd name="T37" fmla="*/ 14 h 28"/>
                <a:gd name="T38" fmla="*/ 278 w 593"/>
                <a:gd name="T39" fmla="*/ 9 h 28"/>
                <a:gd name="T40" fmla="*/ 284 w 593"/>
                <a:gd name="T41" fmla="*/ 3 h 28"/>
                <a:gd name="T42" fmla="*/ 423 w 593"/>
                <a:gd name="T43" fmla="*/ 0 h 28"/>
                <a:gd name="T44" fmla="*/ 424 w 593"/>
                <a:gd name="T45" fmla="*/ 0 h 28"/>
                <a:gd name="T46" fmla="*/ 430 w 593"/>
                <a:gd name="T47" fmla="*/ 6 h 28"/>
                <a:gd name="T48" fmla="*/ 424 w 593"/>
                <a:gd name="T49" fmla="*/ 11 h 28"/>
                <a:gd name="T50" fmla="*/ 423 w 593"/>
                <a:gd name="T51" fmla="*/ 11 h 28"/>
                <a:gd name="T52" fmla="*/ 418 w 593"/>
                <a:gd name="T53" fmla="*/ 6 h 28"/>
                <a:gd name="T54" fmla="*/ 423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400" name="Freeform 10"/>
            <p:cNvSpPr/>
            <p:nvPr/>
          </p:nvSpPr>
          <p:spPr bwMode="auto">
            <a:xfrm>
              <a:off x="1685" y="797"/>
              <a:ext cx="26" cy="51"/>
            </a:xfrm>
            <a:custGeom>
              <a:avLst/>
              <a:gdLst>
                <a:gd name="T0" fmla="*/ 25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401" name="Rectangle 11"/>
            <p:cNvSpPr>
              <a:spLocks noChangeArrowheads="1"/>
            </p:cNvSpPr>
            <p:nvPr/>
          </p:nvSpPr>
          <p:spPr bwMode="auto">
            <a:xfrm>
              <a:off x="1770" y="739"/>
              <a:ext cx="248" cy="160"/>
            </a:xfrm>
            <a:prstGeom prst="rect">
              <a:avLst/>
            </a:prstGeom>
            <a:solidFill>
              <a:srgbClr val="FFFFFF"/>
            </a:solidFill>
            <a:ln w="9525">
              <a:noFill/>
              <a:miter lim="800000"/>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402" name="Rectangle 12"/>
            <p:cNvSpPr>
              <a:spLocks noChangeArrowheads="1"/>
            </p:cNvSpPr>
            <p:nvPr/>
          </p:nvSpPr>
          <p:spPr bwMode="auto">
            <a:xfrm>
              <a:off x="1750" y="713"/>
              <a:ext cx="291" cy="194"/>
            </a:xfrm>
            <a:prstGeom prst="rect">
              <a:avLst/>
            </a:prstGeom>
            <a:noFill/>
            <a:ln w="9525">
              <a:noFill/>
              <a:miter lim="800000"/>
            </a:ln>
          </p:spPr>
          <p:txBody>
            <a:bodyPr wrap="none" lIns="0" tIns="0" rIns="0" bIns="0">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70AD47">
                      <a:lumMod val="50000"/>
                    </a:srgbClr>
                  </a:solidFill>
                  <a:effectLst/>
                  <a:uLnTx/>
                  <a:uFillTx/>
                  <a:latin typeface="宋体" panose="02010600030101010101" pitchFamily="2" charset="-122"/>
                  <a:ea typeface="等线" panose="02010600030101010101" pitchFamily="2" charset="-122"/>
                  <a:cs typeface="+mn-cs"/>
                </a:rPr>
                <a:t>实参</a:t>
              </a:r>
              <a:endParaRPr kumimoji="0" lang="zh-CN" altLang="zh-CN" sz="2000" b="0"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403" name="Freeform 13"/>
            <p:cNvSpPr>
              <a:spLocks noEditPoints="1"/>
            </p:cNvSpPr>
            <p:nvPr/>
          </p:nvSpPr>
          <p:spPr bwMode="auto">
            <a:xfrm>
              <a:off x="1776" y="990"/>
              <a:ext cx="311" cy="12"/>
            </a:xfrm>
            <a:custGeom>
              <a:avLst/>
              <a:gdLst>
                <a:gd name="T0" fmla="*/ 6 w 429"/>
                <a:gd name="T1" fmla="*/ 0 h 16"/>
                <a:gd name="T2" fmla="*/ 87 w 429"/>
                <a:gd name="T3" fmla="*/ 0 h 16"/>
                <a:gd name="T4" fmla="*/ 93 w 429"/>
                <a:gd name="T5" fmla="*/ 6 h 16"/>
                <a:gd name="T6" fmla="*/ 87 w 429"/>
                <a:gd name="T7" fmla="*/ 12 h 16"/>
                <a:gd name="T8" fmla="*/ 6 w 429"/>
                <a:gd name="T9" fmla="*/ 12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2 h 16"/>
                <a:gd name="T22" fmla="*/ 145 w 429"/>
                <a:gd name="T23" fmla="*/ 12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2 h 16"/>
                <a:gd name="T36" fmla="*/ 284 w 429"/>
                <a:gd name="T37" fmla="*/ 12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404" name="Freeform 14"/>
            <p:cNvSpPr/>
            <p:nvPr/>
          </p:nvSpPr>
          <p:spPr bwMode="auto">
            <a:xfrm>
              <a:off x="1782" y="970"/>
              <a:ext cx="26" cy="51"/>
            </a:xfrm>
            <a:custGeom>
              <a:avLst/>
              <a:gdLst>
                <a:gd name="T0" fmla="*/ 26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405" name="Freeform 15"/>
            <p:cNvSpPr>
              <a:spLocks noEditPoints="1"/>
            </p:cNvSpPr>
            <p:nvPr/>
          </p:nvSpPr>
          <p:spPr bwMode="auto">
            <a:xfrm>
              <a:off x="1776" y="1163"/>
              <a:ext cx="311" cy="11"/>
            </a:xfrm>
            <a:custGeom>
              <a:avLst/>
              <a:gdLst>
                <a:gd name="T0" fmla="*/ 6 w 429"/>
                <a:gd name="T1" fmla="*/ 0 h 16"/>
                <a:gd name="T2" fmla="*/ 87 w 429"/>
                <a:gd name="T3" fmla="*/ 0 h 16"/>
                <a:gd name="T4" fmla="*/ 93 w 429"/>
                <a:gd name="T5" fmla="*/ 6 h 16"/>
                <a:gd name="T6" fmla="*/ 87 w 429"/>
                <a:gd name="T7" fmla="*/ 11 h 16"/>
                <a:gd name="T8" fmla="*/ 6 w 429"/>
                <a:gd name="T9" fmla="*/ 11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1 h 16"/>
                <a:gd name="T22" fmla="*/ 145 w 429"/>
                <a:gd name="T23" fmla="*/ 11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1 h 16"/>
                <a:gd name="T36" fmla="*/ 284 w 429"/>
                <a:gd name="T37" fmla="*/ 11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406" name="Freeform 16"/>
            <p:cNvSpPr/>
            <p:nvPr/>
          </p:nvSpPr>
          <p:spPr bwMode="auto">
            <a:xfrm>
              <a:off x="1782" y="1143"/>
              <a:ext cx="26" cy="51"/>
            </a:xfrm>
            <a:custGeom>
              <a:avLst/>
              <a:gdLst>
                <a:gd name="T0" fmla="*/ 26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407" name="Freeform 17"/>
            <p:cNvSpPr>
              <a:spLocks noEditPoints="1"/>
            </p:cNvSpPr>
            <p:nvPr/>
          </p:nvSpPr>
          <p:spPr bwMode="auto">
            <a:xfrm>
              <a:off x="1776" y="1313"/>
              <a:ext cx="311" cy="12"/>
            </a:xfrm>
            <a:custGeom>
              <a:avLst/>
              <a:gdLst>
                <a:gd name="T0" fmla="*/ 6 w 429"/>
                <a:gd name="T1" fmla="*/ 0 h 16"/>
                <a:gd name="T2" fmla="*/ 87 w 429"/>
                <a:gd name="T3" fmla="*/ 0 h 16"/>
                <a:gd name="T4" fmla="*/ 93 w 429"/>
                <a:gd name="T5" fmla="*/ 6 h 16"/>
                <a:gd name="T6" fmla="*/ 87 w 429"/>
                <a:gd name="T7" fmla="*/ 12 h 16"/>
                <a:gd name="T8" fmla="*/ 6 w 429"/>
                <a:gd name="T9" fmla="*/ 12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2 h 16"/>
                <a:gd name="T22" fmla="*/ 145 w 429"/>
                <a:gd name="T23" fmla="*/ 12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2 h 16"/>
                <a:gd name="T36" fmla="*/ 284 w 429"/>
                <a:gd name="T37" fmla="*/ 12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408" name="Freeform 18"/>
            <p:cNvSpPr/>
            <p:nvPr/>
          </p:nvSpPr>
          <p:spPr bwMode="auto">
            <a:xfrm>
              <a:off x="1782" y="1293"/>
              <a:ext cx="26" cy="52"/>
            </a:xfrm>
            <a:custGeom>
              <a:avLst/>
              <a:gdLst>
                <a:gd name="T0" fmla="*/ 26 w 26"/>
                <a:gd name="T1" fmla="*/ 0 h 52"/>
                <a:gd name="T2" fmla="*/ 0 w 26"/>
                <a:gd name="T3" fmla="*/ 26 h 52"/>
                <a:gd name="T4" fmla="*/ 26 w 26"/>
                <a:gd name="T5" fmla="*/ 52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grpSp>
      <p:grpSp>
        <p:nvGrpSpPr>
          <p:cNvPr id="55328" name="组合 117"/>
          <p:cNvGrpSpPr/>
          <p:nvPr/>
        </p:nvGrpSpPr>
        <p:grpSpPr bwMode="auto">
          <a:xfrm>
            <a:off x="7084975" y="1142207"/>
            <a:ext cx="841375" cy="1130300"/>
            <a:chOff x="7622548" y="2841221"/>
            <a:chExt cx="841375" cy="1130300"/>
          </a:xfrm>
        </p:grpSpPr>
        <p:sp>
          <p:nvSpPr>
            <p:cNvPr id="55387" name="AutoShape 3"/>
            <p:cNvSpPr>
              <a:spLocks noChangeAspect="1" noChangeArrowheads="1" noTextEdit="1"/>
            </p:cNvSpPr>
            <p:nvPr/>
          </p:nvSpPr>
          <p:spPr bwMode="auto">
            <a:xfrm>
              <a:off x="7622548" y="2841221"/>
              <a:ext cx="841375" cy="1130300"/>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88" name="Freeform 9"/>
            <p:cNvSpPr>
              <a:spLocks noEditPoints="1"/>
            </p:cNvSpPr>
            <p:nvPr/>
          </p:nvSpPr>
          <p:spPr bwMode="auto">
            <a:xfrm>
              <a:off x="7644773" y="3017434"/>
              <a:ext cx="682625" cy="31750"/>
            </a:xfrm>
            <a:custGeom>
              <a:avLst/>
              <a:gdLst>
                <a:gd name="T0" fmla="*/ 9209 w 593"/>
                <a:gd name="T1" fmla="*/ 13607 h 28"/>
                <a:gd name="T2" fmla="*/ 138137 w 593"/>
                <a:gd name="T3" fmla="*/ 11339 h 28"/>
                <a:gd name="T4" fmla="*/ 147346 w 593"/>
                <a:gd name="T5" fmla="*/ 19277 h 28"/>
                <a:gd name="T6" fmla="*/ 138137 w 593"/>
                <a:gd name="T7" fmla="*/ 29482 h 28"/>
                <a:gd name="T8" fmla="*/ 9209 w 593"/>
                <a:gd name="T9" fmla="*/ 31750 h 28"/>
                <a:gd name="T10" fmla="*/ 0 w 593"/>
                <a:gd name="T11" fmla="*/ 22679 h 28"/>
                <a:gd name="T12" fmla="*/ 9209 w 593"/>
                <a:gd name="T13" fmla="*/ 13607 h 28"/>
                <a:gd name="T14" fmla="*/ 230228 w 593"/>
                <a:gd name="T15" fmla="*/ 9071 h 28"/>
                <a:gd name="T16" fmla="*/ 359155 w 593"/>
                <a:gd name="T17" fmla="*/ 6804 h 28"/>
                <a:gd name="T18" fmla="*/ 368364 w 593"/>
                <a:gd name="T19" fmla="*/ 15875 h 28"/>
                <a:gd name="T20" fmla="*/ 359155 w 593"/>
                <a:gd name="T21" fmla="*/ 24946 h 28"/>
                <a:gd name="T22" fmla="*/ 230228 w 593"/>
                <a:gd name="T23" fmla="*/ 27214 h 28"/>
                <a:gd name="T24" fmla="*/ 221019 w 593"/>
                <a:gd name="T25" fmla="*/ 18143 h 28"/>
                <a:gd name="T26" fmla="*/ 230228 w 593"/>
                <a:gd name="T27" fmla="*/ 9071 h 28"/>
                <a:gd name="T28" fmla="*/ 451246 w 593"/>
                <a:gd name="T29" fmla="*/ 4536 h 28"/>
                <a:gd name="T30" fmla="*/ 580174 w 593"/>
                <a:gd name="T31" fmla="*/ 2268 h 28"/>
                <a:gd name="T32" fmla="*/ 589383 w 593"/>
                <a:gd name="T33" fmla="*/ 11339 h 28"/>
                <a:gd name="T34" fmla="*/ 580174 w 593"/>
                <a:gd name="T35" fmla="*/ 20411 h 28"/>
                <a:gd name="T36" fmla="*/ 451246 w 593"/>
                <a:gd name="T37" fmla="*/ 22679 h 28"/>
                <a:gd name="T38" fmla="*/ 442037 w 593"/>
                <a:gd name="T39" fmla="*/ 13607 h 28"/>
                <a:gd name="T40" fmla="*/ 451246 w 593"/>
                <a:gd name="T41" fmla="*/ 4536 h 28"/>
                <a:gd name="T42" fmla="*/ 672265 w 593"/>
                <a:gd name="T43" fmla="*/ 0 h 28"/>
                <a:gd name="T44" fmla="*/ 673416 w 593"/>
                <a:gd name="T45" fmla="*/ 0 h 28"/>
                <a:gd name="T46" fmla="*/ 682625 w 593"/>
                <a:gd name="T47" fmla="*/ 9071 h 28"/>
                <a:gd name="T48" fmla="*/ 673416 w 593"/>
                <a:gd name="T49" fmla="*/ 18143 h 28"/>
                <a:gd name="T50" fmla="*/ 672265 w 593"/>
                <a:gd name="T51" fmla="*/ 18143 h 28"/>
                <a:gd name="T52" fmla="*/ 663056 w 593"/>
                <a:gd name="T53" fmla="*/ 10205 h 28"/>
                <a:gd name="T54" fmla="*/ 672265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89" name="Freeform 10"/>
            <p:cNvSpPr/>
            <p:nvPr/>
          </p:nvSpPr>
          <p:spPr bwMode="auto">
            <a:xfrm>
              <a:off x="7654298" y="2998384"/>
              <a:ext cx="41275" cy="80963"/>
            </a:xfrm>
            <a:custGeom>
              <a:avLst/>
              <a:gdLst>
                <a:gd name="T0" fmla="*/ 39688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0" name="Rectangle 11"/>
            <p:cNvSpPr>
              <a:spLocks noChangeArrowheads="1"/>
            </p:cNvSpPr>
            <p:nvPr/>
          </p:nvSpPr>
          <p:spPr bwMode="auto">
            <a:xfrm>
              <a:off x="7789236" y="2906309"/>
              <a:ext cx="393700" cy="254000"/>
            </a:xfrm>
            <a:prstGeom prst="rect">
              <a:avLst/>
            </a:prstGeom>
            <a:solidFill>
              <a:srgbClr val="FFFFFF"/>
            </a:solidFill>
            <a:ln w="9525">
              <a:noFill/>
              <a:miter lim="800000"/>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1" name="Rectangle 12"/>
            <p:cNvSpPr>
              <a:spLocks noChangeArrowheads="1"/>
            </p:cNvSpPr>
            <p:nvPr/>
          </p:nvSpPr>
          <p:spPr bwMode="auto">
            <a:xfrm>
              <a:off x="7789236" y="2865607"/>
              <a:ext cx="461665" cy="307777"/>
            </a:xfrm>
            <a:prstGeom prst="rect">
              <a:avLst/>
            </a:prstGeom>
            <a:noFill/>
            <a:ln w="9525">
              <a:noFill/>
              <a:miter lim="800000"/>
            </a:ln>
          </p:spPr>
          <p:txBody>
            <a:bodyPr wrap="none" lIns="0" tIns="0" rIns="0" bIns="0">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srgbClr val="70AD47">
                      <a:lumMod val="50000"/>
                    </a:srgbClr>
                  </a:solidFill>
                  <a:effectLst/>
                  <a:uLnTx/>
                  <a:uFillTx/>
                  <a:latin typeface="宋体" panose="02010600030101010101" pitchFamily="2" charset="-122"/>
                  <a:ea typeface="等线" panose="02010600030101010101" pitchFamily="2" charset="-122"/>
                  <a:cs typeface="+mn-cs"/>
                </a:rPr>
                <a:t>实参</a:t>
              </a:r>
              <a:endParaRPr kumimoji="0" lang="zh-CN" altLang="zh-CN" sz="2000" b="0"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55392" name="Freeform 13"/>
            <p:cNvSpPr>
              <a:spLocks noEditPoints="1"/>
            </p:cNvSpPr>
            <p:nvPr/>
          </p:nvSpPr>
          <p:spPr bwMode="auto">
            <a:xfrm>
              <a:off x="7798761" y="3304771"/>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3" name="Freeform 14"/>
            <p:cNvSpPr/>
            <p:nvPr/>
          </p:nvSpPr>
          <p:spPr bwMode="auto">
            <a:xfrm>
              <a:off x="7808286" y="3273021"/>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4" name="Freeform 15"/>
            <p:cNvSpPr>
              <a:spLocks noEditPoints="1"/>
            </p:cNvSpPr>
            <p:nvPr/>
          </p:nvSpPr>
          <p:spPr bwMode="auto">
            <a:xfrm>
              <a:off x="7798761" y="3579409"/>
              <a:ext cx="493713" cy="17463"/>
            </a:xfrm>
            <a:custGeom>
              <a:avLst/>
              <a:gdLst>
                <a:gd name="T0" fmla="*/ 9207 w 429"/>
                <a:gd name="T1" fmla="*/ 0 h 16"/>
                <a:gd name="T2" fmla="*/ 138102 w 429"/>
                <a:gd name="T3" fmla="*/ 0 h 16"/>
                <a:gd name="T4" fmla="*/ 147308 w 429"/>
                <a:gd name="T5" fmla="*/ 8732 h 16"/>
                <a:gd name="T6" fmla="*/ 138102 w 429"/>
                <a:gd name="T7" fmla="*/ 17463 h 16"/>
                <a:gd name="T8" fmla="*/ 9207 w 429"/>
                <a:gd name="T9" fmla="*/ 17463 h 16"/>
                <a:gd name="T10" fmla="*/ 0 w 429"/>
                <a:gd name="T11" fmla="*/ 8732 h 16"/>
                <a:gd name="T12" fmla="*/ 9207 w 429"/>
                <a:gd name="T13" fmla="*/ 0 h 16"/>
                <a:gd name="T14" fmla="*/ 230169 w 429"/>
                <a:gd name="T15" fmla="*/ 0 h 16"/>
                <a:gd name="T16" fmla="*/ 359064 w 429"/>
                <a:gd name="T17" fmla="*/ 0 h 16"/>
                <a:gd name="T18" fmla="*/ 368271 w 429"/>
                <a:gd name="T19" fmla="*/ 8732 h 16"/>
                <a:gd name="T20" fmla="*/ 359064 w 429"/>
                <a:gd name="T21" fmla="*/ 17463 h 16"/>
                <a:gd name="T22" fmla="*/ 230169 w 429"/>
                <a:gd name="T23" fmla="*/ 17463 h 16"/>
                <a:gd name="T24" fmla="*/ 220962 w 429"/>
                <a:gd name="T25" fmla="*/ 8732 h 16"/>
                <a:gd name="T26" fmla="*/ 230169 w 429"/>
                <a:gd name="T27" fmla="*/ 0 h 16"/>
                <a:gd name="T28" fmla="*/ 451132 w 429"/>
                <a:gd name="T29" fmla="*/ 0 h 16"/>
                <a:gd name="T30" fmla="*/ 484506 w 429"/>
                <a:gd name="T31" fmla="*/ 0 h 16"/>
                <a:gd name="T32" fmla="*/ 493713 w 429"/>
                <a:gd name="T33" fmla="*/ 8732 h 16"/>
                <a:gd name="T34" fmla="*/ 484506 w 429"/>
                <a:gd name="T35" fmla="*/ 17463 h 16"/>
                <a:gd name="T36" fmla="*/ 451132 w 429"/>
                <a:gd name="T37" fmla="*/ 17463 h 16"/>
                <a:gd name="T38" fmla="*/ 441925 w 429"/>
                <a:gd name="T39" fmla="*/ 8732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5" name="Freeform 16"/>
            <p:cNvSpPr/>
            <p:nvPr/>
          </p:nvSpPr>
          <p:spPr bwMode="auto">
            <a:xfrm>
              <a:off x="7808286" y="3547659"/>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6" name="Freeform 17"/>
            <p:cNvSpPr>
              <a:spLocks noEditPoints="1"/>
            </p:cNvSpPr>
            <p:nvPr/>
          </p:nvSpPr>
          <p:spPr bwMode="auto">
            <a:xfrm>
              <a:off x="7798761" y="3817534"/>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55397" name="Freeform 18"/>
            <p:cNvSpPr/>
            <p:nvPr/>
          </p:nvSpPr>
          <p:spPr bwMode="auto">
            <a:xfrm>
              <a:off x="7808286" y="3785784"/>
              <a:ext cx="41275" cy="82550"/>
            </a:xfrm>
            <a:custGeom>
              <a:avLst/>
              <a:gdLst>
                <a:gd name="T0" fmla="*/ 41275 w 26"/>
                <a:gd name="T1" fmla="*/ 0 h 52"/>
                <a:gd name="T2" fmla="*/ 0 w 26"/>
                <a:gd name="T3" fmla="*/ 41275 h 52"/>
                <a:gd name="T4" fmla="*/ 41275 w 26"/>
                <a:gd name="T5" fmla="*/ 82550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grpSp>
      <p:sp>
        <p:nvSpPr>
          <p:cNvPr id="55329" name="AutoShape 3"/>
          <p:cNvSpPr>
            <a:spLocks noChangeAspect="1" noChangeArrowheads="1" noTextEdit="1"/>
          </p:cNvSpPr>
          <p:nvPr/>
        </p:nvSpPr>
        <p:spPr bwMode="auto">
          <a:xfrm>
            <a:off x="7770814" y="149225"/>
            <a:ext cx="841375" cy="1130300"/>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cxnSp>
        <p:nvCxnSpPr>
          <p:cNvPr id="55330" name="直接连接符 84"/>
          <p:cNvCxnSpPr>
            <a:cxnSpLocks noChangeShapeType="1"/>
          </p:cNvCxnSpPr>
          <p:nvPr/>
        </p:nvCxnSpPr>
        <p:spPr bwMode="auto">
          <a:xfrm>
            <a:off x="1318069" y="3984731"/>
            <a:ext cx="2918720" cy="0"/>
          </a:xfrm>
          <a:prstGeom prst="line">
            <a:avLst/>
          </a:prstGeom>
          <a:noFill/>
          <a:ln w="19050" algn="ctr">
            <a:solidFill>
              <a:srgbClr val="7030A0"/>
            </a:solidFill>
            <a:round/>
          </a:ln>
        </p:spPr>
      </p:cxnSp>
      <p:grpSp>
        <p:nvGrpSpPr>
          <p:cNvPr id="8" name="组合 7">
            <a:extLst>
              <a:ext uri="{FF2B5EF4-FFF2-40B4-BE49-F238E27FC236}">
                <a16:creationId xmlns:a16="http://schemas.microsoft.com/office/drawing/2014/main" id="{9D8F16DA-F106-468F-BA9C-AF868FEC0FFE}"/>
              </a:ext>
            </a:extLst>
          </p:cNvPr>
          <p:cNvGrpSpPr/>
          <p:nvPr/>
        </p:nvGrpSpPr>
        <p:grpSpPr>
          <a:xfrm>
            <a:off x="7481667" y="5262991"/>
            <a:ext cx="3773810" cy="509588"/>
            <a:chOff x="8021238" y="2910327"/>
            <a:chExt cx="3773810" cy="509588"/>
          </a:xfrm>
        </p:grpSpPr>
        <p:grpSp>
          <p:nvGrpSpPr>
            <p:cNvPr id="55347" name="组合 24"/>
            <p:cNvGrpSpPr/>
            <p:nvPr/>
          </p:nvGrpSpPr>
          <p:grpSpPr bwMode="auto">
            <a:xfrm>
              <a:off x="9418562" y="2910327"/>
              <a:ext cx="2295525" cy="471488"/>
              <a:chOff x="6713677" y="5355853"/>
              <a:chExt cx="2295992" cy="471395"/>
            </a:xfrm>
          </p:grpSpPr>
          <p:sp>
            <p:nvSpPr>
              <p:cNvPr id="55385" name="直接连接符 6"/>
              <p:cNvSpPr>
                <a:spLocks noChangeShapeType="1"/>
              </p:cNvSpPr>
              <p:nvPr/>
            </p:nvSpPr>
            <p:spPr bwMode="auto">
              <a:xfrm>
                <a:off x="6713677" y="5355853"/>
                <a:ext cx="2295992"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86" name="直接连接符 11"/>
              <p:cNvSpPr>
                <a:spLocks noChangeShapeType="1"/>
              </p:cNvSpPr>
              <p:nvPr/>
            </p:nvSpPr>
            <p:spPr bwMode="auto">
              <a:xfrm>
                <a:off x="7185566" y="5355853"/>
                <a:ext cx="0" cy="471395"/>
              </a:xfrm>
              <a:prstGeom prst="line">
                <a:avLst/>
              </a:prstGeom>
              <a:noFill/>
              <a:ln w="19050">
                <a:solidFill>
                  <a:schemeClr val="tx1"/>
                </a:solidFill>
                <a:prstDash val="dash"/>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55356" name="矩形 129"/>
            <p:cNvSpPr>
              <a:spLocks noChangeArrowheads="1"/>
            </p:cNvSpPr>
            <p:nvPr/>
          </p:nvSpPr>
          <p:spPr bwMode="auto">
            <a:xfrm>
              <a:off x="9197898" y="3019865"/>
              <a:ext cx="2597150" cy="4000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2, A, C, B</a:t>
              </a:r>
            </a:p>
          </p:txBody>
        </p:sp>
        <p:sp>
          <p:nvSpPr>
            <p:cNvPr id="114" name="文本框 16"/>
            <p:cNvSpPr>
              <a:spLocks noChangeArrowheads="1"/>
            </p:cNvSpPr>
            <p:nvPr/>
          </p:nvSpPr>
          <p:spPr bwMode="auto">
            <a:xfrm>
              <a:off x="8021238" y="2974196"/>
              <a:ext cx="1433406" cy="400110"/>
            </a:xfrm>
            <a:prstGeom prst="rect">
              <a:avLst/>
            </a:prstGeom>
            <a:noFill/>
            <a:ln w="12700">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第</a:t>
              </a:r>
              <a:r>
                <a:rPr kumimoji="0" lang="en-US" altLang="zh-CN"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1</a:t>
              </a:r>
              <a:r>
                <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层</a:t>
              </a:r>
              <a:r>
                <a:rPr kumimoji="0" lang="en-US" altLang="zh-CN" sz="2000" b="1" i="0" u="none" strike="noStrike" kern="1200" cap="none" spc="0" normalizeH="0" baseline="0" noProof="0" dirty="0" err="1">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hanoi</a:t>
              </a:r>
              <a:endPar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grpSp>
        <p:nvGrpSpPr>
          <p:cNvPr id="7" name="组合 6">
            <a:extLst>
              <a:ext uri="{FF2B5EF4-FFF2-40B4-BE49-F238E27FC236}">
                <a16:creationId xmlns:a16="http://schemas.microsoft.com/office/drawing/2014/main" id="{12499804-4551-4123-86C3-A4D24D6280FC}"/>
              </a:ext>
            </a:extLst>
          </p:cNvPr>
          <p:cNvGrpSpPr/>
          <p:nvPr/>
        </p:nvGrpSpPr>
        <p:grpSpPr>
          <a:xfrm>
            <a:off x="7481667" y="4561242"/>
            <a:ext cx="3748410" cy="2130275"/>
            <a:chOff x="6840215" y="4393316"/>
            <a:chExt cx="3748410" cy="2130275"/>
          </a:xfrm>
        </p:grpSpPr>
        <p:sp>
          <p:nvSpPr>
            <p:cNvPr id="55348" name="直接连接符 6"/>
            <p:cNvSpPr>
              <a:spLocks noChangeShapeType="1"/>
            </p:cNvSpPr>
            <p:nvPr/>
          </p:nvSpPr>
          <p:spPr bwMode="auto">
            <a:xfrm>
              <a:off x="8239126" y="6501515"/>
              <a:ext cx="2297113"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49" name="直接连接符 11"/>
            <p:cNvSpPr>
              <a:spLocks noChangeShapeType="1"/>
            </p:cNvSpPr>
            <p:nvPr/>
          </p:nvSpPr>
          <p:spPr bwMode="auto">
            <a:xfrm flipH="1">
              <a:off x="8224838" y="4393316"/>
              <a:ext cx="14287" cy="2130275"/>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50" name="直接连接符 12"/>
            <p:cNvSpPr>
              <a:spLocks noChangeShapeType="1"/>
            </p:cNvSpPr>
            <p:nvPr/>
          </p:nvSpPr>
          <p:spPr bwMode="auto">
            <a:xfrm>
              <a:off x="10536238" y="4393316"/>
              <a:ext cx="0" cy="2130275"/>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51" name="矩形 187"/>
            <p:cNvSpPr>
              <a:spLocks noChangeArrowheads="1"/>
            </p:cNvSpPr>
            <p:nvPr/>
          </p:nvSpPr>
          <p:spPr bwMode="auto">
            <a:xfrm>
              <a:off x="7991475" y="5622040"/>
              <a:ext cx="2597150" cy="40011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a:t>
              </a:r>
              <a:r>
                <a:rPr kumimoji="0" lang="en-US" altLang="zh-CN" sz="2000" b="1" i="1"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pitchFamily="2" charset="-122"/>
                  <a:cs typeface="+mn-cs"/>
                </a:rPr>
                <a:t>i+1</a:t>
              </a: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3, A, B, C</a:t>
              </a:r>
            </a:p>
          </p:txBody>
        </p:sp>
        <p:sp>
          <p:nvSpPr>
            <p:cNvPr id="55352" name="直接连接符 6"/>
            <p:cNvSpPr>
              <a:spLocks noChangeShapeType="1"/>
            </p:cNvSpPr>
            <p:nvPr/>
          </p:nvSpPr>
          <p:spPr bwMode="auto">
            <a:xfrm>
              <a:off x="8239126" y="5596640"/>
              <a:ext cx="2297113"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5353" name="直接连接符 11"/>
            <p:cNvSpPr>
              <a:spLocks noChangeShapeType="1"/>
            </p:cNvSpPr>
            <p:nvPr/>
          </p:nvSpPr>
          <p:spPr bwMode="auto">
            <a:xfrm>
              <a:off x="8710613" y="5596641"/>
              <a:ext cx="0" cy="471487"/>
            </a:xfrm>
            <a:prstGeom prst="line">
              <a:avLst/>
            </a:prstGeom>
            <a:noFill/>
            <a:ln w="19050">
              <a:solidFill>
                <a:schemeClr val="tx1"/>
              </a:solidFill>
              <a:prstDash val="dash"/>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5" name="文本框 16"/>
            <p:cNvSpPr>
              <a:spLocks noChangeArrowheads="1"/>
            </p:cNvSpPr>
            <p:nvPr/>
          </p:nvSpPr>
          <p:spPr bwMode="auto">
            <a:xfrm>
              <a:off x="6840215" y="5574386"/>
              <a:ext cx="1433406" cy="400110"/>
            </a:xfrm>
            <a:prstGeom prst="rect">
              <a:avLst/>
            </a:prstGeom>
            <a:noFill/>
            <a:ln w="12700">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第</a:t>
              </a:r>
              <a:r>
                <a:rPr kumimoji="0" lang="en-US" altLang="zh-CN"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0</a:t>
              </a:r>
              <a:r>
                <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层</a:t>
              </a:r>
              <a:r>
                <a:rPr kumimoji="0" lang="en-US" altLang="zh-CN" sz="2000" b="1" i="0" u="none" strike="noStrike" kern="1200" cap="none" spc="0" normalizeH="0" baseline="0" noProof="0" dirty="0" err="1">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hanoi</a:t>
              </a:r>
              <a:endPar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sp>
          <p:nvSpPr>
            <p:cNvPr id="174" name="直接连接符 6"/>
            <p:cNvSpPr>
              <a:spLocks noChangeShapeType="1"/>
            </p:cNvSpPr>
            <p:nvPr/>
          </p:nvSpPr>
          <p:spPr bwMode="auto">
            <a:xfrm>
              <a:off x="8239126" y="6052103"/>
              <a:ext cx="2297113"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 name="直接连接符 11"/>
            <p:cNvSpPr>
              <a:spLocks noChangeShapeType="1"/>
            </p:cNvSpPr>
            <p:nvPr/>
          </p:nvSpPr>
          <p:spPr bwMode="auto">
            <a:xfrm>
              <a:off x="8710613" y="6052104"/>
              <a:ext cx="0" cy="471487"/>
            </a:xfrm>
            <a:prstGeom prst="line">
              <a:avLst/>
            </a:prstGeom>
            <a:noFill/>
            <a:ln w="19050">
              <a:solidFill>
                <a:schemeClr val="tx1"/>
              </a:solidFill>
              <a:prstDash val="dash"/>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 name="矩形 187"/>
            <p:cNvSpPr>
              <a:spLocks noChangeArrowheads="1"/>
            </p:cNvSpPr>
            <p:nvPr/>
          </p:nvSpPr>
          <p:spPr bwMode="auto">
            <a:xfrm>
              <a:off x="7991475" y="6107815"/>
              <a:ext cx="2597150" cy="4000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C00000"/>
                  </a:solidFill>
                  <a:effectLst/>
                  <a:uLnTx/>
                  <a:uFillTx/>
                  <a:latin typeface="Courier New" panose="02070309020205020404" pitchFamily="49" charset="0"/>
                  <a:ea typeface="等线" panose="02010600030101010101" pitchFamily="2" charset="-122"/>
                  <a:cs typeface="+mn-cs"/>
                </a:rPr>
                <a:t>  …</a:t>
              </a: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a:t>
              </a:r>
            </a:p>
          </p:txBody>
        </p:sp>
        <p:sp>
          <p:nvSpPr>
            <p:cNvPr id="177" name="文本框 16"/>
            <p:cNvSpPr>
              <a:spLocks noChangeArrowheads="1"/>
            </p:cNvSpPr>
            <p:nvPr/>
          </p:nvSpPr>
          <p:spPr bwMode="auto">
            <a:xfrm>
              <a:off x="6897365" y="6097317"/>
              <a:ext cx="1236236" cy="400110"/>
            </a:xfrm>
            <a:prstGeom prst="rect">
              <a:avLst/>
            </a:prstGeom>
            <a:noFill/>
            <a:ln w="12700">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main</a:t>
              </a:r>
              <a:r>
                <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栈帧</a:t>
              </a:r>
            </a:p>
          </p:txBody>
        </p:sp>
      </p:grpSp>
      <p:sp>
        <p:nvSpPr>
          <p:cNvPr id="123" name="矩形 64">
            <a:extLst>
              <a:ext uri="{FF2B5EF4-FFF2-40B4-BE49-F238E27FC236}">
                <a16:creationId xmlns:a16="http://schemas.microsoft.com/office/drawing/2014/main" id="{BA738C11-1E09-429B-BF02-90957BBA3198}"/>
              </a:ext>
            </a:extLst>
          </p:cNvPr>
          <p:cNvSpPr>
            <a:spLocks noChangeArrowheads="1"/>
          </p:cNvSpPr>
          <p:nvPr/>
        </p:nvSpPr>
        <p:spPr bwMode="auto">
          <a:xfrm>
            <a:off x="2293766" y="340934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2</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24" name="矩形 102">
            <a:extLst>
              <a:ext uri="{FF2B5EF4-FFF2-40B4-BE49-F238E27FC236}">
                <a16:creationId xmlns:a16="http://schemas.microsoft.com/office/drawing/2014/main" id="{FC44E3E4-66E1-4389-853C-E82DF1A36AE8}"/>
              </a:ext>
            </a:extLst>
          </p:cNvPr>
          <p:cNvSpPr>
            <a:spLocks noChangeArrowheads="1"/>
          </p:cNvSpPr>
          <p:nvPr/>
        </p:nvSpPr>
        <p:spPr bwMode="auto">
          <a:xfrm>
            <a:off x="2612229" y="340118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25" name="矩形 104">
            <a:extLst>
              <a:ext uri="{FF2B5EF4-FFF2-40B4-BE49-F238E27FC236}">
                <a16:creationId xmlns:a16="http://schemas.microsoft.com/office/drawing/2014/main" id="{36CD40FF-0996-4BC3-A7B9-FE5355474A85}"/>
              </a:ext>
            </a:extLst>
          </p:cNvPr>
          <p:cNvSpPr>
            <a:spLocks noChangeArrowheads="1"/>
          </p:cNvSpPr>
          <p:nvPr/>
        </p:nvSpPr>
        <p:spPr bwMode="auto">
          <a:xfrm>
            <a:off x="3248817" y="341042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26" name="矩形 105">
            <a:extLst>
              <a:ext uri="{FF2B5EF4-FFF2-40B4-BE49-F238E27FC236}">
                <a16:creationId xmlns:a16="http://schemas.microsoft.com/office/drawing/2014/main" id="{DBA01893-71F1-430E-B8D3-01051AEF3C13}"/>
              </a:ext>
            </a:extLst>
          </p:cNvPr>
          <p:cNvSpPr>
            <a:spLocks noChangeArrowheads="1"/>
          </p:cNvSpPr>
          <p:nvPr/>
        </p:nvSpPr>
        <p:spPr bwMode="auto">
          <a:xfrm>
            <a:off x="2915442" y="3401088"/>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33" name="矩形 64">
            <a:extLst>
              <a:ext uri="{FF2B5EF4-FFF2-40B4-BE49-F238E27FC236}">
                <a16:creationId xmlns:a16="http://schemas.microsoft.com/office/drawing/2014/main" id="{9DD76D49-9EF8-4B0F-97A5-713EA5E1AFD1}"/>
              </a:ext>
            </a:extLst>
          </p:cNvPr>
          <p:cNvSpPr>
            <a:spLocks noChangeArrowheads="1"/>
          </p:cNvSpPr>
          <p:nvPr/>
        </p:nvSpPr>
        <p:spPr bwMode="auto">
          <a:xfrm>
            <a:off x="3811782" y="1155988"/>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3</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35" name="矩形 102">
            <a:extLst>
              <a:ext uri="{FF2B5EF4-FFF2-40B4-BE49-F238E27FC236}">
                <a16:creationId xmlns:a16="http://schemas.microsoft.com/office/drawing/2014/main" id="{F0004EDE-538F-420F-B44F-1ABB8EE94D5D}"/>
              </a:ext>
            </a:extLst>
          </p:cNvPr>
          <p:cNvSpPr>
            <a:spLocks noChangeArrowheads="1"/>
          </p:cNvSpPr>
          <p:nvPr/>
        </p:nvSpPr>
        <p:spPr bwMode="auto">
          <a:xfrm>
            <a:off x="3808677" y="144729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36" name="矩形 104">
            <a:extLst>
              <a:ext uri="{FF2B5EF4-FFF2-40B4-BE49-F238E27FC236}">
                <a16:creationId xmlns:a16="http://schemas.microsoft.com/office/drawing/2014/main" id="{5303462B-9614-43A5-8605-D32299570A77}"/>
              </a:ext>
            </a:extLst>
          </p:cNvPr>
          <p:cNvSpPr>
            <a:spLocks noChangeArrowheads="1"/>
          </p:cNvSpPr>
          <p:nvPr/>
        </p:nvSpPr>
        <p:spPr bwMode="auto">
          <a:xfrm>
            <a:off x="3820904" y="1707992"/>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38" name="矩形 105">
            <a:extLst>
              <a:ext uri="{FF2B5EF4-FFF2-40B4-BE49-F238E27FC236}">
                <a16:creationId xmlns:a16="http://schemas.microsoft.com/office/drawing/2014/main" id="{6B98055B-CFA5-40A0-BCA7-513842572F42}"/>
              </a:ext>
            </a:extLst>
          </p:cNvPr>
          <p:cNvSpPr>
            <a:spLocks noChangeArrowheads="1"/>
          </p:cNvSpPr>
          <p:nvPr/>
        </p:nvSpPr>
        <p:spPr bwMode="auto">
          <a:xfrm>
            <a:off x="3814684" y="1974676"/>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cxnSp>
        <p:nvCxnSpPr>
          <p:cNvPr id="87" name="直接连接符 56">
            <a:extLst>
              <a:ext uri="{FF2B5EF4-FFF2-40B4-BE49-F238E27FC236}">
                <a16:creationId xmlns:a16="http://schemas.microsoft.com/office/drawing/2014/main" id="{09E636BD-99A0-42F9-8064-BF4A0821703C}"/>
              </a:ext>
            </a:extLst>
          </p:cNvPr>
          <p:cNvCxnSpPr>
            <a:cxnSpLocks noChangeShapeType="1"/>
          </p:cNvCxnSpPr>
          <p:nvPr/>
        </p:nvCxnSpPr>
        <p:spPr bwMode="auto">
          <a:xfrm flipV="1">
            <a:off x="8132502" y="342739"/>
            <a:ext cx="11017" cy="4348471"/>
          </a:xfrm>
          <a:prstGeom prst="line">
            <a:avLst/>
          </a:prstGeom>
          <a:noFill/>
          <a:ln w="19050" algn="ctr">
            <a:solidFill>
              <a:srgbClr val="7030A0"/>
            </a:solidFill>
            <a:round/>
          </a:ln>
        </p:spPr>
      </p:cxnSp>
      <p:cxnSp>
        <p:nvCxnSpPr>
          <p:cNvPr id="88" name="直接箭头连接符 58">
            <a:extLst>
              <a:ext uri="{FF2B5EF4-FFF2-40B4-BE49-F238E27FC236}">
                <a16:creationId xmlns:a16="http://schemas.microsoft.com/office/drawing/2014/main" id="{612AB988-5760-4662-A876-F5B6503FCBB9}"/>
              </a:ext>
            </a:extLst>
          </p:cNvPr>
          <p:cNvCxnSpPr>
            <a:cxnSpLocks noChangeShapeType="1"/>
          </p:cNvCxnSpPr>
          <p:nvPr/>
        </p:nvCxnSpPr>
        <p:spPr bwMode="auto">
          <a:xfrm>
            <a:off x="8156935" y="342739"/>
            <a:ext cx="336286" cy="0"/>
          </a:xfrm>
          <a:prstGeom prst="straightConnector1">
            <a:avLst/>
          </a:prstGeom>
          <a:noFill/>
          <a:ln w="19050" algn="ctr">
            <a:solidFill>
              <a:srgbClr val="7030A0"/>
            </a:solidFill>
            <a:round/>
            <a:tailEnd type="triangle" w="med" len="med"/>
          </a:ln>
        </p:spPr>
      </p:cxnSp>
      <p:cxnSp>
        <p:nvCxnSpPr>
          <p:cNvPr id="89" name="直接连接符 84">
            <a:extLst>
              <a:ext uri="{FF2B5EF4-FFF2-40B4-BE49-F238E27FC236}">
                <a16:creationId xmlns:a16="http://schemas.microsoft.com/office/drawing/2014/main" id="{B23C5A1D-1173-4D34-85B2-C64EAC070BC0}"/>
              </a:ext>
            </a:extLst>
          </p:cNvPr>
          <p:cNvCxnSpPr>
            <a:cxnSpLocks noChangeShapeType="1"/>
          </p:cNvCxnSpPr>
          <p:nvPr/>
        </p:nvCxnSpPr>
        <p:spPr bwMode="auto">
          <a:xfrm>
            <a:off x="5222398" y="4691210"/>
            <a:ext cx="2918720" cy="0"/>
          </a:xfrm>
          <a:prstGeom prst="line">
            <a:avLst/>
          </a:prstGeom>
          <a:noFill/>
          <a:ln w="19050" algn="ctr">
            <a:solidFill>
              <a:srgbClr val="7030A0"/>
            </a:solidFill>
            <a:round/>
          </a:ln>
        </p:spPr>
      </p:cxnSp>
      <p:sp>
        <p:nvSpPr>
          <p:cNvPr id="90" name="矩形 89">
            <a:extLst>
              <a:ext uri="{FF2B5EF4-FFF2-40B4-BE49-F238E27FC236}">
                <a16:creationId xmlns:a16="http://schemas.microsoft.com/office/drawing/2014/main" id="{67E521D8-66D9-45BD-B22F-9FE63DE87EF1}"/>
              </a:ext>
            </a:extLst>
          </p:cNvPr>
          <p:cNvSpPr>
            <a:spLocks noChangeArrowheads="1"/>
          </p:cNvSpPr>
          <p:nvPr/>
        </p:nvSpPr>
        <p:spPr bwMode="auto">
          <a:xfrm>
            <a:off x="8497263" y="171383"/>
            <a:ext cx="3175000" cy="42481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void</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srgbClr val="000000"/>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int</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n,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x,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y, </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char</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z</a:t>
            </a:r>
            <a:endPar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if</a:t>
            </a:r>
            <a:r>
              <a:rPr kumimoji="0" lang="en-US" altLang="zh-CN" sz="1800" b="1" i="0" u="none" strike="noStrike" kern="1200" cap="none" spc="0" normalizeH="0" baseline="0" noProof="0" dirty="0">
                <a:ln>
                  <a:noFill/>
                </a:ln>
                <a:solidFill>
                  <a:srgbClr val="0000CC"/>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(1 == n)</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2</a:t>
            </a:r>
            <a:r>
              <a:rPr kumimoji="0" lang="zh-CN" altLang="en-US"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  move(x,1,z);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3</a:t>
            </a:r>
            <a:r>
              <a:rPr kumimoji="0" lang="zh-CN" altLang="en-US"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srgbClr val="4472C4">
                    <a:lumMod val="60000"/>
                    <a:lumOff val="40000"/>
                  </a:srgbClr>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else</a:t>
            </a:r>
            <a:r>
              <a:rPr kumimoji="0" lang="en-US" altLang="zh-CN" sz="1800" b="1" i="0" u="none" strike="noStrike" kern="1200" cap="none" spc="0" normalizeH="0" baseline="0" noProof="0" dirty="0">
                <a:ln>
                  <a:noFill/>
                </a:ln>
                <a:solidFill>
                  <a:srgbClr val="4472C4">
                    <a:lumMod val="60000"/>
                    <a:lumOff val="40000"/>
                  </a:srgb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prstClr val="white">
                    <a:lumMod val="50000"/>
                  </a:prstClr>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a:t>
            </a:r>
            <a:endParaRPr kumimoji="0" lang="zh-CN" altLang="en-US" sz="1800" b="1" i="0" u="none" strike="noStrike" kern="1200" cap="none" spc="0" normalizeH="0" baseline="0" noProof="0" dirty="0">
              <a:ln>
                <a:noFill/>
              </a:ln>
              <a:solidFill>
                <a:prstClr val="white">
                  <a:lumMod val="50000"/>
                </a:prstClr>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a:t>
            </a:r>
            <a:r>
              <a:rPr kumimoji="0" lang="zh-CN" altLang="en-US" sz="1800" b="1" i="0" u="none" strike="noStrike" kern="1200" cap="none" spc="0" normalizeH="0" baseline="0" noProof="0" dirty="0">
                <a:ln>
                  <a:noFill/>
                </a:ln>
                <a:solidFill>
                  <a:prstClr val="white">
                    <a:lumMod val="50000"/>
                  </a:prstClr>
                </a:solidFill>
                <a:effectLst/>
                <a:uLnTx/>
                <a:uFillTx/>
                <a:latin typeface="楷体" panose="02010609060101010101" pitchFamily="49" charset="-122"/>
                <a:ea typeface="楷体" panose="02010609060101010101" pitchFamily="49" charset="-122"/>
                <a:cs typeface="+mn-cs"/>
              </a:rPr>
              <a:t>实参：</a:t>
            </a:r>
            <a:endParaRPr kumimoji="0" lang="zh-CN" altLang="en-US"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楷体" panose="02010609060101010101" pitchFamily="49"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4</a:t>
            </a:r>
            <a:r>
              <a:rPr kumimoji="0" lang="zh-CN" altLang="en-US"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(n–1,x,z,y);</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a:t>
            </a:r>
            <a:r>
              <a:rPr kumimoji="0" lang="zh-CN" altLang="en-US" sz="1800" b="1" i="0" u="none" strike="noStrike" kern="1200" cap="none" spc="0" normalizeH="0" baseline="0" noProof="0" dirty="0">
                <a:ln>
                  <a:noFill/>
                </a:ln>
                <a:solidFill>
                  <a:prstClr val="white">
                    <a:lumMod val="50000"/>
                  </a:prstClr>
                </a:solidFill>
                <a:effectLst/>
                <a:uLnTx/>
                <a:uFillTx/>
                <a:latin typeface="楷体" panose="02010609060101010101" pitchFamily="49" charset="-122"/>
                <a:ea typeface="楷体" panose="02010609060101010101" pitchFamily="49" charset="-122"/>
                <a:cs typeface="+mn-cs"/>
              </a:rPr>
              <a:t>实参：</a:t>
            </a:r>
            <a:endParaRPr kumimoji="0" lang="en-US" altLang="zh-CN" sz="1800" b="1"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endParaRP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5</a:t>
            </a:r>
            <a:r>
              <a:rPr kumimoji="0" lang="zh-CN" altLang="en-US"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move(  </a:t>
            </a:r>
            <a:r>
              <a:rPr kumimoji="0" lang="en-US" altLang="zh-CN" sz="1800" b="1" i="0" u="none" strike="noStrike" kern="1200" cap="none" spc="0" normalizeH="0" baseline="0" noProof="0" dirty="0" err="1">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x,n,z</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6</a:t>
            </a:r>
            <a:r>
              <a:rPr kumimoji="0" lang="zh-CN" altLang="en-US"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err="1">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hanoi</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(n–1,y,x,z);</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7</a:t>
            </a:r>
            <a:r>
              <a:rPr kumimoji="0" lang="zh-CN" altLang="en-US"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r>
              <a:rPr kumimoji="0" lang="en-US" altLang="zh-CN" sz="1800" b="1" i="0" u="none" strike="noStrike" kern="1200" cap="none" spc="0" normalizeH="0" baseline="0" noProof="0" dirty="0">
                <a:ln>
                  <a:noFill/>
                </a:ln>
                <a:solidFill>
                  <a:prstClr val="white">
                    <a:lumMod val="50000"/>
                  </a:prstClr>
                </a:solidFill>
                <a:effectLst>
                  <a:outerShdw blurRad="38100" dist="38100" dir="2700000" algn="tl">
                    <a:srgbClr val="000000">
                      <a:alpha val="43137"/>
                    </a:srgbClr>
                  </a:outerShdw>
                </a:effectLst>
                <a:uLnTx/>
                <a:uFillTx/>
                <a:latin typeface="Courier New" panose="02070309020205020404" pitchFamily="49" charset="0"/>
                <a:ea typeface="等线" panose="02010600030101010101" pitchFamily="2" charset="-122"/>
                <a:cs typeface="+mn-cs"/>
              </a:rPr>
              <a:t>}</a:t>
            </a:r>
            <a:r>
              <a:rPr kumimoji="0" lang="en-US" altLang="zh-CN" sz="1800" b="1" i="0" u="none" strike="noStrike" kern="1200" cap="none" spc="0" normalizeH="0" baseline="0" noProof="0" dirty="0">
                <a:ln>
                  <a:noFill/>
                </a:ln>
                <a:solidFill>
                  <a:prstClr val="white">
                    <a:lumMod val="50000"/>
                  </a:prstClr>
                </a:solidFill>
                <a:effectLst/>
                <a:uLnTx/>
                <a:uFillTx/>
                <a:latin typeface="Courier New" panose="02070309020205020404" pitchFamily="49" charset="0"/>
                <a:ea typeface="等线" panose="02010600030101010101" pitchFamily="2" charset="-122"/>
                <a:cs typeface="+mn-cs"/>
              </a:rPr>
              <a:t> </a:t>
            </a:r>
          </a:p>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000000"/>
                </a:solidFill>
                <a:effectLst/>
                <a:uLnTx/>
                <a:uFillTx/>
                <a:latin typeface="Courier New" panose="02070309020205020404" pitchFamily="49" charset="0"/>
                <a:ea typeface="等线" panose="02010600030101010101" pitchFamily="2" charset="-122"/>
                <a:cs typeface="+mn-cs"/>
              </a:rPr>
              <a:t>8</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rPr>
              <a:t>}</a:t>
            </a:r>
          </a:p>
        </p:txBody>
      </p:sp>
      <p:sp>
        <p:nvSpPr>
          <p:cNvPr id="93" name="文本框 16">
            <a:extLst>
              <a:ext uri="{FF2B5EF4-FFF2-40B4-BE49-F238E27FC236}">
                <a16:creationId xmlns:a16="http://schemas.microsoft.com/office/drawing/2014/main" id="{C2480F6A-6424-44A3-8979-6F507E58E18A}"/>
              </a:ext>
            </a:extLst>
          </p:cNvPr>
          <p:cNvSpPr>
            <a:spLocks noChangeArrowheads="1"/>
          </p:cNvSpPr>
          <p:nvPr/>
        </p:nvSpPr>
        <p:spPr bwMode="auto">
          <a:xfrm>
            <a:off x="9469049" y="4073043"/>
            <a:ext cx="1231427"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第</a:t>
            </a:r>
            <a:r>
              <a:rPr kumimoji="0" lang="en-US" altLang="zh-CN"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2</a:t>
            </a:r>
            <a:r>
              <a:rPr kumimoji="0" lang="zh-CN" altLang="en-US" sz="1800" b="1" i="0" u="none" strike="noStrike" kern="1200" cap="none" spc="0" normalizeH="0" baseline="0" noProof="0" dirty="0">
                <a:ln>
                  <a:noFill/>
                </a:ln>
                <a:solidFill>
                  <a:srgbClr val="00B0F0"/>
                </a:solidFill>
                <a:effectLst>
                  <a:outerShdw blurRad="38100" dist="38100" dir="2700000" algn="tl">
                    <a:srgbClr val="000000">
                      <a:alpha val="43137"/>
                    </a:srgbClr>
                  </a:outerShdw>
                </a:effectLst>
                <a:uLnTx/>
                <a:uFillTx/>
                <a:latin typeface="Calibri" panose="020F0502020204030204" pitchFamily="34" charset="0"/>
                <a:ea typeface="宋体" panose="02010600030101010101" pitchFamily="2" charset="-122"/>
                <a:cs typeface="+mn-cs"/>
                <a:sym typeface="宋体" panose="02010600030101010101" pitchFamily="2" charset="-122"/>
              </a:rPr>
              <a:t>层调用</a:t>
            </a:r>
          </a:p>
        </p:txBody>
      </p:sp>
      <p:sp>
        <p:nvSpPr>
          <p:cNvPr id="98" name="文本框 97">
            <a:extLst>
              <a:ext uri="{FF2B5EF4-FFF2-40B4-BE49-F238E27FC236}">
                <a16:creationId xmlns:a16="http://schemas.microsoft.com/office/drawing/2014/main" id="{D0816350-315A-484D-B4D4-224B032D5B20}"/>
              </a:ext>
            </a:extLst>
          </p:cNvPr>
          <p:cNvSpPr txBox="1"/>
          <p:nvPr/>
        </p:nvSpPr>
        <p:spPr>
          <a:xfrm>
            <a:off x="758238" y="3913418"/>
            <a:ext cx="4576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pitchFamily="2" charset="-122"/>
                <a:cs typeface="+mn-cs"/>
              </a:rPr>
              <a:t>5</a:t>
            </a:r>
            <a:endParaRPr kumimoji="0" lang="zh-CN" altLang="en-US" sz="18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p:txBody>
      </p:sp>
      <p:sp>
        <p:nvSpPr>
          <p:cNvPr id="99" name="矩形 125">
            <a:extLst>
              <a:ext uri="{FF2B5EF4-FFF2-40B4-BE49-F238E27FC236}">
                <a16:creationId xmlns:a16="http://schemas.microsoft.com/office/drawing/2014/main" id="{C11D41CF-A09A-4C11-B3FB-575F7286E77A}"/>
              </a:ext>
            </a:extLst>
          </p:cNvPr>
          <p:cNvSpPr>
            <a:spLocks noChangeArrowheads="1"/>
          </p:cNvSpPr>
          <p:nvPr/>
        </p:nvSpPr>
        <p:spPr bwMode="auto">
          <a:xfrm>
            <a:off x="6451127" y="4261621"/>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00" name="矩形 132">
            <a:extLst>
              <a:ext uri="{FF2B5EF4-FFF2-40B4-BE49-F238E27FC236}">
                <a16:creationId xmlns:a16="http://schemas.microsoft.com/office/drawing/2014/main" id="{2594944D-187F-47A0-BD24-054F924A5034}"/>
              </a:ext>
            </a:extLst>
          </p:cNvPr>
          <p:cNvSpPr>
            <a:spLocks noChangeArrowheads="1"/>
          </p:cNvSpPr>
          <p:nvPr/>
        </p:nvSpPr>
        <p:spPr bwMode="auto">
          <a:xfrm>
            <a:off x="6986847" y="425706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01" name="矩形 135">
            <a:extLst>
              <a:ext uri="{FF2B5EF4-FFF2-40B4-BE49-F238E27FC236}">
                <a16:creationId xmlns:a16="http://schemas.microsoft.com/office/drawing/2014/main" id="{588FA892-1B2E-464D-9914-8E34312A0BFC}"/>
              </a:ext>
            </a:extLst>
          </p:cNvPr>
          <p:cNvSpPr>
            <a:spLocks noChangeArrowheads="1"/>
          </p:cNvSpPr>
          <p:nvPr/>
        </p:nvSpPr>
        <p:spPr bwMode="auto">
          <a:xfrm>
            <a:off x="6730050" y="425653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0"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0"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grpSp>
        <p:nvGrpSpPr>
          <p:cNvPr id="103" name="组合 117">
            <a:extLst>
              <a:ext uri="{FF2B5EF4-FFF2-40B4-BE49-F238E27FC236}">
                <a16:creationId xmlns:a16="http://schemas.microsoft.com/office/drawing/2014/main" id="{13772B7B-050C-4551-AE81-8B090B2377B8}"/>
              </a:ext>
            </a:extLst>
          </p:cNvPr>
          <p:cNvGrpSpPr/>
          <p:nvPr/>
        </p:nvGrpSpPr>
        <p:grpSpPr bwMode="auto">
          <a:xfrm>
            <a:off x="10961954" y="152184"/>
            <a:ext cx="841375" cy="1130300"/>
            <a:chOff x="7622548" y="2841221"/>
            <a:chExt cx="841375" cy="1130300"/>
          </a:xfrm>
        </p:grpSpPr>
        <p:sp>
          <p:nvSpPr>
            <p:cNvPr id="104" name="AutoShape 3">
              <a:extLst>
                <a:ext uri="{FF2B5EF4-FFF2-40B4-BE49-F238E27FC236}">
                  <a16:creationId xmlns:a16="http://schemas.microsoft.com/office/drawing/2014/main" id="{6F932085-BC42-457E-B279-E0BC4F924FE0}"/>
                </a:ext>
              </a:extLst>
            </p:cNvPr>
            <p:cNvSpPr>
              <a:spLocks noChangeAspect="1" noChangeArrowheads="1" noTextEdit="1"/>
            </p:cNvSpPr>
            <p:nvPr/>
          </p:nvSpPr>
          <p:spPr bwMode="auto">
            <a:xfrm>
              <a:off x="7622548" y="2841221"/>
              <a:ext cx="841375" cy="1130300"/>
            </a:xfrm>
            <a:prstGeom prst="rect">
              <a:avLst/>
            </a:prstGeom>
            <a:noFill/>
            <a:ln w="9525">
              <a:no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5" name="Freeform 9">
              <a:extLst>
                <a:ext uri="{FF2B5EF4-FFF2-40B4-BE49-F238E27FC236}">
                  <a16:creationId xmlns:a16="http://schemas.microsoft.com/office/drawing/2014/main" id="{EB6BEF1B-5209-4FE9-81CA-067E63B4751F}"/>
                </a:ext>
              </a:extLst>
            </p:cNvPr>
            <p:cNvSpPr>
              <a:spLocks noEditPoints="1"/>
            </p:cNvSpPr>
            <p:nvPr/>
          </p:nvSpPr>
          <p:spPr bwMode="auto">
            <a:xfrm>
              <a:off x="7644773" y="3017434"/>
              <a:ext cx="682625" cy="31750"/>
            </a:xfrm>
            <a:custGeom>
              <a:avLst/>
              <a:gdLst>
                <a:gd name="T0" fmla="*/ 9209 w 593"/>
                <a:gd name="T1" fmla="*/ 13607 h 28"/>
                <a:gd name="T2" fmla="*/ 138137 w 593"/>
                <a:gd name="T3" fmla="*/ 11339 h 28"/>
                <a:gd name="T4" fmla="*/ 147346 w 593"/>
                <a:gd name="T5" fmla="*/ 19277 h 28"/>
                <a:gd name="T6" fmla="*/ 138137 w 593"/>
                <a:gd name="T7" fmla="*/ 29482 h 28"/>
                <a:gd name="T8" fmla="*/ 9209 w 593"/>
                <a:gd name="T9" fmla="*/ 31750 h 28"/>
                <a:gd name="T10" fmla="*/ 0 w 593"/>
                <a:gd name="T11" fmla="*/ 22679 h 28"/>
                <a:gd name="T12" fmla="*/ 9209 w 593"/>
                <a:gd name="T13" fmla="*/ 13607 h 28"/>
                <a:gd name="T14" fmla="*/ 230228 w 593"/>
                <a:gd name="T15" fmla="*/ 9071 h 28"/>
                <a:gd name="T16" fmla="*/ 359155 w 593"/>
                <a:gd name="T17" fmla="*/ 6804 h 28"/>
                <a:gd name="T18" fmla="*/ 368364 w 593"/>
                <a:gd name="T19" fmla="*/ 15875 h 28"/>
                <a:gd name="T20" fmla="*/ 359155 w 593"/>
                <a:gd name="T21" fmla="*/ 24946 h 28"/>
                <a:gd name="T22" fmla="*/ 230228 w 593"/>
                <a:gd name="T23" fmla="*/ 27214 h 28"/>
                <a:gd name="T24" fmla="*/ 221019 w 593"/>
                <a:gd name="T25" fmla="*/ 18143 h 28"/>
                <a:gd name="T26" fmla="*/ 230228 w 593"/>
                <a:gd name="T27" fmla="*/ 9071 h 28"/>
                <a:gd name="T28" fmla="*/ 451246 w 593"/>
                <a:gd name="T29" fmla="*/ 4536 h 28"/>
                <a:gd name="T30" fmla="*/ 580174 w 593"/>
                <a:gd name="T31" fmla="*/ 2268 h 28"/>
                <a:gd name="T32" fmla="*/ 589383 w 593"/>
                <a:gd name="T33" fmla="*/ 11339 h 28"/>
                <a:gd name="T34" fmla="*/ 580174 w 593"/>
                <a:gd name="T35" fmla="*/ 20411 h 28"/>
                <a:gd name="T36" fmla="*/ 451246 w 593"/>
                <a:gd name="T37" fmla="*/ 22679 h 28"/>
                <a:gd name="T38" fmla="*/ 442037 w 593"/>
                <a:gd name="T39" fmla="*/ 13607 h 28"/>
                <a:gd name="T40" fmla="*/ 451246 w 593"/>
                <a:gd name="T41" fmla="*/ 4536 h 28"/>
                <a:gd name="T42" fmla="*/ 672265 w 593"/>
                <a:gd name="T43" fmla="*/ 0 h 28"/>
                <a:gd name="T44" fmla="*/ 673416 w 593"/>
                <a:gd name="T45" fmla="*/ 0 h 28"/>
                <a:gd name="T46" fmla="*/ 682625 w 593"/>
                <a:gd name="T47" fmla="*/ 9071 h 28"/>
                <a:gd name="T48" fmla="*/ 673416 w 593"/>
                <a:gd name="T49" fmla="*/ 18143 h 28"/>
                <a:gd name="T50" fmla="*/ 672265 w 593"/>
                <a:gd name="T51" fmla="*/ 18143 h 28"/>
                <a:gd name="T52" fmla="*/ 663056 w 593"/>
                <a:gd name="T53" fmla="*/ 10205 h 28"/>
                <a:gd name="T54" fmla="*/ 672265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06" name="Freeform 10">
              <a:extLst>
                <a:ext uri="{FF2B5EF4-FFF2-40B4-BE49-F238E27FC236}">
                  <a16:creationId xmlns:a16="http://schemas.microsoft.com/office/drawing/2014/main" id="{CC8A63BF-9AE2-4BA5-9BE4-05C95E8C16CF}"/>
                </a:ext>
              </a:extLst>
            </p:cNvPr>
            <p:cNvSpPr/>
            <p:nvPr/>
          </p:nvSpPr>
          <p:spPr bwMode="auto">
            <a:xfrm>
              <a:off x="7654298" y="2998384"/>
              <a:ext cx="41275" cy="80963"/>
            </a:xfrm>
            <a:custGeom>
              <a:avLst/>
              <a:gdLst>
                <a:gd name="T0" fmla="*/ 39688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07" name="Rectangle 11">
              <a:extLst>
                <a:ext uri="{FF2B5EF4-FFF2-40B4-BE49-F238E27FC236}">
                  <a16:creationId xmlns:a16="http://schemas.microsoft.com/office/drawing/2014/main" id="{60B0BAA0-2DEF-4E75-8083-CF8E49F4BA84}"/>
                </a:ext>
              </a:extLst>
            </p:cNvPr>
            <p:cNvSpPr>
              <a:spLocks noChangeArrowheads="1"/>
            </p:cNvSpPr>
            <p:nvPr/>
          </p:nvSpPr>
          <p:spPr bwMode="auto">
            <a:xfrm>
              <a:off x="7789236" y="2906309"/>
              <a:ext cx="393700" cy="254000"/>
            </a:xfrm>
            <a:prstGeom prst="rect">
              <a:avLst/>
            </a:prstGeom>
            <a:solidFill>
              <a:srgbClr val="FFFFFF"/>
            </a:solidFill>
            <a:ln w="9525">
              <a:noFill/>
              <a:miter lim="800000"/>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08" name="Rectangle 12">
              <a:extLst>
                <a:ext uri="{FF2B5EF4-FFF2-40B4-BE49-F238E27FC236}">
                  <a16:creationId xmlns:a16="http://schemas.microsoft.com/office/drawing/2014/main" id="{E98F0D63-FB30-4C89-A46A-5CFCC72C9F97}"/>
                </a:ext>
              </a:extLst>
            </p:cNvPr>
            <p:cNvSpPr>
              <a:spLocks noChangeArrowheads="1"/>
            </p:cNvSpPr>
            <p:nvPr/>
          </p:nvSpPr>
          <p:spPr bwMode="auto">
            <a:xfrm>
              <a:off x="7789236" y="2865607"/>
              <a:ext cx="461665" cy="307777"/>
            </a:xfrm>
            <a:prstGeom prst="rect">
              <a:avLst/>
            </a:prstGeom>
            <a:noFill/>
            <a:ln w="9525">
              <a:noFill/>
              <a:miter lim="800000"/>
            </a:ln>
          </p:spPr>
          <p:txBody>
            <a:bodyPr wrap="none" lIns="0" tIns="0" rIns="0" bIns="0">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zh-CN" sz="1800" b="1" i="0" u="none" strike="noStrike" kern="1200" cap="none" spc="0" normalizeH="0" baseline="0" noProof="0" dirty="0">
                  <a:ln>
                    <a:noFill/>
                  </a:ln>
                  <a:solidFill>
                    <a:srgbClr val="70AD47">
                      <a:lumMod val="50000"/>
                    </a:srgbClr>
                  </a:solidFill>
                  <a:effectLst/>
                  <a:uLnTx/>
                  <a:uFillTx/>
                  <a:latin typeface="宋体" panose="02010600030101010101" pitchFamily="2" charset="-122"/>
                  <a:ea typeface="等线" panose="02010600030101010101" pitchFamily="2" charset="-122"/>
                  <a:cs typeface="+mn-cs"/>
                </a:rPr>
                <a:t>实参</a:t>
              </a:r>
              <a:endParaRPr kumimoji="0" lang="zh-CN" altLang="zh-CN" sz="2000" b="1" i="0" u="none" strike="noStrike" kern="1200" cap="none" spc="0" normalizeH="0" baseline="0" noProof="0" dirty="0">
                <a:ln>
                  <a:noFill/>
                </a:ln>
                <a:solidFill>
                  <a:srgbClr val="70AD47">
                    <a:lumMod val="50000"/>
                  </a:srgbClr>
                </a:solidFill>
                <a:effectLst/>
                <a:uLnTx/>
                <a:uFillTx/>
                <a:latin typeface="等线" panose="020F0502020204030204"/>
                <a:ea typeface="等线" panose="02010600030101010101" pitchFamily="2" charset="-122"/>
                <a:cs typeface="+mn-cs"/>
              </a:endParaRPr>
            </a:p>
          </p:txBody>
        </p:sp>
        <p:sp>
          <p:nvSpPr>
            <p:cNvPr id="109" name="Freeform 13">
              <a:extLst>
                <a:ext uri="{FF2B5EF4-FFF2-40B4-BE49-F238E27FC236}">
                  <a16:creationId xmlns:a16="http://schemas.microsoft.com/office/drawing/2014/main" id="{E01882D9-A672-433B-8321-9A845680F0CD}"/>
                </a:ext>
              </a:extLst>
            </p:cNvPr>
            <p:cNvSpPr>
              <a:spLocks noEditPoints="1"/>
            </p:cNvSpPr>
            <p:nvPr/>
          </p:nvSpPr>
          <p:spPr bwMode="auto">
            <a:xfrm>
              <a:off x="7798761" y="3304771"/>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0" name="Freeform 14">
              <a:extLst>
                <a:ext uri="{FF2B5EF4-FFF2-40B4-BE49-F238E27FC236}">
                  <a16:creationId xmlns:a16="http://schemas.microsoft.com/office/drawing/2014/main" id="{FEAA16A7-9183-48FA-A8E4-A24134F3ED98}"/>
                </a:ext>
              </a:extLst>
            </p:cNvPr>
            <p:cNvSpPr/>
            <p:nvPr/>
          </p:nvSpPr>
          <p:spPr bwMode="auto">
            <a:xfrm>
              <a:off x="7808286" y="3273021"/>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1" name="Freeform 15">
              <a:extLst>
                <a:ext uri="{FF2B5EF4-FFF2-40B4-BE49-F238E27FC236}">
                  <a16:creationId xmlns:a16="http://schemas.microsoft.com/office/drawing/2014/main" id="{8517DA9A-9479-45CA-AE90-4DB08E2E81CC}"/>
                </a:ext>
              </a:extLst>
            </p:cNvPr>
            <p:cNvSpPr>
              <a:spLocks noEditPoints="1"/>
            </p:cNvSpPr>
            <p:nvPr/>
          </p:nvSpPr>
          <p:spPr bwMode="auto">
            <a:xfrm>
              <a:off x="7798761" y="3579409"/>
              <a:ext cx="493713" cy="17463"/>
            </a:xfrm>
            <a:custGeom>
              <a:avLst/>
              <a:gdLst>
                <a:gd name="T0" fmla="*/ 9207 w 429"/>
                <a:gd name="T1" fmla="*/ 0 h 16"/>
                <a:gd name="T2" fmla="*/ 138102 w 429"/>
                <a:gd name="T3" fmla="*/ 0 h 16"/>
                <a:gd name="T4" fmla="*/ 147308 w 429"/>
                <a:gd name="T5" fmla="*/ 8732 h 16"/>
                <a:gd name="T6" fmla="*/ 138102 w 429"/>
                <a:gd name="T7" fmla="*/ 17463 h 16"/>
                <a:gd name="T8" fmla="*/ 9207 w 429"/>
                <a:gd name="T9" fmla="*/ 17463 h 16"/>
                <a:gd name="T10" fmla="*/ 0 w 429"/>
                <a:gd name="T11" fmla="*/ 8732 h 16"/>
                <a:gd name="T12" fmla="*/ 9207 w 429"/>
                <a:gd name="T13" fmla="*/ 0 h 16"/>
                <a:gd name="T14" fmla="*/ 230169 w 429"/>
                <a:gd name="T15" fmla="*/ 0 h 16"/>
                <a:gd name="T16" fmla="*/ 359064 w 429"/>
                <a:gd name="T17" fmla="*/ 0 h 16"/>
                <a:gd name="T18" fmla="*/ 368271 w 429"/>
                <a:gd name="T19" fmla="*/ 8732 h 16"/>
                <a:gd name="T20" fmla="*/ 359064 w 429"/>
                <a:gd name="T21" fmla="*/ 17463 h 16"/>
                <a:gd name="T22" fmla="*/ 230169 w 429"/>
                <a:gd name="T23" fmla="*/ 17463 h 16"/>
                <a:gd name="T24" fmla="*/ 220962 w 429"/>
                <a:gd name="T25" fmla="*/ 8732 h 16"/>
                <a:gd name="T26" fmla="*/ 230169 w 429"/>
                <a:gd name="T27" fmla="*/ 0 h 16"/>
                <a:gd name="T28" fmla="*/ 451132 w 429"/>
                <a:gd name="T29" fmla="*/ 0 h 16"/>
                <a:gd name="T30" fmla="*/ 484506 w 429"/>
                <a:gd name="T31" fmla="*/ 0 h 16"/>
                <a:gd name="T32" fmla="*/ 493713 w 429"/>
                <a:gd name="T33" fmla="*/ 8732 h 16"/>
                <a:gd name="T34" fmla="*/ 484506 w 429"/>
                <a:gd name="T35" fmla="*/ 17463 h 16"/>
                <a:gd name="T36" fmla="*/ 451132 w 429"/>
                <a:gd name="T37" fmla="*/ 17463 h 16"/>
                <a:gd name="T38" fmla="*/ 441925 w 429"/>
                <a:gd name="T39" fmla="*/ 8732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2" name="Freeform 16">
              <a:extLst>
                <a:ext uri="{FF2B5EF4-FFF2-40B4-BE49-F238E27FC236}">
                  <a16:creationId xmlns:a16="http://schemas.microsoft.com/office/drawing/2014/main" id="{44197E68-8844-4075-8DAB-028042790724}"/>
                </a:ext>
              </a:extLst>
            </p:cNvPr>
            <p:cNvSpPr/>
            <p:nvPr/>
          </p:nvSpPr>
          <p:spPr bwMode="auto">
            <a:xfrm>
              <a:off x="7808286" y="3547659"/>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3" name="Freeform 17">
              <a:extLst>
                <a:ext uri="{FF2B5EF4-FFF2-40B4-BE49-F238E27FC236}">
                  <a16:creationId xmlns:a16="http://schemas.microsoft.com/office/drawing/2014/main" id="{FDCCEB2B-A3D1-4EF0-9F69-A5625F890BB4}"/>
                </a:ext>
              </a:extLst>
            </p:cNvPr>
            <p:cNvSpPr>
              <a:spLocks noEditPoints="1"/>
            </p:cNvSpPr>
            <p:nvPr/>
          </p:nvSpPr>
          <p:spPr bwMode="auto">
            <a:xfrm>
              <a:off x="7798761" y="3817534"/>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sp>
          <p:nvSpPr>
            <p:cNvPr id="116" name="Freeform 18">
              <a:extLst>
                <a:ext uri="{FF2B5EF4-FFF2-40B4-BE49-F238E27FC236}">
                  <a16:creationId xmlns:a16="http://schemas.microsoft.com/office/drawing/2014/main" id="{86DF9EBF-6B2B-48EF-968D-F6AF7C4DD53A}"/>
                </a:ext>
              </a:extLst>
            </p:cNvPr>
            <p:cNvSpPr/>
            <p:nvPr/>
          </p:nvSpPr>
          <p:spPr bwMode="auto">
            <a:xfrm>
              <a:off x="7808286" y="3785784"/>
              <a:ext cx="41275" cy="82550"/>
            </a:xfrm>
            <a:custGeom>
              <a:avLst/>
              <a:gdLst>
                <a:gd name="T0" fmla="*/ 41275 w 26"/>
                <a:gd name="T1" fmla="*/ 0 h 52"/>
                <a:gd name="T2" fmla="*/ 0 w 26"/>
                <a:gd name="T3" fmla="*/ 41275 h 52"/>
                <a:gd name="T4" fmla="*/ 41275 w 26"/>
                <a:gd name="T5" fmla="*/ 82550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srgbClr val="000000"/>
                </a:solidFill>
                <a:effectLst/>
                <a:uLnTx/>
                <a:uFillTx/>
                <a:latin typeface="等线" panose="020F0502020204030204"/>
                <a:ea typeface="等线" panose="02010600030101010101" pitchFamily="2" charset="-122"/>
                <a:cs typeface="+mn-cs"/>
              </a:endParaRPr>
            </a:p>
          </p:txBody>
        </p:sp>
      </p:grpSp>
      <p:cxnSp>
        <p:nvCxnSpPr>
          <p:cNvPr id="130" name="直接连接符 84">
            <a:extLst>
              <a:ext uri="{FF2B5EF4-FFF2-40B4-BE49-F238E27FC236}">
                <a16:creationId xmlns:a16="http://schemas.microsoft.com/office/drawing/2014/main" id="{277C5668-4261-4F29-B50E-5CA67AB8050B}"/>
              </a:ext>
            </a:extLst>
          </p:cNvPr>
          <p:cNvCxnSpPr>
            <a:cxnSpLocks noChangeShapeType="1"/>
          </p:cNvCxnSpPr>
          <p:nvPr/>
        </p:nvCxnSpPr>
        <p:spPr bwMode="auto">
          <a:xfrm>
            <a:off x="4251325" y="4170820"/>
            <a:ext cx="4355493" cy="0"/>
          </a:xfrm>
          <a:prstGeom prst="line">
            <a:avLst/>
          </a:prstGeom>
          <a:noFill/>
          <a:ln w="19050" algn="ctr">
            <a:solidFill>
              <a:srgbClr val="990000"/>
            </a:solidFill>
            <a:round/>
          </a:ln>
        </p:spPr>
      </p:cxnSp>
      <p:cxnSp>
        <p:nvCxnSpPr>
          <p:cNvPr id="131" name="直接连接符 56">
            <a:extLst>
              <a:ext uri="{FF2B5EF4-FFF2-40B4-BE49-F238E27FC236}">
                <a16:creationId xmlns:a16="http://schemas.microsoft.com/office/drawing/2014/main" id="{42C67FCC-190F-4566-9112-AFA95C42EE7C}"/>
              </a:ext>
            </a:extLst>
          </p:cNvPr>
          <p:cNvCxnSpPr>
            <a:cxnSpLocks noChangeShapeType="1"/>
          </p:cNvCxnSpPr>
          <p:nvPr/>
        </p:nvCxnSpPr>
        <p:spPr bwMode="auto">
          <a:xfrm flipV="1">
            <a:off x="4256684" y="4162817"/>
            <a:ext cx="0" cy="698109"/>
          </a:xfrm>
          <a:prstGeom prst="line">
            <a:avLst/>
          </a:prstGeom>
          <a:noFill/>
          <a:ln w="19050" algn="ctr">
            <a:solidFill>
              <a:srgbClr val="990000"/>
            </a:solidFill>
            <a:round/>
          </a:ln>
        </p:spPr>
      </p:cxnSp>
      <p:cxnSp>
        <p:nvCxnSpPr>
          <p:cNvPr id="134" name="直接箭头连接符 58">
            <a:extLst>
              <a:ext uri="{FF2B5EF4-FFF2-40B4-BE49-F238E27FC236}">
                <a16:creationId xmlns:a16="http://schemas.microsoft.com/office/drawing/2014/main" id="{4C6FFBAD-4357-4679-AFF5-7F0D18AF046A}"/>
              </a:ext>
            </a:extLst>
          </p:cNvPr>
          <p:cNvCxnSpPr>
            <a:cxnSpLocks noChangeShapeType="1"/>
          </p:cNvCxnSpPr>
          <p:nvPr/>
        </p:nvCxnSpPr>
        <p:spPr bwMode="auto">
          <a:xfrm>
            <a:off x="4256684" y="4305449"/>
            <a:ext cx="336286" cy="0"/>
          </a:xfrm>
          <a:prstGeom prst="straightConnector1">
            <a:avLst/>
          </a:prstGeom>
          <a:noFill/>
          <a:ln w="19050" algn="ctr">
            <a:solidFill>
              <a:srgbClr val="990000"/>
            </a:solidFill>
            <a:round/>
            <a:tailEnd type="triangle" w="med" len="med"/>
          </a:ln>
        </p:spPr>
      </p:cxnSp>
      <p:sp>
        <p:nvSpPr>
          <p:cNvPr id="137" name="直接连接符 6">
            <a:extLst>
              <a:ext uri="{FF2B5EF4-FFF2-40B4-BE49-F238E27FC236}">
                <a16:creationId xmlns:a16="http://schemas.microsoft.com/office/drawing/2014/main" id="{62004F5F-7BE9-49FD-A381-DBB678329C62}"/>
              </a:ext>
            </a:extLst>
          </p:cNvPr>
          <p:cNvSpPr>
            <a:spLocks noChangeShapeType="1"/>
          </p:cNvSpPr>
          <p:nvPr/>
        </p:nvSpPr>
        <p:spPr bwMode="auto">
          <a:xfrm>
            <a:off x="1595439" y="6729413"/>
            <a:ext cx="5691187"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 name="矩形 123">
            <a:extLst>
              <a:ext uri="{FF2B5EF4-FFF2-40B4-BE49-F238E27FC236}">
                <a16:creationId xmlns:a16="http://schemas.microsoft.com/office/drawing/2014/main" id="{699F1191-6CF9-3A8E-C844-A9102A91AF82}"/>
              </a:ext>
            </a:extLst>
          </p:cNvPr>
          <p:cNvSpPr>
            <a:spLocks noChangeArrowheads="1"/>
          </p:cNvSpPr>
          <p:nvPr/>
        </p:nvSpPr>
        <p:spPr bwMode="auto">
          <a:xfrm>
            <a:off x="7793948" y="109663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2</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4" name="矩形 125">
            <a:extLst>
              <a:ext uri="{FF2B5EF4-FFF2-40B4-BE49-F238E27FC236}">
                <a16:creationId xmlns:a16="http://schemas.microsoft.com/office/drawing/2014/main" id="{0D781A94-FE8D-66C3-53B7-C8FE49F334EC}"/>
              </a:ext>
            </a:extLst>
          </p:cNvPr>
          <p:cNvSpPr>
            <a:spLocks noChangeArrowheads="1"/>
          </p:cNvSpPr>
          <p:nvPr/>
        </p:nvSpPr>
        <p:spPr bwMode="auto">
          <a:xfrm>
            <a:off x="7779847" y="1377713"/>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A</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5" name="矩形 132">
            <a:extLst>
              <a:ext uri="{FF2B5EF4-FFF2-40B4-BE49-F238E27FC236}">
                <a16:creationId xmlns:a16="http://schemas.microsoft.com/office/drawing/2014/main" id="{150A2B82-84E2-F2A8-1DB2-881E55417393}"/>
              </a:ext>
            </a:extLst>
          </p:cNvPr>
          <p:cNvSpPr>
            <a:spLocks noChangeArrowheads="1"/>
          </p:cNvSpPr>
          <p:nvPr/>
        </p:nvSpPr>
        <p:spPr bwMode="auto">
          <a:xfrm>
            <a:off x="7776123" y="1664465"/>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C</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sp>
        <p:nvSpPr>
          <p:cNvPr id="16" name="矩形 135">
            <a:extLst>
              <a:ext uri="{FF2B5EF4-FFF2-40B4-BE49-F238E27FC236}">
                <a16:creationId xmlns:a16="http://schemas.microsoft.com/office/drawing/2014/main" id="{D39A3CF5-4282-C1DC-1D16-9802A0C5BB80}"/>
              </a:ext>
            </a:extLst>
          </p:cNvPr>
          <p:cNvSpPr>
            <a:spLocks noChangeArrowheads="1"/>
          </p:cNvSpPr>
          <p:nvPr/>
        </p:nvSpPr>
        <p:spPr bwMode="auto">
          <a:xfrm>
            <a:off x="7770814" y="1909763"/>
            <a:ext cx="338554" cy="400110"/>
          </a:xfrm>
          <a:prstGeom prst="rect">
            <a:avLst/>
          </a:prstGeom>
          <a:noFill/>
          <a:ln w="9525">
            <a:noFill/>
            <a:miter lim="800000"/>
          </a:ln>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楷体" panose="02010609060101010101" pitchFamily="49" charset="-122"/>
                <a:cs typeface="+mn-cs"/>
              </a:rPr>
              <a:t>B</a:t>
            </a:r>
            <a:endParaRPr kumimoji="0" lang="zh-CN" altLang="en-US" sz="2000" b="1" i="0" u="none" strike="noStrike" kern="1200" cap="none" spc="0" normalizeH="0" baseline="0" noProof="0" dirty="0">
              <a:ln>
                <a:noFill/>
              </a:ln>
              <a:solidFill>
                <a:srgbClr val="3333FF"/>
              </a:solidFill>
              <a:effectLst/>
              <a:uLnTx/>
              <a:uFillTx/>
              <a:latin typeface="等线" panose="020F0502020204030204"/>
              <a:ea typeface="等线" panose="02010600030101010101" pitchFamily="2" charset="-122"/>
              <a:cs typeface="+mn-cs"/>
            </a:endParaRPr>
          </a:p>
        </p:txBody>
      </p:sp>
      <p:cxnSp>
        <p:nvCxnSpPr>
          <p:cNvPr id="17" name="直接箭头连接符 58">
            <a:extLst>
              <a:ext uri="{FF2B5EF4-FFF2-40B4-BE49-F238E27FC236}">
                <a16:creationId xmlns:a16="http://schemas.microsoft.com/office/drawing/2014/main" id="{1E5C9CFA-0242-04D9-4476-BB2A9F7BDAED}"/>
              </a:ext>
            </a:extLst>
          </p:cNvPr>
          <p:cNvCxnSpPr>
            <a:cxnSpLocks noChangeShapeType="1"/>
          </p:cNvCxnSpPr>
          <p:nvPr/>
        </p:nvCxnSpPr>
        <p:spPr bwMode="auto">
          <a:xfrm flipH="1">
            <a:off x="10084762" y="664947"/>
            <a:ext cx="1587503" cy="1244816"/>
          </a:xfrm>
          <a:prstGeom prst="straightConnector1">
            <a:avLst/>
          </a:prstGeom>
          <a:noFill/>
          <a:ln w="25400" algn="ctr">
            <a:solidFill>
              <a:srgbClr val="C00000"/>
            </a:solidFill>
            <a:round/>
            <a:tailEnd type="arrow" w="lg" len="lg"/>
          </a:ln>
        </p:spPr>
      </p:cxnSp>
      <p:cxnSp>
        <p:nvCxnSpPr>
          <p:cNvPr id="18" name="直接箭头连接符 58">
            <a:extLst>
              <a:ext uri="{FF2B5EF4-FFF2-40B4-BE49-F238E27FC236}">
                <a16:creationId xmlns:a16="http://schemas.microsoft.com/office/drawing/2014/main" id="{491F2BA8-1363-FE40-BED3-DEB280DFCE73}"/>
              </a:ext>
            </a:extLst>
          </p:cNvPr>
          <p:cNvCxnSpPr>
            <a:cxnSpLocks noChangeShapeType="1"/>
          </p:cNvCxnSpPr>
          <p:nvPr/>
        </p:nvCxnSpPr>
        <p:spPr bwMode="auto">
          <a:xfrm flipH="1">
            <a:off x="10562001" y="1252676"/>
            <a:ext cx="1088275" cy="627719"/>
          </a:xfrm>
          <a:prstGeom prst="straightConnector1">
            <a:avLst/>
          </a:prstGeom>
          <a:noFill/>
          <a:ln w="25400" algn="ctr">
            <a:solidFill>
              <a:srgbClr val="C00000"/>
            </a:solidFill>
            <a:round/>
            <a:tailEnd type="arrow" w="lg" len="lg"/>
          </a:ln>
        </p:spPr>
      </p:cxnSp>
      <p:grpSp>
        <p:nvGrpSpPr>
          <p:cNvPr id="20" name="组合 19">
            <a:extLst>
              <a:ext uri="{FF2B5EF4-FFF2-40B4-BE49-F238E27FC236}">
                <a16:creationId xmlns:a16="http://schemas.microsoft.com/office/drawing/2014/main" id="{0F703B73-E6FF-9A73-7A6E-09337B4074A7}"/>
              </a:ext>
            </a:extLst>
          </p:cNvPr>
          <p:cNvGrpSpPr/>
          <p:nvPr/>
        </p:nvGrpSpPr>
        <p:grpSpPr>
          <a:xfrm>
            <a:off x="7481667" y="4743641"/>
            <a:ext cx="3773810" cy="509588"/>
            <a:chOff x="8021238" y="2910327"/>
            <a:chExt cx="3773810" cy="509588"/>
          </a:xfrm>
        </p:grpSpPr>
        <p:grpSp>
          <p:nvGrpSpPr>
            <p:cNvPr id="22" name="组合 24">
              <a:extLst>
                <a:ext uri="{FF2B5EF4-FFF2-40B4-BE49-F238E27FC236}">
                  <a16:creationId xmlns:a16="http://schemas.microsoft.com/office/drawing/2014/main" id="{DACEF3EB-4375-4877-373D-7FA5A9182227}"/>
                </a:ext>
              </a:extLst>
            </p:cNvPr>
            <p:cNvGrpSpPr/>
            <p:nvPr/>
          </p:nvGrpSpPr>
          <p:grpSpPr bwMode="auto">
            <a:xfrm>
              <a:off x="9418562" y="2910327"/>
              <a:ext cx="2295525" cy="471488"/>
              <a:chOff x="6713677" y="5355853"/>
              <a:chExt cx="2295992" cy="471395"/>
            </a:xfrm>
          </p:grpSpPr>
          <p:sp>
            <p:nvSpPr>
              <p:cNvPr id="26" name="直接连接符 6">
                <a:extLst>
                  <a:ext uri="{FF2B5EF4-FFF2-40B4-BE49-F238E27FC236}">
                    <a16:creationId xmlns:a16="http://schemas.microsoft.com/office/drawing/2014/main" id="{D41A241C-5230-BD5D-DFAB-9A491F8792B6}"/>
                  </a:ext>
                </a:extLst>
              </p:cNvPr>
              <p:cNvSpPr>
                <a:spLocks noChangeShapeType="1"/>
              </p:cNvSpPr>
              <p:nvPr/>
            </p:nvSpPr>
            <p:spPr bwMode="auto">
              <a:xfrm>
                <a:off x="6713677" y="5355853"/>
                <a:ext cx="2295992" cy="0"/>
              </a:xfrm>
              <a:prstGeom prst="line">
                <a:avLst/>
              </a:prstGeom>
              <a:noFill/>
              <a:ln w="63500">
                <a:solidFill>
                  <a:schemeClr val="tx1"/>
                </a:solidFill>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27" name="直接连接符 11">
                <a:extLst>
                  <a:ext uri="{FF2B5EF4-FFF2-40B4-BE49-F238E27FC236}">
                    <a16:creationId xmlns:a16="http://schemas.microsoft.com/office/drawing/2014/main" id="{1A4F2689-0CD7-D65E-7821-8CAEE4DB45F3}"/>
                  </a:ext>
                </a:extLst>
              </p:cNvPr>
              <p:cNvSpPr>
                <a:spLocks noChangeShapeType="1"/>
              </p:cNvSpPr>
              <p:nvPr/>
            </p:nvSpPr>
            <p:spPr bwMode="auto">
              <a:xfrm>
                <a:off x="7185566" y="5355853"/>
                <a:ext cx="0" cy="471395"/>
              </a:xfrm>
              <a:prstGeom prst="line">
                <a:avLst/>
              </a:prstGeom>
              <a:noFill/>
              <a:ln w="19050">
                <a:solidFill>
                  <a:schemeClr val="tx1"/>
                </a:solidFill>
                <a:prstDash val="dash"/>
                <a:miter lim="800000"/>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24" name="矩形 129">
              <a:extLst>
                <a:ext uri="{FF2B5EF4-FFF2-40B4-BE49-F238E27FC236}">
                  <a16:creationId xmlns:a16="http://schemas.microsoft.com/office/drawing/2014/main" id="{3928A6D9-6C5E-71A9-2D03-7F3458FA071F}"/>
                </a:ext>
              </a:extLst>
            </p:cNvPr>
            <p:cNvSpPr>
              <a:spLocks noChangeArrowheads="1"/>
            </p:cNvSpPr>
            <p:nvPr/>
          </p:nvSpPr>
          <p:spPr bwMode="auto">
            <a:xfrm>
              <a:off x="9197898" y="3019865"/>
              <a:ext cx="2597150" cy="400050"/>
            </a:xfrm>
            <a:prstGeom prst="rect">
              <a:avLst/>
            </a:prstGeom>
            <a:noFill/>
            <a:ln w="9525">
              <a:noFill/>
              <a:miter lim="800000"/>
            </a:ln>
          </p:spPr>
          <p:txBody>
            <a:bodyPr>
              <a:spAutoFit/>
            </a:bodyPr>
            <a:lstStyle/>
            <a:p>
              <a:pPr marL="0" marR="0" lvl="0" indent="0" algn="just" defTabSz="914400" rtl="0" eaLnBrk="0" fontAlgn="auto" latinLnBrk="0" hangingPunct="0">
                <a:lnSpc>
                  <a:spcPct val="100000"/>
                </a:lnSpc>
                <a:spcBef>
                  <a:spcPts val="0"/>
                </a:spcBef>
                <a:spcAft>
                  <a:spcPts val="0"/>
                </a:spcAft>
                <a:buClrTx/>
                <a:buSzTx/>
                <a:buFontTx/>
                <a:buNone/>
                <a:tabLst/>
                <a:defRPr/>
              </a:pPr>
              <a:r>
                <a:rPr kumimoji="0" lang="en-US" altLang="zh-CN" sz="2000" b="1" i="1" u="none" strike="noStrike" kern="1200" cap="none" spc="0" normalizeH="0" baseline="0" noProof="0" dirty="0">
                  <a:ln>
                    <a:noFill/>
                  </a:ln>
                  <a:solidFill>
                    <a:srgbClr val="3333FF"/>
                  </a:solidFill>
                  <a:effectLst/>
                  <a:uLnTx/>
                  <a:uFillTx/>
                  <a:latin typeface="Courier New" panose="02070309020205020404" pitchFamily="49" charset="0"/>
                  <a:ea typeface="等线" panose="02010600030101010101" pitchFamily="2" charset="-122"/>
                  <a:cs typeface="+mn-cs"/>
                </a:rPr>
                <a:t>     1, C, A, B</a:t>
              </a:r>
            </a:p>
          </p:txBody>
        </p:sp>
        <p:sp>
          <p:nvSpPr>
            <p:cNvPr id="25" name="文本框 16">
              <a:extLst>
                <a:ext uri="{FF2B5EF4-FFF2-40B4-BE49-F238E27FC236}">
                  <a16:creationId xmlns:a16="http://schemas.microsoft.com/office/drawing/2014/main" id="{4A219727-9BEB-7AE0-9CEA-19D8594DE634}"/>
                </a:ext>
              </a:extLst>
            </p:cNvPr>
            <p:cNvSpPr>
              <a:spLocks noChangeArrowheads="1"/>
            </p:cNvSpPr>
            <p:nvPr/>
          </p:nvSpPr>
          <p:spPr bwMode="auto">
            <a:xfrm>
              <a:off x="8021238" y="2974196"/>
              <a:ext cx="1433406" cy="400110"/>
            </a:xfrm>
            <a:prstGeom prst="rect">
              <a:avLst/>
            </a:prstGeom>
            <a:noFill/>
            <a:ln w="12700">
              <a:noFill/>
              <a:miter lim="800000"/>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第</a:t>
              </a:r>
              <a:r>
                <a:rPr kumimoji="0" lang="en-US" altLang="zh-CN"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2</a:t>
              </a:r>
              <a:r>
                <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层</a:t>
              </a:r>
              <a:r>
                <a:rPr kumimoji="0" lang="en-US" altLang="zh-CN" sz="2000" b="1" i="0" u="none" strike="noStrike" kern="1200" cap="none" spc="0" normalizeH="0" baseline="0" noProof="0" dirty="0" err="1">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rPr>
                <a:t>hanoi</a:t>
              </a:r>
              <a:endParaRPr kumimoji="0" lang="zh-CN" altLang="en-US" sz="2000" b="1" i="0" u="none" strike="noStrike" kern="1200" cap="none" spc="0" normalizeH="0" baseline="0" noProof="0" dirty="0">
                <a:ln>
                  <a:noFill/>
                </a:ln>
                <a:solidFill>
                  <a:srgbClr val="7030A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sp>
        <p:nvSpPr>
          <p:cNvPr id="28" name="文本框 27">
            <a:extLst>
              <a:ext uri="{FF2B5EF4-FFF2-40B4-BE49-F238E27FC236}">
                <a16:creationId xmlns:a16="http://schemas.microsoft.com/office/drawing/2014/main" id="{DFE5EF5F-347C-F89E-2332-16BEA1714D1F}"/>
              </a:ext>
            </a:extLst>
          </p:cNvPr>
          <p:cNvSpPr txBox="1"/>
          <p:nvPr/>
        </p:nvSpPr>
        <p:spPr>
          <a:xfrm>
            <a:off x="4579814" y="4671122"/>
            <a:ext cx="43463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pitchFamily="2" charset="-122"/>
                <a:cs typeface="+mn-cs"/>
              </a:rPr>
              <a:t>7</a:t>
            </a:r>
            <a:endParaRPr kumimoji="0" lang="zh-CN" altLang="en-US" sz="18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2FD8E05F-A8D0-550D-5828-09B64C2CEE2B}"/>
              </a:ext>
            </a:extLst>
          </p:cNvPr>
          <p:cNvSpPr txBox="1"/>
          <p:nvPr/>
        </p:nvSpPr>
        <p:spPr>
          <a:xfrm>
            <a:off x="8941952" y="5355142"/>
            <a:ext cx="4576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200" cap="none" spc="0" normalizeH="0" baseline="0" noProof="0" dirty="0">
                <a:ln>
                  <a:noFill/>
                </a:ln>
                <a:solidFill>
                  <a:srgbClr val="FF0000"/>
                </a:solidFill>
                <a:effectLst/>
                <a:uLnTx/>
                <a:uFillTx/>
                <a:latin typeface="Courier New" panose="02070309020205020404" pitchFamily="49" charset="0"/>
                <a:ea typeface="等线" panose="02010600030101010101" pitchFamily="2" charset="-122"/>
                <a:cs typeface="+mn-cs"/>
              </a:rPr>
              <a:t>5</a:t>
            </a:r>
            <a:endParaRPr kumimoji="0" lang="zh-CN" altLang="en-US" sz="18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endParaRPr>
          </a:p>
        </p:txBody>
      </p:sp>
      <p:grpSp>
        <p:nvGrpSpPr>
          <p:cNvPr id="34" name="组合 21">
            <a:extLst>
              <a:ext uri="{FF2B5EF4-FFF2-40B4-BE49-F238E27FC236}">
                <a16:creationId xmlns:a16="http://schemas.microsoft.com/office/drawing/2014/main" id="{BD2968AF-B36A-1B22-4940-CDD0B558131F}"/>
              </a:ext>
            </a:extLst>
          </p:cNvPr>
          <p:cNvGrpSpPr/>
          <p:nvPr/>
        </p:nvGrpSpPr>
        <p:grpSpPr bwMode="auto">
          <a:xfrm>
            <a:off x="5856962" y="6282036"/>
            <a:ext cx="676275" cy="461665"/>
            <a:chOff x="764381" y="5526623"/>
            <a:chExt cx="747713" cy="462387"/>
          </a:xfrm>
        </p:grpSpPr>
        <p:sp>
          <p:nvSpPr>
            <p:cNvPr id="35" name="矩形 19">
              <a:extLst>
                <a:ext uri="{FF2B5EF4-FFF2-40B4-BE49-F238E27FC236}">
                  <a16:creationId xmlns:a16="http://schemas.microsoft.com/office/drawing/2014/main" id="{A45D006D-8A1A-E515-92E6-38A4DE06E8A7}"/>
                </a:ext>
              </a:extLst>
            </p:cNvPr>
            <p:cNvSpPr>
              <a:spLocks noChangeArrowheads="1"/>
            </p:cNvSpPr>
            <p:nvPr/>
          </p:nvSpPr>
          <p:spPr bwMode="auto">
            <a:xfrm>
              <a:off x="764381" y="5555979"/>
              <a:ext cx="747713" cy="360386"/>
            </a:xfrm>
            <a:prstGeom prst="rect">
              <a:avLst/>
            </a:prstGeom>
            <a:gradFill flip="none" rotWithShape="1">
              <a:gsLst>
                <a:gs pos="0">
                  <a:schemeClr val="accent4">
                    <a:lumMod val="20000"/>
                    <a:lumOff val="80000"/>
                    <a:shade val="30000"/>
                    <a:satMod val="115000"/>
                  </a:schemeClr>
                </a:gs>
                <a:gs pos="50000">
                  <a:schemeClr val="accent4">
                    <a:lumMod val="20000"/>
                    <a:lumOff val="80000"/>
                    <a:shade val="67500"/>
                    <a:satMod val="115000"/>
                  </a:schemeClr>
                </a:gs>
                <a:gs pos="100000">
                  <a:schemeClr val="accent4">
                    <a:lumMod val="20000"/>
                    <a:lumOff val="80000"/>
                    <a:shade val="100000"/>
                    <a:satMod val="115000"/>
                  </a:schemeClr>
                </a:gs>
              </a:gsLst>
              <a:lin ang="10800000" scaled="1"/>
              <a:tileRect/>
            </a:gradFill>
            <a:ln w="63500">
              <a:solidFill>
                <a:srgbClr val="7030A0"/>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20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36" name="文本框 21">
              <a:extLst>
                <a:ext uri="{FF2B5EF4-FFF2-40B4-BE49-F238E27FC236}">
                  <a16:creationId xmlns:a16="http://schemas.microsoft.com/office/drawing/2014/main" id="{189199FF-CA0B-9224-2696-3F3BE7C1EEAB}"/>
                </a:ext>
              </a:extLst>
            </p:cNvPr>
            <p:cNvSpPr>
              <a:spLocks noChangeArrowheads="1"/>
            </p:cNvSpPr>
            <p:nvPr/>
          </p:nvSpPr>
          <p:spPr bwMode="auto">
            <a:xfrm>
              <a:off x="789945" y="5526623"/>
              <a:ext cx="206883" cy="462387"/>
            </a:xfrm>
            <a:prstGeom prst="rect">
              <a:avLst/>
            </a:prstGeom>
            <a:noFill/>
            <a:ln w="9525">
              <a:noFill/>
              <a:miter lim="800000"/>
            </a:ln>
          </p:spPr>
          <p:txBody>
            <a:bodyP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400" b="1" i="0" u="none" strike="noStrike" kern="1200" cap="none" spc="0" normalizeH="0" baseline="0" noProof="0" dirty="0">
                  <a:ln>
                    <a:noFill/>
                  </a:ln>
                  <a:solidFill>
                    <a:srgbClr val="0070C0"/>
                  </a:solidFill>
                  <a:effectLst/>
                  <a:uLnTx/>
                  <a:uFillTx/>
                  <a:latin typeface="Calibri" panose="020F0502020204030204" pitchFamily="34" charset="0"/>
                  <a:ea typeface="等线" panose="02010600030101010101" pitchFamily="2" charset="-122"/>
                  <a:cs typeface="+mn-cs"/>
                  <a:sym typeface="Calibri" panose="020F0502020204030204" pitchFamily="34" charset="0"/>
                </a:rPr>
                <a:t>1</a:t>
              </a:r>
              <a:endParaRPr kumimoji="0" lang="zh-CN" altLang="en-US" sz="2400" b="1" i="0" u="none" strike="noStrike" kern="1200" cap="none" spc="0" normalizeH="0" baseline="0" noProof="0" dirty="0">
                <a:ln>
                  <a:noFill/>
                </a:ln>
                <a:solidFill>
                  <a:srgbClr val="0070C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grpSp>
        <p:nvGrpSpPr>
          <p:cNvPr id="37" name="组合 36">
            <a:extLst>
              <a:ext uri="{FF2B5EF4-FFF2-40B4-BE49-F238E27FC236}">
                <a16:creationId xmlns:a16="http://schemas.microsoft.com/office/drawing/2014/main" id="{7D04870F-ACB5-9BEC-4B5D-C61F2510B9E9}"/>
              </a:ext>
            </a:extLst>
          </p:cNvPr>
          <p:cNvGrpSpPr/>
          <p:nvPr/>
        </p:nvGrpSpPr>
        <p:grpSpPr bwMode="auto">
          <a:xfrm>
            <a:off x="3858827" y="6248698"/>
            <a:ext cx="1122362" cy="461665"/>
            <a:chOff x="552030" y="5887358"/>
            <a:chExt cx="1189038" cy="461675"/>
          </a:xfrm>
        </p:grpSpPr>
        <p:sp>
          <p:nvSpPr>
            <p:cNvPr id="38" name="矩形 18">
              <a:extLst>
                <a:ext uri="{FF2B5EF4-FFF2-40B4-BE49-F238E27FC236}">
                  <a16:creationId xmlns:a16="http://schemas.microsoft.com/office/drawing/2014/main" id="{62044C5A-031D-1C9C-7018-4C144ABD7CF6}"/>
                </a:ext>
              </a:extLst>
            </p:cNvPr>
            <p:cNvSpPr>
              <a:spLocks noChangeArrowheads="1"/>
            </p:cNvSpPr>
            <p:nvPr/>
          </p:nvSpPr>
          <p:spPr bwMode="auto">
            <a:xfrm>
              <a:off x="552030" y="5950243"/>
              <a:ext cx="1189038" cy="360987"/>
            </a:xfrm>
            <a:prstGeom prst="rect">
              <a:avLst/>
            </a:prstGeom>
            <a:gradFill flip="none" rotWithShape="1">
              <a:gsLst>
                <a:gs pos="0">
                  <a:schemeClr val="accent4">
                    <a:lumMod val="40000"/>
                    <a:lumOff val="60000"/>
                    <a:shade val="30000"/>
                    <a:satMod val="115000"/>
                  </a:schemeClr>
                </a:gs>
                <a:gs pos="50000">
                  <a:schemeClr val="accent4">
                    <a:lumMod val="40000"/>
                    <a:lumOff val="60000"/>
                    <a:shade val="67500"/>
                    <a:satMod val="115000"/>
                  </a:schemeClr>
                </a:gs>
                <a:gs pos="100000">
                  <a:schemeClr val="accent4">
                    <a:lumMod val="40000"/>
                    <a:lumOff val="60000"/>
                    <a:shade val="100000"/>
                    <a:satMod val="115000"/>
                  </a:schemeClr>
                </a:gs>
              </a:gsLst>
              <a:lin ang="10800000" scaled="1"/>
              <a:tileRect/>
            </a:gradFill>
            <a:ln w="63500">
              <a:solidFill>
                <a:srgbClr val="7030A0"/>
              </a:solid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2000" b="0" i="0" u="none" strike="noStrike" kern="1200" cap="none" spc="0" normalizeH="0" baseline="0" noProof="0">
                <a:ln>
                  <a:noFill/>
                </a:ln>
                <a:solidFill>
                  <a:srgbClr val="FFFFFF"/>
                </a:solidFill>
                <a:effectLst/>
                <a:uLnTx/>
                <a:uFillTx/>
                <a:latin typeface="宋体" panose="02010600030101010101" pitchFamily="2" charset="-122"/>
                <a:ea typeface="等线" panose="02010600030101010101" pitchFamily="2" charset="-122"/>
                <a:cs typeface="+mn-cs"/>
                <a:sym typeface="宋体" panose="02010600030101010101" pitchFamily="2" charset="-122"/>
              </a:endParaRPr>
            </a:p>
          </p:txBody>
        </p:sp>
        <p:sp>
          <p:nvSpPr>
            <p:cNvPr id="39" name="文本框 22">
              <a:extLst>
                <a:ext uri="{FF2B5EF4-FFF2-40B4-BE49-F238E27FC236}">
                  <a16:creationId xmlns:a16="http://schemas.microsoft.com/office/drawing/2014/main" id="{D75CA884-EE07-5F33-3414-CA59111D08C5}"/>
                </a:ext>
              </a:extLst>
            </p:cNvPr>
            <p:cNvSpPr>
              <a:spLocks noChangeArrowheads="1"/>
            </p:cNvSpPr>
            <p:nvPr/>
          </p:nvSpPr>
          <p:spPr bwMode="auto">
            <a:xfrm>
              <a:off x="652209" y="5887358"/>
              <a:ext cx="206674" cy="461675"/>
            </a:xfrm>
            <a:prstGeom prst="rect">
              <a:avLst/>
            </a:prstGeom>
            <a:noFill/>
            <a:ln w="9525">
              <a:noFill/>
              <a:miter lim="800000"/>
            </a:ln>
          </p:spPr>
          <p:txBody>
            <a:bodyPr>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zh-CN"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Calibri" panose="020F0502020204030204" pitchFamily="34" charset="0"/>
                </a:rPr>
                <a:t>2</a:t>
              </a:r>
              <a:endParaRPr kumimoji="0" lang="zh-CN" altLang="en-US" sz="2400" b="1" i="0" u="none" strike="noStrike" kern="1200" cap="none" spc="0" normalizeH="0" baseline="0" noProof="0">
                <a:ln>
                  <a:noFill/>
                </a:ln>
                <a:solidFill>
                  <a:srgbClr val="0070C0"/>
                </a:solidFill>
                <a:effectLst/>
                <a:uLnTx/>
                <a:uFillTx/>
                <a:latin typeface="Calibri" panose="020F0502020204030204" pitchFamily="34" charset="0"/>
                <a:ea typeface="等线" panose="02010600030101010101" pitchFamily="2" charset="-122"/>
                <a:cs typeface="+mn-cs"/>
                <a:sym typeface="宋体" panose="02010600030101010101" pitchFamily="2" charset="-122"/>
              </a:endParaRPr>
            </a:p>
          </p:txBody>
        </p:sp>
      </p:grpSp>
      <p:sp>
        <p:nvSpPr>
          <p:cNvPr id="127" name="Rectangle 2">
            <a:extLst>
              <a:ext uri="{FF2B5EF4-FFF2-40B4-BE49-F238E27FC236}">
                <a16:creationId xmlns:a16="http://schemas.microsoft.com/office/drawing/2014/main" id="{85F0D0FD-AC04-4F4A-BF1A-C72845E05E88}"/>
              </a:ext>
            </a:extLst>
          </p:cNvPr>
          <p:cNvSpPr txBox="1">
            <a:spLocks noChangeArrowheads="1"/>
          </p:cNvSpPr>
          <p:nvPr/>
        </p:nvSpPr>
        <p:spPr>
          <a:xfrm>
            <a:off x="446433" y="226888"/>
            <a:ext cx="5024381" cy="632475"/>
          </a:xfrm>
          <a:prstGeom prst="rect">
            <a:avLst/>
          </a:prstGeom>
          <a:solidFill>
            <a:schemeClr val="accent5">
              <a:lumMod val="20000"/>
              <a:lumOff val="80000"/>
            </a:schemeClr>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defRPr/>
            </a:pPr>
            <a:r>
              <a:rPr lang="en-US" altLang="zh-CN" sz="2600" b="1" dirty="0" err="1">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sym typeface="微软雅黑" panose="020B0503020204020204" pitchFamily="34" charset="-122"/>
              </a:rPr>
              <a:t>hanoi</a:t>
            </a:r>
            <a:r>
              <a:rPr lang="en-US" altLang="zh-CN" sz="2600" b="1" dirty="0">
                <a:solidFill>
                  <a:srgbClr val="C00000"/>
                </a:solidFill>
                <a:effectLst>
                  <a:outerShdw blurRad="38100" dist="38100" dir="2700000" algn="tl">
                    <a:srgbClr val="000000">
                      <a:alpha val="43137"/>
                    </a:srgbClr>
                  </a:outerShdw>
                </a:effectLst>
                <a:latin typeface="Courier New" panose="02070309020205020404" pitchFamily="49" charset="0"/>
                <a:ea typeface="黑体" panose="02010609060101010101" pitchFamily="49" charset="-122"/>
                <a:cs typeface="Courier New" panose="02070309020205020404" pitchFamily="49" charset="0"/>
                <a:sym typeface="微软雅黑" panose="020B0503020204020204" pitchFamily="34" charset="-122"/>
              </a:rPr>
              <a:t>(3, A, B, C)</a:t>
            </a:r>
            <a:r>
              <a:rPr lang="zh-CN" altLang="en-US" sz="2600" b="1" dirty="0">
                <a:solidFill>
                  <a:srgbClr val="3333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微软雅黑" panose="020B0503020204020204" pitchFamily="34" charset="-122"/>
              </a:rPr>
              <a:t>执行过程</a:t>
            </a:r>
          </a:p>
        </p:txBody>
      </p:sp>
    </p:spTree>
    <p:extLst>
      <p:ext uri="{BB962C8B-B14F-4D97-AF65-F5344CB8AC3E}">
        <p14:creationId xmlns:p14="http://schemas.microsoft.com/office/powerpoint/2010/main" val="2302629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34"/>
                                        </p:tgtEl>
                                        <p:attrNameLst>
                                          <p:attrName>style.opacity</p:attrName>
                                        </p:attrNameLst>
                                      </p:cBhvr>
                                      <p:to>
                                        <p:strVal val="0.75"/>
                                      </p:to>
                                    </p:set>
                                    <p:animEffect filter="image" prLst="opacity: 0.75">
                                      <p:cBhvr rctx="IE">
                                        <p:cTn id="7" dur="indefinite"/>
                                        <p:tgtEl>
                                          <p:spTgt spid="34"/>
                                        </p:tgtEl>
                                      </p:cBhvr>
                                    </p:animEffect>
                                  </p:childTnLst>
                                </p:cTn>
                              </p:par>
                              <p:par>
                                <p:cTn id="8" presetID="9" presetClass="emph" presetSubtype="0" nodeType="withEffect">
                                  <p:stCondLst>
                                    <p:cond delay="0"/>
                                  </p:stCondLst>
                                  <p:childTnLst>
                                    <p:set>
                                      <p:cBhvr>
                                        <p:cTn id="9" dur="indefinite"/>
                                        <p:tgtEl>
                                          <p:spTgt spid="37"/>
                                        </p:tgtEl>
                                        <p:attrNameLst>
                                          <p:attrName>style.opacity</p:attrName>
                                        </p:attrNameLst>
                                      </p:cBhvr>
                                      <p:to>
                                        <p:strVal val="0.75"/>
                                      </p:to>
                                    </p:set>
                                    <p:animEffect filter="image" prLst="opacity: 0.75">
                                      <p:cBhvr rctx="IE">
                                        <p:cTn id="10" dur="indefinite"/>
                                        <p:tgtEl>
                                          <p:spTgt spid="37"/>
                                        </p:tgtEl>
                                      </p:cBhvr>
                                    </p:animEffect>
                                  </p:childTnLst>
                                </p:cTn>
                              </p:par>
                              <p:par>
                                <p:cTn id="11" presetID="9" presetClass="emph" presetSubtype="0" nodeType="withEffect">
                                  <p:stCondLst>
                                    <p:cond delay="0"/>
                                  </p:stCondLst>
                                  <p:childTnLst>
                                    <p:set>
                                      <p:cBhvr>
                                        <p:cTn id="12" dur="indefinite"/>
                                        <p:tgtEl>
                                          <p:spTgt spid="55305"/>
                                        </p:tgtEl>
                                        <p:attrNameLst>
                                          <p:attrName>style.opacity</p:attrName>
                                        </p:attrNameLst>
                                      </p:cBhvr>
                                      <p:to>
                                        <p:strVal val="0.75"/>
                                      </p:to>
                                    </p:set>
                                    <p:animEffect filter="image" prLst="opacity: 0.75">
                                      <p:cBhvr rctx="IE">
                                        <p:cTn id="13" dur="indefinite"/>
                                        <p:tgtEl>
                                          <p:spTgt spid="55305"/>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nodeType="clickEffect">
                                  <p:stCondLst>
                                    <p:cond delay="0"/>
                                  </p:stCondLst>
                                  <p:childTnLst>
                                    <p:animMotion origin="layout" path="M -6.25E-7 2.22222E-6 L -6.25E-7 0.04004 " pathEditMode="relative" rAng="0" ptsTypes="AA">
                                      <p:cBhvr>
                                        <p:cTn id="17" dur="2000" fill="hold"/>
                                        <p:tgtEl>
                                          <p:spTgt spid="134"/>
                                        </p:tgtEl>
                                        <p:attrNameLst>
                                          <p:attrName>ppt_x</p:attrName>
                                          <p:attrName>ppt_y</p:attrName>
                                        </p:attrNameLst>
                                      </p:cBhvr>
                                      <p:rCtr x="0" y="1991"/>
                                    </p:animMotion>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childTnLst>
                          </p:cTn>
                        </p:par>
                        <p:par>
                          <p:cTn id="28" fill="hold">
                            <p:stCondLst>
                              <p:cond delay="0"/>
                            </p:stCondLst>
                            <p:childTnLst>
                              <p:par>
                                <p:cTn id="29" presetID="42" presetClass="path" presetSubtype="0" accel="50000" decel="50000" fill="hold" grpId="1" nodeType="afterEffect">
                                  <p:stCondLst>
                                    <p:cond delay="0"/>
                                  </p:stCondLst>
                                  <p:childTnLst>
                                    <p:animMotion origin="layout" path="M 0.00026 -2.59259E-6 L -0.0858 0.41829 " pathEditMode="relative" rAng="0" ptsTypes="AA">
                                      <p:cBhvr>
                                        <p:cTn id="30" dur="2000" fill="hold"/>
                                        <p:tgtEl>
                                          <p:spTgt spid="14"/>
                                        </p:tgtEl>
                                        <p:attrNameLst>
                                          <p:attrName>ppt_x</p:attrName>
                                          <p:attrName>ppt_y</p:attrName>
                                        </p:attrNameLst>
                                      </p:cBhvr>
                                      <p:rCtr x="-4310" y="20903"/>
                                    </p:animMotion>
                                  </p:childTnLst>
                                </p:cTn>
                              </p:par>
                              <p:par>
                                <p:cTn id="31" presetID="42" presetClass="path" presetSubtype="0" accel="50000" decel="50000" fill="hold" grpId="1" nodeType="withEffect">
                                  <p:stCondLst>
                                    <p:cond delay="0"/>
                                  </p:stCondLst>
                                  <p:childTnLst>
                                    <p:animMotion origin="layout" path="M -2.70833E-6 7.40741E-7 L -0.10872 0.37963 " pathEditMode="relative" rAng="0" ptsTypes="AA">
                                      <p:cBhvr>
                                        <p:cTn id="32" dur="2000" fill="hold"/>
                                        <p:tgtEl>
                                          <p:spTgt spid="15"/>
                                        </p:tgtEl>
                                        <p:attrNameLst>
                                          <p:attrName>ppt_x</p:attrName>
                                          <p:attrName>ppt_y</p:attrName>
                                        </p:attrNameLst>
                                      </p:cBhvr>
                                      <p:rCtr x="-5443" y="18981"/>
                                    </p:animMotion>
                                  </p:childTnLst>
                                </p:cTn>
                              </p:par>
                              <p:par>
                                <p:cTn id="33" presetID="42" presetClass="path" presetSubtype="0" accel="50000" decel="50000" fill="hold" grpId="1" nodeType="withEffect">
                                  <p:stCondLst>
                                    <p:cond delay="0"/>
                                  </p:stCondLst>
                                  <p:childTnLst>
                                    <p:animMotion origin="layout" path="M -1.875E-6 1.11111E-6 L -0.06406 0.34213 " pathEditMode="relative" rAng="0" ptsTypes="AA">
                                      <p:cBhvr>
                                        <p:cTn id="34" dur="2000" fill="hold"/>
                                        <p:tgtEl>
                                          <p:spTgt spid="16"/>
                                        </p:tgtEl>
                                        <p:attrNameLst>
                                          <p:attrName>ppt_x</p:attrName>
                                          <p:attrName>ppt_y</p:attrName>
                                        </p:attrNameLst>
                                      </p:cBhvr>
                                      <p:rCtr x="-3203" y="17106"/>
                                    </p:animMotion>
                                  </p:childTnLst>
                                </p:cTn>
                              </p:par>
                              <p:par>
                                <p:cTn id="35" presetID="42" presetClass="path" presetSubtype="0" accel="50000" decel="50000" fill="hold" grpId="1" nodeType="withEffect">
                                  <p:stCondLst>
                                    <p:cond delay="0"/>
                                  </p:stCondLst>
                                  <p:childTnLst>
                                    <p:animMotion origin="layout" path="M 5E-6 -3.7037E-7 L -0.14831 0.45787 " pathEditMode="relative" rAng="0" ptsTypes="AA">
                                      <p:cBhvr>
                                        <p:cTn id="36" dur="2000" fill="hold"/>
                                        <p:tgtEl>
                                          <p:spTgt spid="13"/>
                                        </p:tgtEl>
                                        <p:attrNameLst>
                                          <p:attrName>ppt_x</p:attrName>
                                          <p:attrName>ppt_y</p:attrName>
                                        </p:attrNameLst>
                                      </p:cBhvr>
                                      <p:rCtr x="-7422" y="22894"/>
                                    </p:animMotion>
                                  </p:childTnLst>
                                </p:cTn>
                              </p:par>
                            </p:childTnLst>
                          </p:cTn>
                        </p:par>
                        <p:par>
                          <p:cTn id="37" fill="hold">
                            <p:stCondLst>
                              <p:cond delay="2000"/>
                            </p:stCondLst>
                            <p:childTnLst>
                              <p:par>
                                <p:cTn id="38" presetID="10" presetClass="exit" presetSubtype="0" fill="hold" grpId="2" nodeType="afterEffect">
                                  <p:stCondLst>
                                    <p:cond delay="0"/>
                                  </p:stCondLst>
                                  <p:childTnLst>
                                    <p:animEffect transition="out" filter="fade">
                                      <p:cBhvr>
                                        <p:cTn id="39" dur="500"/>
                                        <p:tgtEl>
                                          <p:spTgt spid="13"/>
                                        </p:tgtEl>
                                      </p:cBhvr>
                                    </p:animEffect>
                                    <p:set>
                                      <p:cBhvr>
                                        <p:cTn id="40" dur="1" fill="hold">
                                          <p:stCondLst>
                                            <p:cond delay="499"/>
                                          </p:stCondLst>
                                        </p:cTn>
                                        <p:tgtEl>
                                          <p:spTgt spid="13"/>
                                        </p:tgtEl>
                                        <p:attrNameLst>
                                          <p:attrName>style.visibility</p:attrName>
                                        </p:attrNameLst>
                                      </p:cBhvr>
                                      <p:to>
                                        <p:strVal val="hidden"/>
                                      </p:to>
                                    </p:set>
                                  </p:childTnLst>
                                </p:cTn>
                              </p:par>
                            </p:childTnLst>
                          </p:cTn>
                        </p:par>
                        <p:par>
                          <p:cTn id="41" fill="hold">
                            <p:stCondLst>
                              <p:cond delay="2500"/>
                            </p:stCondLst>
                            <p:childTnLst>
                              <p:par>
                                <p:cTn id="42" presetID="1" presetClass="entr" presetSubtype="0" fill="hold" grpId="0" nodeType="afterEffect">
                                  <p:stCondLst>
                                    <p:cond delay="0"/>
                                  </p:stCondLst>
                                  <p:childTnLst>
                                    <p:set>
                                      <p:cBhvr>
                                        <p:cTn id="43" dur="1" fill="hold">
                                          <p:stCondLst>
                                            <p:cond delay="0"/>
                                          </p:stCondLst>
                                        </p:cTn>
                                        <p:tgtEl>
                                          <p:spTgt spid="10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89"/>
                                        </p:tgtEl>
                                        <p:attrNameLst>
                                          <p:attrName>style.visibility</p:attrName>
                                        </p:attrNameLst>
                                      </p:cBhvr>
                                      <p:to>
                                        <p:strVal val="visible"/>
                                      </p:to>
                                    </p:set>
                                    <p:animEffect transition="in" filter="wipe(left)">
                                      <p:cBhvr>
                                        <p:cTn id="48" dur="500"/>
                                        <p:tgtEl>
                                          <p:spTgt spid="89"/>
                                        </p:tgtEl>
                                      </p:cBhvr>
                                    </p:animEffect>
                                  </p:childTnLst>
                                </p:cTn>
                              </p:par>
                            </p:childTnLst>
                          </p:cTn>
                        </p:par>
                        <p:par>
                          <p:cTn id="49" fill="hold">
                            <p:stCondLst>
                              <p:cond delay="500"/>
                            </p:stCondLst>
                            <p:childTnLst>
                              <p:par>
                                <p:cTn id="50" presetID="22" presetClass="entr" presetSubtype="4" fill="hold" nodeType="afterEffect">
                                  <p:stCondLst>
                                    <p:cond delay="0"/>
                                  </p:stCondLst>
                                  <p:childTnLst>
                                    <p:set>
                                      <p:cBhvr>
                                        <p:cTn id="51" dur="1" fill="hold">
                                          <p:stCondLst>
                                            <p:cond delay="0"/>
                                          </p:stCondLst>
                                        </p:cTn>
                                        <p:tgtEl>
                                          <p:spTgt spid="87"/>
                                        </p:tgtEl>
                                        <p:attrNameLst>
                                          <p:attrName>style.visibility</p:attrName>
                                        </p:attrNameLst>
                                      </p:cBhvr>
                                      <p:to>
                                        <p:strVal val="visible"/>
                                      </p:to>
                                    </p:set>
                                    <p:animEffect transition="in" filter="wipe(down)">
                                      <p:cBhvr>
                                        <p:cTn id="52" dur="500"/>
                                        <p:tgtEl>
                                          <p:spTgt spid="87"/>
                                        </p:tgtEl>
                                      </p:cBhvr>
                                    </p:animEffect>
                                  </p:childTnLst>
                                </p:cTn>
                              </p:par>
                            </p:childTnLst>
                          </p:cTn>
                        </p:par>
                        <p:par>
                          <p:cTn id="53" fill="hold">
                            <p:stCondLst>
                              <p:cond delay="1000"/>
                            </p:stCondLst>
                            <p:childTnLst>
                              <p:par>
                                <p:cTn id="54" presetID="22" presetClass="entr" presetSubtype="8" fill="hold" nodeType="afterEffect">
                                  <p:stCondLst>
                                    <p:cond delay="0"/>
                                  </p:stCondLst>
                                  <p:childTnLst>
                                    <p:set>
                                      <p:cBhvr>
                                        <p:cTn id="55" dur="1" fill="hold">
                                          <p:stCondLst>
                                            <p:cond delay="0"/>
                                          </p:stCondLst>
                                        </p:cTn>
                                        <p:tgtEl>
                                          <p:spTgt spid="88"/>
                                        </p:tgtEl>
                                        <p:attrNameLst>
                                          <p:attrName>style.visibility</p:attrName>
                                        </p:attrNameLst>
                                      </p:cBhvr>
                                      <p:to>
                                        <p:strVal val="visible"/>
                                      </p:to>
                                    </p:set>
                                    <p:animEffect transition="in" filter="wipe(left)">
                                      <p:cBhvr>
                                        <p:cTn id="56" dur="500"/>
                                        <p:tgtEl>
                                          <p:spTgt spid="8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90"/>
                                        </p:tgtEl>
                                        <p:attrNameLst>
                                          <p:attrName>style.visibility</p:attrName>
                                        </p:attrNameLst>
                                      </p:cBhvr>
                                      <p:to>
                                        <p:strVal val="visible"/>
                                      </p:to>
                                    </p:set>
                                    <p:animEffect transition="in" filter="fade">
                                      <p:cBhvr>
                                        <p:cTn id="59" dur="500"/>
                                        <p:tgtEl>
                                          <p:spTgt spid="90"/>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fade">
                                      <p:cBhvr>
                                        <p:cTn id="62" dur="1000"/>
                                        <p:tgtEl>
                                          <p:spTgt spid="93"/>
                                        </p:tgtEl>
                                      </p:cBhvr>
                                    </p:animEffect>
                                    <p:anim calcmode="lin" valueType="num">
                                      <p:cBhvr>
                                        <p:cTn id="63" dur="1000" fill="hold"/>
                                        <p:tgtEl>
                                          <p:spTgt spid="93"/>
                                        </p:tgtEl>
                                        <p:attrNameLst>
                                          <p:attrName>ppt_x</p:attrName>
                                        </p:attrNameLst>
                                      </p:cBhvr>
                                      <p:tavLst>
                                        <p:tav tm="0">
                                          <p:val>
                                            <p:strVal val="#ppt_x"/>
                                          </p:val>
                                        </p:tav>
                                        <p:tav tm="100000">
                                          <p:val>
                                            <p:strVal val="#ppt_x"/>
                                          </p:val>
                                        </p:tav>
                                      </p:tavLst>
                                    </p:anim>
                                    <p:anim calcmode="lin" valueType="num">
                                      <p:cBhvr>
                                        <p:cTn id="64" dur="1000" fill="hold"/>
                                        <p:tgtEl>
                                          <p:spTgt spid="93"/>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0"/>
                                        </p:tgtEl>
                                        <p:attrNameLst>
                                          <p:attrName>style.visibility</p:attrName>
                                        </p:attrNameLst>
                                      </p:cBhvr>
                                      <p:to>
                                        <p:strVal val="visible"/>
                                      </p:to>
                                    </p:set>
                                  </p:childTnLst>
                                </p:cTn>
                              </p:par>
                            </p:childTnLst>
                          </p:cTn>
                        </p:par>
                        <p:par>
                          <p:cTn id="73" fill="hold">
                            <p:stCondLst>
                              <p:cond delay="0"/>
                            </p:stCondLst>
                            <p:childTnLst>
                              <p:par>
                                <p:cTn id="74" presetID="1" presetClass="entr" presetSubtype="0" fill="hold" grpId="0" nodeType="afterEffect">
                                  <p:stCondLst>
                                    <p:cond delay="0"/>
                                  </p:stCondLst>
                                  <p:childTnLst>
                                    <p:set>
                                      <p:cBhvr>
                                        <p:cTn id="75" dur="1" fill="hold">
                                          <p:stCondLst>
                                            <p:cond delay="0"/>
                                          </p:stCondLst>
                                        </p:cTn>
                                        <p:tgtEl>
                                          <p:spTgt spid="30"/>
                                        </p:tgtEl>
                                        <p:attrNameLst>
                                          <p:attrName>style.visibility</p:attrName>
                                        </p:attrNameLst>
                                      </p:cBhvr>
                                      <p:to>
                                        <p:strVal val="visible"/>
                                      </p:to>
                                    </p:set>
                                  </p:childTnLst>
                                </p:cTn>
                              </p:par>
                              <p:par>
                                <p:cTn id="76" presetID="42" presetClass="path" presetSubtype="0" accel="50000" decel="50000" fill="hold" grpId="1" nodeType="withEffect">
                                  <p:stCondLst>
                                    <p:cond delay="0"/>
                                  </p:stCondLst>
                                  <p:childTnLst>
                                    <p:animMotion origin="layout" path="M 1.875E-6 -2.59259E-6 L 0.44726 -0.59838 " pathEditMode="relative" rAng="0" ptsTypes="AA">
                                      <p:cBhvr>
                                        <p:cTn id="77" dur="2000" fill="hold"/>
                                        <p:tgtEl>
                                          <p:spTgt spid="102"/>
                                        </p:tgtEl>
                                        <p:attrNameLst>
                                          <p:attrName>ppt_x</p:attrName>
                                          <p:attrName>ppt_y</p:attrName>
                                        </p:attrNameLst>
                                      </p:cBhvr>
                                      <p:rCtr x="22357" y="-29931"/>
                                    </p:animMotion>
                                  </p:childTnLst>
                                </p:cTn>
                              </p:par>
                              <p:par>
                                <p:cTn id="78" presetID="42" presetClass="path" presetSubtype="0" accel="50000" decel="50000" fill="hold" grpId="1" nodeType="withEffect">
                                  <p:stCondLst>
                                    <p:cond delay="0"/>
                                  </p:stCondLst>
                                  <p:childTnLst>
                                    <p:animMotion origin="layout" path="M 1.25E-6 -2.96296E-6 L 0.41953 -0.55787 " pathEditMode="relative" rAng="0" ptsTypes="AA">
                                      <p:cBhvr>
                                        <p:cTn id="79" dur="2000" fill="hold"/>
                                        <p:tgtEl>
                                          <p:spTgt spid="99"/>
                                        </p:tgtEl>
                                        <p:attrNameLst>
                                          <p:attrName>ppt_x</p:attrName>
                                          <p:attrName>ppt_y</p:attrName>
                                        </p:attrNameLst>
                                      </p:cBhvr>
                                      <p:rCtr x="20977" y="-27894"/>
                                    </p:animMotion>
                                  </p:childTnLst>
                                </p:cTn>
                              </p:par>
                              <p:par>
                                <p:cTn id="80" presetID="42" presetClass="path" presetSubtype="0" accel="50000" decel="50000" fill="hold" grpId="1" nodeType="withEffect">
                                  <p:stCondLst>
                                    <p:cond delay="0"/>
                                  </p:stCondLst>
                                  <p:childTnLst>
                                    <p:animMotion origin="layout" path="M 4.58333E-6 1.48148E-6 L 0.39661 -0.51991 " pathEditMode="relative" rAng="0" ptsTypes="AA">
                                      <p:cBhvr>
                                        <p:cTn id="81" dur="2000" fill="hold"/>
                                        <p:tgtEl>
                                          <p:spTgt spid="101"/>
                                        </p:tgtEl>
                                        <p:attrNameLst>
                                          <p:attrName>ppt_x</p:attrName>
                                          <p:attrName>ppt_y</p:attrName>
                                        </p:attrNameLst>
                                      </p:cBhvr>
                                      <p:rCtr x="19831" y="-25995"/>
                                    </p:animMotion>
                                  </p:childTnLst>
                                </p:cTn>
                              </p:par>
                              <p:par>
                                <p:cTn id="82" presetID="42" presetClass="path" presetSubtype="0" accel="50000" decel="50000" fill="hold" grpId="1" nodeType="withEffect">
                                  <p:stCondLst>
                                    <p:cond delay="0"/>
                                  </p:stCondLst>
                                  <p:childTnLst>
                                    <p:animMotion origin="layout" path="M 1.04167E-6 1.11022E-16 L 0.37213 -0.48264 " pathEditMode="relative" rAng="0" ptsTypes="AA">
                                      <p:cBhvr>
                                        <p:cTn id="83" dur="2000" fill="hold"/>
                                        <p:tgtEl>
                                          <p:spTgt spid="100"/>
                                        </p:tgtEl>
                                        <p:attrNameLst>
                                          <p:attrName>ppt_x</p:attrName>
                                          <p:attrName>ppt_y</p:attrName>
                                        </p:attrNameLst>
                                      </p:cBhvr>
                                      <p:rCtr x="18607" y="-24144"/>
                                    </p:animMotion>
                                  </p:childTnLst>
                                </p:cTn>
                              </p:par>
                            </p:childTnLst>
                          </p:cTn>
                        </p:par>
                        <p:par>
                          <p:cTn id="84" fill="hold">
                            <p:stCondLst>
                              <p:cond delay="2000"/>
                            </p:stCondLst>
                            <p:childTnLst>
                              <p:par>
                                <p:cTn id="85" presetID="22" presetClass="entr" presetSubtype="2" fill="hold" nodeType="afterEffect">
                                  <p:stCondLst>
                                    <p:cond delay="0"/>
                                  </p:stCondLst>
                                  <p:childTnLst>
                                    <p:set>
                                      <p:cBhvr>
                                        <p:cTn id="86" dur="1" fill="hold">
                                          <p:stCondLst>
                                            <p:cond delay="0"/>
                                          </p:stCondLst>
                                        </p:cTn>
                                        <p:tgtEl>
                                          <p:spTgt spid="103"/>
                                        </p:tgtEl>
                                        <p:attrNameLst>
                                          <p:attrName>style.visibility</p:attrName>
                                        </p:attrNameLst>
                                      </p:cBhvr>
                                      <p:to>
                                        <p:strVal val="visible"/>
                                      </p:to>
                                    </p:set>
                                    <p:animEffect transition="in" filter="wipe(right)">
                                      <p:cBhvr>
                                        <p:cTn id="87" dur="500"/>
                                        <p:tgtEl>
                                          <p:spTgt spid="103"/>
                                        </p:tgtEl>
                                      </p:cBhvr>
                                    </p:animEffect>
                                  </p:childTnLst>
                                </p:cTn>
                              </p:par>
                            </p:childTnLst>
                          </p:cTn>
                        </p:par>
                      </p:childTnLst>
                    </p:cTn>
                  </p:par>
                  <p:par>
                    <p:cTn id="88" fill="hold">
                      <p:stCondLst>
                        <p:cond delay="indefinite"/>
                      </p:stCondLst>
                      <p:childTnLst>
                        <p:par>
                          <p:cTn id="89" fill="hold">
                            <p:stCondLst>
                              <p:cond delay="0"/>
                            </p:stCondLst>
                            <p:childTnLst>
                              <p:par>
                                <p:cTn id="90" presetID="47" presetClass="entr" presetSubtype="0" fill="hold" nodeType="click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1000"/>
                                        <p:tgtEl>
                                          <p:spTgt spid="20"/>
                                        </p:tgtEl>
                                      </p:cBhvr>
                                    </p:animEffect>
                                    <p:anim calcmode="lin" valueType="num">
                                      <p:cBhvr>
                                        <p:cTn id="93" dur="1000" fill="hold"/>
                                        <p:tgtEl>
                                          <p:spTgt spid="20"/>
                                        </p:tgtEl>
                                        <p:attrNameLst>
                                          <p:attrName>ppt_x</p:attrName>
                                        </p:attrNameLst>
                                      </p:cBhvr>
                                      <p:tavLst>
                                        <p:tav tm="0">
                                          <p:val>
                                            <p:strVal val="#ppt_x"/>
                                          </p:val>
                                        </p:tav>
                                        <p:tav tm="100000">
                                          <p:val>
                                            <p:strVal val="#ppt_x"/>
                                          </p:val>
                                        </p:tav>
                                      </p:tavLst>
                                    </p:anim>
                                    <p:anim calcmode="lin" valueType="num">
                                      <p:cBhvr>
                                        <p:cTn id="94" dur="1000" fill="hold"/>
                                        <p:tgtEl>
                                          <p:spTgt spid="20"/>
                                        </p:tgtEl>
                                        <p:attrNameLst>
                                          <p:attrName>ppt_y</p:attrName>
                                        </p:attrNameLst>
                                      </p:cBhvr>
                                      <p:tavLst>
                                        <p:tav tm="0">
                                          <p:val>
                                            <p:strVal val="#ppt_y-.1"/>
                                          </p:val>
                                        </p:tav>
                                        <p:tav tm="100000">
                                          <p:val>
                                            <p:strVal val="#ppt_y"/>
                                          </p:val>
                                        </p:tav>
                                      </p:tavLst>
                                    </p:anim>
                                  </p:childTnLst>
                                </p:cTn>
                              </p:par>
                              <p:par>
                                <p:cTn id="95" presetID="1" presetClass="entr" presetSubtype="0"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childTnLst>
                                </p:cTn>
                              </p:par>
                              <p:par>
                                <p:cTn id="97" presetID="42" presetClass="path" presetSubtype="0" accel="50000" decel="50000" fill="hold" grpId="1" nodeType="withEffect">
                                  <p:stCondLst>
                                    <p:cond delay="0"/>
                                  </p:stCondLst>
                                  <p:childTnLst>
                                    <p:animMotion origin="layout" path="M 4.16667E-7 -3.7037E-7 L 0.35729 0.02708 " pathEditMode="relative" rAng="0" ptsTypes="AA">
                                      <p:cBhvr>
                                        <p:cTn id="98" dur="2000" fill="hold"/>
                                        <p:tgtEl>
                                          <p:spTgt spid="28"/>
                                        </p:tgtEl>
                                        <p:attrNameLst>
                                          <p:attrName>ppt_x</p:attrName>
                                          <p:attrName>ppt_y</p:attrName>
                                        </p:attrNameLst>
                                      </p:cBhvr>
                                      <p:rCtr x="17865" y="1343"/>
                                    </p:animMotion>
                                  </p:childTnLst>
                                </p:cTn>
                              </p:par>
                            </p:childTnLst>
                          </p:cTn>
                        </p:par>
                      </p:childTnLst>
                    </p:cTn>
                  </p:par>
                  <p:par>
                    <p:cTn id="99" fill="hold">
                      <p:stCondLst>
                        <p:cond delay="indefinite"/>
                      </p:stCondLst>
                      <p:childTnLst>
                        <p:par>
                          <p:cTn id="100" fill="hold">
                            <p:stCondLst>
                              <p:cond delay="0"/>
                            </p:stCondLst>
                            <p:childTnLst>
                              <p:par>
                                <p:cTn id="101" presetID="22" presetClass="entr" presetSubtype="2" fill="hold" nodeType="clickEffect">
                                  <p:stCondLst>
                                    <p:cond delay="0"/>
                                  </p:stCondLst>
                                  <p:childTnLst>
                                    <p:set>
                                      <p:cBhvr>
                                        <p:cTn id="102" dur="1" fill="hold">
                                          <p:stCondLst>
                                            <p:cond delay="0"/>
                                          </p:stCondLst>
                                        </p:cTn>
                                        <p:tgtEl>
                                          <p:spTgt spid="17"/>
                                        </p:tgtEl>
                                        <p:attrNameLst>
                                          <p:attrName>style.visibility</p:attrName>
                                        </p:attrNameLst>
                                      </p:cBhvr>
                                      <p:to>
                                        <p:strVal val="visible"/>
                                      </p:to>
                                    </p:set>
                                    <p:animEffect transition="in" filter="wipe(right)">
                                      <p:cBhvr>
                                        <p:cTn id="103" dur="500"/>
                                        <p:tgtEl>
                                          <p:spTgt spid="17"/>
                                        </p:tgtEl>
                                      </p:cBhvr>
                                    </p:animEffect>
                                  </p:childTnLst>
                                </p:cTn>
                              </p:par>
                              <p:par>
                                <p:cTn id="104" presetID="22" presetClass="entr" presetSubtype="2" fill="hold" nodeType="withEffect">
                                  <p:stCondLst>
                                    <p:cond delay="0"/>
                                  </p:stCondLst>
                                  <p:childTnLst>
                                    <p:set>
                                      <p:cBhvr>
                                        <p:cTn id="105" dur="1" fill="hold">
                                          <p:stCondLst>
                                            <p:cond delay="0"/>
                                          </p:stCondLst>
                                        </p:cTn>
                                        <p:tgtEl>
                                          <p:spTgt spid="18"/>
                                        </p:tgtEl>
                                        <p:attrNameLst>
                                          <p:attrName>style.visibility</p:attrName>
                                        </p:attrNameLst>
                                      </p:cBhvr>
                                      <p:to>
                                        <p:strVal val="visible"/>
                                      </p:to>
                                    </p:set>
                                    <p:animEffect transition="in" filter="wipe(right)">
                                      <p:cBhvr>
                                        <p:cTn id="106" dur="500"/>
                                        <p:tgtEl>
                                          <p:spTgt spid="18"/>
                                        </p:tgtEl>
                                      </p:cBhvr>
                                    </p:animEffect>
                                  </p:childTnLst>
                                </p:cTn>
                              </p:par>
                            </p:childTnLst>
                          </p:cTn>
                        </p:par>
                      </p:childTnLst>
                    </p:cTn>
                  </p:par>
                  <p:par>
                    <p:cTn id="107" fill="hold">
                      <p:stCondLst>
                        <p:cond delay="indefinite"/>
                      </p:stCondLst>
                      <p:childTnLst>
                        <p:par>
                          <p:cTn id="108" fill="hold">
                            <p:stCondLst>
                              <p:cond delay="0"/>
                            </p:stCondLst>
                            <p:childTnLst>
                              <p:par>
                                <p:cTn id="109" presetID="64" presetClass="path" presetSubtype="0" accel="50000" decel="50000" fill="hold" nodeType="clickEffect">
                                  <p:stCondLst>
                                    <p:cond delay="0"/>
                                  </p:stCondLst>
                                  <p:childTnLst>
                                    <p:animMotion origin="layout" path="M -2.91667E-6 2.96296E-6 L -0.00039 -0.20741 " pathEditMode="relative" rAng="0" ptsTypes="AA">
                                      <p:cBhvr>
                                        <p:cTn id="110" dur="1000" fill="hold"/>
                                        <p:tgtEl>
                                          <p:spTgt spid="34"/>
                                        </p:tgtEl>
                                        <p:attrNameLst>
                                          <p:attrName>ppt_x</p:attrName>
                                          <p:attrName>ppt_y</p:attrName>
                                        </p:attrNameLst>
                                      </p:cBhvr>
                                      <p:rCtr x="-26" y="-10370"/>
                                    </p:animMotion>
                                  </p:childTnLst>
                                </p:cTn>
                              </p:par>
                            </p:childTnLst>
                          </p:cTn>
                        </p:par>
                        <p:par>
                          <p:cTn id="111" fill="hold">
                            <p:stCondLst>
                              <p:cond delay="1000"/>
                            </p:stCondLst>
                            <p:childTnLst>
                              <p:par>
                                <p:cTn id="112" presetID="35" presetClass="path" presetSubtype="0" accel="50000" decel="50000" fill="hold" nodeType="afterEffect">
                                  <p:stCondLst>
                                    <p:cond delay="0"/>
                                  </p:stCondLst>
                                  <p:childTnLst>
                                    <p:animMotion origin="layout" path="M -0.00039 -0.20741 L -0.1431 -0.20741 " pathEditMode="relative" rAng="0" ptsTypes="AA">
                                      <p:cBhvr>
                                        <p:cTn id="113" dur="1000" fill="hold"/>
                                        <p:tgtEl>
                                          <p:spTgt spid="34"/>
                                        </p:tgtEl>
                                        <p:attrNameLst>
                                          <p:attrName>ppt_x</p:attrName>
                                          <p:attrName>ppt_y</p:attrName>
                                        </p:attrNameLst>
                                      </p:cBhvr>
                                      <p:rCtr x="-7135" y="0"/>
                                    </p:animMotion>
                                  </p:childTnLst>
                                </p:cTn>
                              </p:par>
                            </p:childTnLst>
                          </p:cTn>
                        </p:par>
                        <p:par>
                          <p:cTn id="114" fill="hold">
                            <p:stCondLst>
                              <p:cond delay="2000"/>
                            </p:stCondLst>
                            <p:childTnLst>
                              <p:par>
                                <p:cTn id="115" presetID="42" presetClass="path" presetSubtype="0" accel="50000" decel="50000" fill="hold" nodeType="afterEffect">
                                  <p:stCondLst>
                                    <p:cond delay="0"/>
                                  </p:stCondLst>
                                  <p:childTnLst>
                                    <p:animMotion origin="layout" path="M -0.14388 -0.20718 L -0.14388 -0.05857 " pathEditMode="relative" rAng="0" ptsTypes="AA">
                                      <p:cBhvr>
                                        <p:cTn id="116" dur="1000" fill="hold"/>
                                        <p:tgtEl>
                                          <p:spTgt spid="34"/>
                                        </p:tgtEl>
                                        <p:attrNameLst>
                                          <p:attrName>ppt_x</p:attrName>
                                          <p:attrName>ppt_y</p:attrName>
                                        </p:attrNameLst>
                                      </p:cBhvr>
                                      <p:rCtr x="0" y="7431"/>
                                    </p:animMotion>
                                  </p:childTnLst>
                                </p:cTn>
                              </p:par>
                            </p:childTnLst>
                          </p:cTn>
                        </p:par>
                      </p:childTnLst>
                    </p:cTn>
                  </p:par>
                  <p:par>
                    <p:cTn id="117" fill="hold">
                      <p:stCondLst>
                        <p:cond delay="indefinite"/>
                      </p:stCondLst>
                      <p:childTnLst>
                        <p:par>
                          <p:cTn id="118" fill="hold">
                            <p:stCondLst>
                              <p:cond delay="0"/>
                            </p:stCondLst>
                            <p:childTnLst>
                              <p:par>
                                <p:cTn id="119" presetID="22" presetClass="entr" presetSubtype="2" fill="hold" nodeType="clickEffect">
                                  <p:stCondLst>
                                    <p:cond delay="0"/>
                                  </p:stCondLst>
                                  <p:childTnLst>
                                    <p:set>
                                      <p:cBhvr>
                                        <p:cTn id="120" dur="1" fill="hold">
                                          <p:stCondLst>
                                            <p:cond delay="0"/>
                                          </p:stCondLst>
                                        </p:cTn>
                                        <p:tgtEl>
                                          <p:spTgt spid="130"/>
                                        </p:tgtEl>
                                        <p:attrNameLst>
                                          <p:attrName>style.visibility</p:attrName>
                                        </p:attrNameLst>
                                      </p:cBhvr>
                                      <p:to>
                                        <p:strVal val="visible"/>
                                      </p:to>
                                    </p:set>
                                    <p:animEffect transition="in" filter="wipe(right)">
                                      <p:cBhvr>
                                        <p:cTn id="121" dur="500"/>
                                        <p:tgtEl>
                                          <p:spTgt spid="130"/>
                                        </p:tgtEl>
                                      </p:cBhvr>
                                    </p:animEffect>
                                  </p:childTnLst>
                                </p:cTn>
                              </p:par>
                            </p:childTnLst>
                          </p:cTn>
                        </p:par>
                        <p:par>
                          <p:cTn id="122" fill="hold">
                            <p:stCondLst>
                              <p:cond delay="500"/>
                            </p:stCondLst>
                            <p:childTnLst>
                              <p:par>
                                <p:cTn id="123" presetID="22" presetClass="entr" presetSubtype="1" fill="hold" nodeType="afterEffect">
                                  <p:stCondLst>
                                    <p:cond delay="0"/>
                                  </p:stCondLst>
                                  <p:childTnLst>
                                    <p:set>
                                      <p:cBhvr>
                                        <p:cTn id="124" dur="1" fill="hold">
                                          <p:stCondLst>
                                            <p:cond delay="0"/>
                                          </p:stCondLst>
                                        </p:cTn>
                                        <p:tgtEl>
                                          <p:spTgt spid="131"/>
                                        </p:tgtEl>
                                        <p:attrNameLst>
                                          <p:attrName>style.visibility</p:attrName>
                                        </p:attrNameLst>
                                      </p:cBhvr>
                                      <p:to>
                                        <p:strVal val="visible"/>
                                      </p:to>
                                    </p:set>
                                    <p:animEffect transition="in" filter="wipe(up)">
                                      <p:cBhvr>
                                        <p:cTn id="125" dur="500"/>
                                        <p:tgtEl>
                                          <p:spTgt spid="131"/>
                                        </p:tgtEl>
                                      </p:cBhvr>
                                    </p:animEffect>
                                  </p:childTnLst>
                                </p:cTn>
                              </p:par>
                              <p:par>
                                <p:cTn id="126" presetID="42" presetClass="path" presetSubtype="0" accel="50000" decel="50000" fill="hold" nodeType="withEffect">
                                  <p:stCondLst>
                                    <p:cond delay="0"/>
                                  </p:stCondLst>
                                  <p:childTnLst>
                                    <p:animMotion origin="layout" path="M -6.25E-7 0.04004 L -6.25E-7 0.08102 " pathEditMode="relative" rAng="0" ptsTypes="AA">
                                      <p:cBhvr>
                                        <p:cTn id="127" dur="2000" fill="hold"/>
                                        <p:tgtEl>
                                          <p:spTgt spid="134"/>
                                        </p:tgtEl>
                                        <p:attrNameLst>
                                          <p:attrName>ppt_x</p:attrName>
                                          <p:attrName>ppt_y</p:attrName>
                                        </p:attrNameLst>
                                      </p:cBhvr>
                                      <p:rCtr x="0" y="2037"/>
                                    </p:animMotion>
                                  </p:childTnLst>
                                </p:cTn>
                              </p:par>
                            </p:childTnLst>
                          </p:cTn>
                        </p:par>
                      </p:childTnLst>
                    </p:cTn>
                  </p:par>
                  <p:par>
                    <p:cTn id="128" fill="hold">
                      <p:stCondLst>
                        <p:cond delay="indefinite"/>
                      </p:stCondLst>
                      <p:childTnLst>
                        <p:par>
                          <p:cTn id="129" fill="hold">
                            <p:stCondLst>
                              <p:cond delay="0"/>
                            </p:stCondLst>
                            <p:childTnLst>
                              <p:par>
                                <p:cTn id="130" presetID="42" presetClass="exit" presetSubtype="0" fill="hold" nodeType="clickEffect">
                                  <p:stCondLst>
                                    <p:cond delay="0"/>
                                  </p:stCondLst>
                                  <p:childTnLst>
                                    <p:animEffect transition="out" filter="fade">
                                      <p:cBhvr>
                                        <p:cTn id="131" dur="1000"/>
                                        <p:tgtEl>
                                          <p:spTgt spid="20"/>
                                        </p:tgtEl>
                                      </p:cBhvr>
                                    </p:animEffect>
                                    <p:anim calcmode="lin" valueType="num">
                                      <p:cBhvr>
                                        <p:cTn id="132" dur="1000"/>
                                        <p:tgtEl>
                                          <p:spTgt spid="20"/>
                                        </p:tgtEl>
                                        <p:attrNameLst>
                                          <p:attrName>ppt_x</p:attrName>
                                        </p:attrNameLst>
                                      </p:cBhvr>
                                      <p:tavLst>
                                        <p:tav tm="0">
                                          <p:val>
                                            <p:strVal val="ppt_x"/>
                                          </p:val>
                                        </p:tav>
                                        <p:tav tm="100000">
                                          <p:val>
                                            <p:strVal val="ppt_x"/>
                                          </p:val>
                                        </p:tav>
                                      </p:tavLst>
                                    </p:anim>
                                    <p:anim calcmode="lin" valueType="num">
                                      <p:cBhvr>
                                        <p:cTn id="133" dur="1000"/>
                                        <p:tgtEl>
                                          <p:spTgt spid="20"/>
                                        </p:tgtEl>
                                        <p:attrNameLst>
                                          <p:attrName>ppt_y</p:attrName>
                                        </p:attrNameLst>
                                      </p:cBhvr>
                                      <p:tavLst>
                                        <p:tav tm="0">
                                          <p:val>
                                            <p:strVal val="ppt_y"/>
                                          </p:val>
                                        </p:tav>
                                        <p:tav tm="100000">
                                          <p:val>
                                            <p:strVal val="ppt_y+.1"/>
                                          </p:val>
                                        </p:tav>
                                      </p:tavLst>
                                    </p:anim>
                                    <p:set>
                                      <p:cBhvr>
                                        <p:cTn id="134" dur="1" fill="hold">
                                          <p:stCondLst>
                                            <p:cond delay="999"/>
                                          </p:stCondLst>
                                        </p:cTn>
                                        <p:tgtEl>
                                          <p:spTgt spid="20"/>
                                        </p:tgtEl>
                                        <p:attrNameLst>
                                          <p:attrName>style.visibility</p:attrName>
                                        </p:attrNameLst>
                                      </p:cBhvr>
                                      <p:to>
                                        <p:strVal val="hidden"/>
                                      </p:to>
                                    </p:set>
                                  </p:childTnLst>
                                </p:cTn>
                              </p:par>
                              <p:par>
                                <p:cTn id="135" presetID="10" presetClass="exit" presetSubtype="0" fill="hold" grpId="2" nodeType="withEffect">
                                  <p:stCondLst>
                                    <p:cond delay="0"/>
                                  </p:stCondLst>
                                  <p:childTnLst>
                                    <p:animEffect transition="out" filter="fade">
                                      <p:cBhvr>
                                        <p:cTn id="136" dur="500"/>
                                        <p:tgtEl>
                                          <p:spTgt spid="28"/>
                                        </p:tgtEl>
                                      </p:cBhvr>
                                    </p:animEffect>
                                    <p:set>
                                      <p:cBhvr>
                                        <p:cTn id="137" dur="1" fill="hold">
                                          <p:stCondLst>
                                            <p:cond delay="499"/>
                                          </p:stCondLst>
                                        </p:cTn>
                                        <p:tgtEl>
                                          <p:spTgt spid="28"/>
                                        </p:tgtEl>
                                        <p:attrNameLst>
                                          <p:attrName>style.visibility</p:attrName>
                                        </p:attrNameLst>
                                      </p:cBhvr>
                                      <p:to>
                                        <p:strVal val="hidden"/>
                                      </p:to>
                                    </p:set>
                                  </p:childTnLst>
                                </p:cTn>
                              </p:par>
                              <p:par>
                                <p:cTn id="138" presetID="10" presetClass="exit" presetSubtype="0" fill="hold" nodeType="withEffect">
                                  <p:stCondLst>
                                    <p:cond delay="0"/>
                                  </p:stCondLst>
                                  <p:childTnLst>
                                    <p:animEffect transition="out" filter="fade">
                                      <p:cBhvr>
                                        <p:cTn id="139" dur="500"/>
                                        <p:tgtEl>
                                          <p:spTgt spid="17"/>
                                        </p:tgtEl>
                                      </p:cBhvr>
                                    </p:animEffect>
                                    <p:set>
                                      <p:cBhvr>
                                        <p:cTn id="140" dur="1" fill="hold">
                                          <p:stCondLst>
                                            <p:cond delay="499"/>
                                          </p:stCondLst>
                                        </p:cTn>
                                        <p:tgtEl>
                                          <p:spTgt spid="17"/>
                                        </p:tgtEl>
                                        <p:attrNameLst>
                                          <p:attrName>style.visibility</p:attrName>
                                        </p:attrNameLst>
                                      </p:cBhvr>
                                      <p:to>
                                        <p:strVal val="hidden"/>
                                      </p:to>
                                    </p:set>
                                  </p:childTnLst>
                                </p:cTn>
                              </p:par>
                              <p:par>
                                <p:cTn id="141" presetID="10" presetClass="exit" presetSubtype="0" fill="hold" nodeType="withEffect">
                                  <p:stCondLst>
                                    <p:cond delay="0"/>
                                  </p:stCondLst>
                                  <p:childTnLst>
                                    <p:animEffect transition="out" filter="fade">
                                      <p:cBhvr>
                                        <p:cTn id="142" dur="500"/>
                                        <p:tgtEl>
                                          <p:spTgt spid="18"/>
                                        </p:tgtEl>
                                      </p:cBhvr>
                                    </p:animEffect>
                                    <p:set>
                                      <p:cBhvr>
                                        <p:cTn id="143" dur="1" fill="hold">
                                          <p:stCondLst>
                                            <p:cond delay="499"/>
                                          </p:stCondLst>
                                        </p:cTn>
                                        <p:tgtEl>
                                          <p:spTgt spid="18"/>
                                        </p:tgtEl>
                                        <p:attrNameLst>
                                          <p:attrName>style.visibility</p:attrName>
                                        </p:attrNameLst>
                                      </p:cBhvr>
                                      <p:to>
                                        <p:strVal val="hidden"/>
                                      </p:to>
                                    </p:set>
                                  </p:childTnLst>
                                </p:cTn>
                              </p:par>
                              <p:par>
                                <p:cTn id="144" presetID="10" presetClass="exit" presetSubtype="0" fill="hold" grpId="1" nodeType="withEffect">
                                  <p:stCondLst>
                                    <p:cond delay="0"/>
                                  </p:stCondLst>
                                  <p:childTnLst>
                                    <p:animEffect transition="out" filter="fade">
                                      <p:cBhvr>
                                        <p:cTn id="145" dur="500"/>
                                        <p:tgtEl>
                                          <p:spTgt spid="90"/>
                                        </p:tgtEl>
                                      </p:cBhvr>
                                    </p:animEffect>
                                    <p:set>
                                      <p:cBhvr>
                                        <p:cTn id="146" dur="1" fill="hold">
                                          <p:stCondLst>
                                            <p:cond delay="499"/>
                                          </p:stCondLst>
                                        </p:cTn>
                                        <p:tgtEl>
                                          <p:spTgt spid="90"/>
                                        </p:tgtEl>
                                        <p:attrNameLst>
                                          <p:attrName>style.visibility</p:attrName>
                                        </p:attrNameLst>
                                      </p:cBhvr>
                                      <p:to>
                                        <p:strVal val="hidden"/>
                                      </p:to>
                                    </p:set>
                                  </p:childTnLst>
                                </p:cTn>
                              </p:par>
                              <p:par>
                                <p:cTn id="147" presetID="10" presetClass="exit" presetSubtype="0" fill="hold" grpId="1" nodeType="withEffect">
                                  <p:stCondLst>
                                    <p:cond delay="0"/>
                                  </p:stCondLst>
                                  <p:childTnLst>
                                    <p:animEffect transition="out" filter="fade">
                                      <p:cBhvr>
                                        <p:cTn id="148" dur="500"/>
                                        <p:tgtEl>
                                          <p:spTgt spid="93"/>
                                        </p:tgtEl>
                                      </p:cBhvr>
                                    </p:animEffect>
                                    <p:set>
                                      <p:cBhvr>
                                        <p:cTn id="149" dur="1" fill="hold">
                                          <p:stCondLst>
                                            <p:cond delay="499"/>
                                          </p:stCondLst>
                                        </p:cTn>
                                        <p:tgtEl>
                                          <p:spTgt spid="93"/>
                                        </p:tgtEl>
                                        <p:attrNameLst>
                                          <p:attrName>style.visibility</p:attrName>
                                        </p:attrNameLst>
                                      </p:cBhvr>
                                      <p:to>
                                        <p:strVal val="hidden"/>
                                      </p:to>
                                    </p:set>
                                  </p:childTnLst>
                                </p:cTn>
                              </p:par>
                              <p:par>
                                <p:cTn id="150" presetID="10" presetClass="exit" presetSubtype="0" fill="hold" nodeType="withEffect">
                                  <p:stCondLst>
                                    <p:cond delay="0"/>
                                  </p:stCondLst>
                                  <p:childTnLst>
                                    <p:animEffect transition="out" filter="fade">
                                      <p:cBhvr>
                                        <p:cTn id="151" dur="500"/>
                                        <p:tgtEl>
                                          <p:spTgt spid="103"/>
                                        </p:tgtEl>
                                      </p:cBhvr>
                                    </p:animEffect>
                                    <p:set>
                                      <p:cBhvr>
                                        <p:cTn id="152" dur="1" fill="hold">
                                          <p:stCondLst>
                                            <p:cond delay="499"/>
                                          </p:stCondLst>
                                        </p:cTn>
                                        <p:tgtEl>
                                          <p:spTgt spid="103"/>
                                        </p:tgtEl>
                                        <p:attrNameLst>
                                          <p:attrName>style.visibility</p:attrName>
                                        </p:attrNameLst>
                                      </p:cBhvr>
                                      <p:to>
                                        <p:strVal val="hidden"/>
                                      </p:to>
                                    </p:set>
                                  </p:childTnLst>
                                </p:cTn>
                              </p:par>
                              <p:par>
                                <p:cTn id="153" presetID="1" presetClass="exit" presetSubtype="0" fill="hold" grpId="2" nodeType="withEffect">
                                  <p:stCondLst>
                                    <p:cond delay="0"/>
                                  </p:stCondLst>
                                  <p:childTnLst>
                                    <p:set>
                                      <p:cBhvr>
                                        <p:cTn id="154" dur="1" fill="hold">
                                          <p:stCondLst>
                                            <p:cond delay="0"/>
                                          </p:stCondLst>
                                        </p:cTn>
                                        <p:tgtEl>
                                          <p:spTgt spid="102"/>
                                        </p:tgtEl>
                                        <p:attrNameLst>
                                          <p:attrName>style.visibility</p:attrName>
                                        </p:attrNameLst>
                                      </p:cBhvr>
                                      <p:to>
                                        <p:strVal val="hidden"/>
                                      </p:to>
                                    </p:set>
                                  </p:childTnLst>
                                </p:cTn>
                              </p:par>
                              <p:par>
                                <p:cTn id="155" presetID="1" presetClass="exit" presetSubtype="0" fill="hold" grpId="2" nodeType="withEffect">
                                  <p:stCondLst>
                                    <p:cond delay="0"/>
                                  </p:stCondLst>
                                  <p:childTnLst>
                                    <p:set>
                                      <p:cBhvr>
                                        <p:cTn id="156" dur="1" fill="hold">
                                          <p:stCondLst>
                                            <p:cond delay="0"/>
                                          </p:stCondLst>
                                        </p:cTn>
                                        <p:tgtEl>
                                          <p:spTgt spid="99"/>
                                        </p:tgtEl>
                                        <p:attrNameLst>
                                          <p:attrName>style.visibility</p:attrName>
                                        </p:attrNameLst>
                                      </p:cBhvr>
                                      <p:to>
                                        <p:strVal val="hidden"/>
                                      </p:to>
                                    </p:set>
                                  </p:childTnLst>
                                </p:cTn>
                              </p:par>
                              <p:par>
                                <p:cTn id="157" presetID="1" presetClass="exit" presetSubtype="0" fill="hold" grpId="2" nodeType="withEffect">
                                  <p:stCondLst>
                                    <p:cond delay="0"/>
                                  </p:stCondLst>
                                  <p:childTnLst>
                                    <p:set>
                                      <p:cBhvr>
                                        <p:cTn id="158" dur="1" fill="hold">
                                          <p:stCondLst>
                                            <p:cond delay="0"/>
                                          </p:stCondLst>
                                        </p:cTn>
                                        <p:tgtEl>
                                          <p:spTgt spid="101"/>
                                        </p:tgtEl>
                                        <p:attrNameLst>
                                          <p:attrName>style.visibility</p:attrName>
                                        </p:attrNameLst>
                                      </p:cBhvr>
                                      <p:to>
                                        <p:strVal val="hidden"/>
                                      </p:to>
                                    </p:set>
                                  </p:childTnLst>
                                </p:cTn>
                              </p:par>
                              <p:par>
                                <p:cTn id="159" presetID="1" presetClass="exit" presetSubtype="0" fill="hold" grpId="2" nodeType="withEffect">
                                  <p:stCondLst>
                                    <p:cond delay="0"/>
                                  </p:stCondLst>
                                  <p:childTnLst>
                                    <p:set>
                                      <p:cBhvr>
                                        <p:cTn id="160" dur="1" fill="hold">
                                          <p:stCondLst>
                                            <p:cond delay="0"/>
                                          </p:stCondLst>
                                        </p:cTn>
                                        <p:tgtEl>
                                          <p:spTgt spid="100"/>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500"/>
                                        <p:tgtEl>
                                          <p:spTgt spid="130"/>
                                        </p:tgtEl>
                                      </p:cBhvr>
                                    </p:animEffect>
                                    <p:set>
                                      <p:cBhvr>
                                        <p:cTn id="163" dur="1" fill="hold">
                                          <p:stCondLst>
                                            <p:cond delay="499"/>
                                          </p:stCondLst>
                                        </p:cTn>
                                        <p:tgtEl>
                                          <p:spTgt spid="130"/>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500"/>
                                        <p:tgtEl>
                                          <p:spTgt spid="131"/>
                                        </p:tgtEl>
                                      </p:cBhvr>
                                    </p:animEffect>
                                    <p:set>
                                      <p:cBhvr>
                                        <p:cTn id="166" dur="1" fill="hold">
                                          <p:stCondLst>
                                            <p:cond delay="499"/>
                                          </p:stCondLst>
                                        </p:cTn>
                                        <p:tgtEl>
                                          <p:spTgt spid="131"/>
                                        </p:tgtEl>
                                        <p:attrNameLst>
                                          <p:attrName>style.visibility</p:attrName>
                                        </p:attrNameLst>
                                      </p:cBhvr>
                                      <p:to>
                                        <p:strVal val="hidden"/>
                                      </p:to>
                                    </p:set>
                                  </p:childTnLst>
                                </p:cTn>
                              </p:par>
                              <p:par>
                                <p:cTn id="167" presetID="22" presetClass="exit" presetSubtype="2" fill="hold" nodeType="withEffect">
                                  <p:stCondLst>
                                    <p:cond delay="0"/>
                                  </p:stCondLst>
                                  <p:childTnLst>
                                    <p:animEffect transition="out" filter="wipe(right)">
                                      <p:cBhvr>
                                        <p:cTn id="168" dur="500"/>
                                        <p:tgtEl>
                                          <p:spTgt spid="88"/>
                                        </p:tgtEl>
                                      </p:cBhvr>
                                    </p:animEffect>
                                    <p:set>
                                      <p:cBhvr>
                                        <p:cTn id="169" dur="1" fill="hold">
                                          <p:stCondLst>
                                            <p:cond delay="499"/>
                                          </p:stCondLst>
                                        </p:cTn>
                                        <p:tgtEl>
                                          <p:spTgt spid="88"/>
                                        </p:tgtEl>
                                        <p:attrNameLst>
                                          <p:attrName>style.visibility</p:attrName>
                                        </p:attrNameLst>
                                      </p:cBhvr>
                                      <p:to>
                                        <p:strVal val="hidden"/>
                                      </p:to>
                                    </p:set>
                                  </p:childTnLst>
                                </p:cTn>
                              </p:par>
                            </p:childTnLst>
                          </p:cTn>
                        </p:par>
                        <p:par>
                          <p:cTn id="170" fill="hold">
                            <p:stCondLst>
                              <p:cond delay="1000"/>
                            </p:stCondLst>
                            <p:childTnLst>
                              <p:par>
                                <p:cTn id="171" presetID="22" presetClass="exit" presetSubtype="1" fill="hold" nodeType="afterEffect">
                                  <p:stCondLst>
                                    <p:cond delay="0"/>
                                  </p:stCondLst>
                                  <p:childTnLst>
                                    <p:animEffect transition="out" filter="wipe(up)">
                                      <p:cBhvr>
                                        <p:cTn id="172" dur="500"/>
                                        <p:tgtEl>
                                          <p:spTgt spid="87"/>
                                        </p:tgtEl>
                                      </p:cBhvr>
                                    </p:animEffect>
                                    <p:set>
                                      <p:cBhvr>
                                        <p:cTn id="173" dur="1" fill="hold">
                                          <p:stCondLst>
                                            <p:cond delay="499"/>
                                          </p:stCondLst>
                                        </p:cTn>
                                        <p:tgtEl>
                                          <p:spTgt spid="87"/>
                                        </p:tgtEl>
                                        <p:attrNameLst>
                                          <p:attrName>style.visibility</p:attrName>
                                        </p:attrNameLst>
                                      </p:cBhvr>
                                      <p:to>
                                        <p:strVal val="hidden"/>
                                      </p:to>
                                    </p:set>
                                  </p:childTnLst>
                                </p:cTn>
                              </p:par>
                            </p:childTnLst>
                          </p:cTn>
                        </p:par>
                        <p:par>
                          <p:cTn id="174" fill="hold">
                            <p:stCondLst>
                              <p:cond delay="1500"/>
                            </p:stCondLst>
                            <p:childTnLst>
                              <p:par>
                                <p:cTn id="175" presetID="22" presetClass="exit" presetSubtype="2" fill="hold" nodeType="afterEffect">
                                  <p:stCondLst>
                                    <p:cond delay="0"/>
                                  </p:stCondLst>
                                  <p:childTnLst>
                                    <p:animEffect transition="out" filter="wipe(right)">
                                      <p:cBhvr>
                                        <p:cTn id="176" dur="500"/>
                                        <p:tgtEl>
                                          <p:spTgt spid="89"/>
                                        </p:tgtEl>
                                      </p:cBhvr>
                                    </p:animEffect>
                                    <p:set>
                                      <p:cBhvr>
                                        <p:cTn id="177" dur="1" fill="hold">
                                          <p:stCondLst>
                                            <p:cond delay="499"/>
                                          </p:stCondLst>
                                        </p:cTn>
                                        <p:tgtEl>
                                          <p:spTgt spid="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2" grpId="1"/>
      <p:bldP spid="102" grpId="2"/>
      <p:bldP spid="30" grpId="0"/>
      <p:bldP spid="90" grpId="0"/>
      <p:bldP spid="90" grpId="1"/>
      <p:bldP spid="93" grpId="0" animBg="1"/>
      <p:bldP spid="93" grpId="1" animBg="1"/>
      <p:bldP spid="99" grpId="0"/>
      <p:bldP spid="99" grpId="1"/>
      <p:bldP spid="99" grpId="2"/>
      <p:bldP spid="100" grpId="0"/>
      <p:bldP spid="100" grpId="1"/>
      <p:bldP spid="100" grpId="2"/>
      <p:bldP spid="101" grpId="0"/>
      <p:bldP spid="101" grpId="1"/>
      <p:bldP spid="101" grpId="2"/>
      <p:bldP spid="13" grpId="0"/>
      <p:bldP spid="13" grpId="1"/>
      <p:bldP spid="13" grpId="2"/>
      <p:bldP spid="14" grpId="0"/>
      <p:bldP spid="14" grpId="1"/>
      <p:bldP spid="15" grpId="0"/>
      <p:bldP spid="15" grpId="1"/>
      <p:bldP spid="16" grpId="0"/>
      <p:bldP spid="16" grpId="1"/>
      <p:bldP spid="28" grpId="0"/>
      <p:bldP spid="28" grpId="1"/>
      <p:bldP spid="28" grpId="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矩形 122">
            <a:extLst>
              <a:ext uri="{FF2B5EF4-FFF2-40B4-BE49-F238E27FC236}">
                <a16:creationId xmlns:a16="http://schemas.microsoft.com/office/drawing/2014/main" id="{5FF56406-E7AE-4483-9D5A-BAE7466F84E8}"/>
              </a:ext>
            </a:extLst>
          </p:cNvPr>
          <p:cNvSpPr>
            <a:spLocks noChangeArrowheads="1"/>
          </p:cNvSpPr>
          <p:nvPr/>
        </p:nvSpPr>
        <p:spPr bwMode="auto">
          <a:xfrm>
            <a:off x="6142038" y="4250136"/>
            <a:ext cx="338554" cy="400110"/>
          </a:xfrm>
          <a:prstGeom prst="rect">
            <a:avLst/>
          </a:prstGeom>
          <a:noFill/>
          <a:ln w="9525">
            <a:noFill/>
            <a:miter lim="800000"/>
          </a:ln>
        </p:spPr>
        <p:txBody>
          <a:bodyPr wrap="squar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1</a:t>
            </a:r>
            <a:endParaRPr lang="zh-CN" altLang="en-US" sz="2000" b="1" dirty="0">
              <a:solidFill>
                <a:srgbClr val="3333FF"/>
              </a:solidFill>
            </a:endParaRPr>
          </a:p>
        </p:txBody>
      </p:sp>
      <p:sp>
        <p:nvSpPr>
          <p:cNvPr id="52" name="矩形 51"/>
          <p:cNvSpPr>
            <a:spLocks noChangeArrowheads="1"/>
          </p:cNvSpPr>
          <p:nvPr/>
        </p:nvSpPr>
        <p:spPr bwMode="auto">
          <a:xfrm>
            <a:off x="4574348" y="1108075"/>
            <a:ext cx="3175000" cy="4248150"/>
          </a:xfrm>
          <a:prstGeom prst="rect">
            <a:avLst/>
          </a:prstGeom>
          <a:noFill/>
          <a:ln w="9525">
            <a:noFill/>
            <a:miter lim="800000"/>
          </a:ln>
        </p:spPr>
        <p:txBody>
          <a:bodyPr>
            <a:spAutoFit/>
          </a:bodyPr>
          <a:lstStyle/>
          <a:p>
            <a:pPr algn="just" eaLnBrk="0" hangingPunct="0"/>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void</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int</a:t>
            </a:r>
            <a:r>
              <a:rPr lang="en-US" altLang="zh-CN" b="1" dirty="0">
                <a:solidFill>
                  <a:srgbClr val="000000"/>
                </a:solidFill>
                <a:latin typeface="Courier New" panose="02070309020205020404" pitchFamily="49" charset="0"/>
              </a:rPr>
              <a:t> n,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x,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y,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z</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 {</a:t>
            </a:r>
          </a:p>
          <a:p>
            <a:pPr algn="just" eaLnBrk="0" hangingPunct="0"/>
            <a:r>
              <a:rPr lang="en-US" altLang="zh-CN" b="1" i="1" dirty="0">
                <a:solidFill>
                  <a:srgbClr val="000000"/>
                </a:solidFill>
                <a:latin typeface="Courier New" panose="02070309020205020404" pitchFamily="49" charset="0"/>
              </a:rPr>
              <a:t>1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if </a:t>
            </a:r>
            <a:r>
              <a:rPr lang="en-US" altLang="zh-CN" b="1" dirty="0">
                <a:solidFill>
                  <a:srgbClr val="000000"/>
                </a:solidFill>
                <a:latin typeface="Courier New" panose="02070309020205020404" pitchFamily="49" charset="0"/>
              </a:rPr>
              <a:t>(1 == n)</a:t>
            </a:r>
          </a:p>
          <a:p>
            <a:pPr algn="just" eaLnBrk="0" hangingPunct="0"/>
            <a:r>
              <a:rPr lang="en-US" altLang="zh-CN" b="1" i="1" dirty="0">
                <a:solidFill>
                  <a:srgbClr val="000000"/>
                </a:solidFill>
                <a:latin typeface="Courier New" panose="02070309020205020404" pitchFamily="49" charset="0"/>
              </a:rPr>
              <a:t>2</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move(x,1,z);</a:t>
            </a:r>
          </a:p>
          <a:p>
            <a:pPr algn="just" eaLnBrk="0" hangingPunct="0"/>
            <a:r>
              <a:rPr lang="en-US" altLang="zh-CN" b="1" i="1" dirty="0">
                <a:solidFill>
                  <a:srgbClr val="000000"/>
                </a:solidFill>
                <a:latin typeface="Courier New" panose="02070309020205020404" pitchFamily="49" charset="0"/>
              </a:rPr>
              <a:t>3</a:t>
            </a:r>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else {</a:t>
            </a:r>
            <a:endParaRPr lang="zh-CN" altLang="en-US" b="1" dirty="0">
              <a:solidFill>
                <a:srgbClr val="0000CC"/>
              </a:solidFill>
              <a:effectLst>
                <a:outerShdw blurRad="38100" dist="38100" dir="2700000" algn="tl">
                  <a:srgbClr val="000000">
                    <a:alpha val="43137"/>
                  </a:srgbClr>
                </a:outerShdw>
              </a:effectLst>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a:t>
            </a:r>
            <a:r>
              <a:rPr lang="zh-CN" altLang="en-US" b="1" dirty="0">
                <a:solidFill>
                  <a:srgbClr val="000000"/>
                </a:solidFill>
                <a:latin typeface="楷体" panose="02010609060101010101" pitchFamily="49" charset="-122"/>
                <a:ea typeface="楷体" panose="02010609060101010101" pitchFamily="49" charset="-122"/>
              </a:rPr>
              <a:t>实参：</a:t>
            </a:r>
            <a:endParaRPr lang="zh-CN" altLang="en-US" b="1" dirty="0">
              <a:solidFill>
                <a:srgbClr val="000000"/>
              </a:solidFill>
              <a:latin typeface="Courier New" panose="02070309020205020404" pitchFamily="49" charset="0"/>
              <a:ea typeface="楷体" panose="02010609060101010101" pitchFamily="49" charset="-122"/>
            </a:endParaRPr>
          </a:p>
          <a:p>
            <a:pPr algn="just" eaLnBrk="0" hangingPunct="0"/>
            <a:r>
              <a:rPr lang="en-US" altLang="zh-CN" b="1" i="1" dirty="0">
                <a:solidFill>
                  <a:srgbClr val="000000"/>
                </a:solidFill>
                <a:latin typeface="Courier New" panose="02070309020205020404" pitchFamily="49" charset="0"/>
              </a:rPr>
              <a:t>4</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(n–1,x,z,y);</a:t>
            </a: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a:t>
            </a:r>
            <a:r>
              <a:rPr lang="zh-CN" altLang="en-US" b="1" dirty="0">
                <a:solidFill>
                  <a:srgbClr val="000000"/>
                </a:solidFill>
                <a:latin typeface="楷体" panose="02010609060101010101" pitchFamily="49" charset="-122"/>
                <a:ea typeface="楷体" panose="02010609060101010101" pitchFamily="49" charset="-122"/>
              </a:rPr>
              <a:t>实参：</a:t>
            </a:r>
            <a:endParaRPr lang="en-US" altLang="zh-CN" b="1" i="1" dirty="0">
              <a:solidFill>
                <a:srgbClr val="000000"/>
              </a:solidFill>
              <a:latin typeface="Courier New" panose="02070309020205020404" pitchFamily="49" charset="0"/>
            </a:endParaRPr>
          </a:p>
          <a:p>
            <a:pPr algn="just" eaLnBrk="0" hangingPunct="0"/>
            <a:r>
              <a:rPr lang="en-US" altLang="zh-CN" b="1" i="1" dirty="0">
                <a:solidFill>
                  <a:srgbClr val="000000"/>
                </a:solidFill>
                <a:latin typeface="Courier New" panose="02070309020205020404" pitchFamily="49" charset="0"/>
              </a:rPr>
              <a:t>5</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move(</a:t>
            </a:r>
            <a:r>
              <a:rPr lang="en-US" altLang="zh-CN" b="1" dirty="0" err="1">
                <a:solidFill>
                  <a:srgbClr val="000000"/>
                </a:solidFill>
                <a:latin typeface="Courier New" panose="02070309020205020404" pitchFamily="49" charset="0"/>
              </a:rPr>
              <a:t>x,n,z</a:t>
            </a:r>
            <a:r>
              <a:rPr lang="en-US" altLang="zh-CN" b="1" dirty="0">
                <a:solidFill>
                  <a:srgbClr val="000000"/>
                </a:solidFill>
                <a:latin typeface="Courier New" panose="02070309020205020404" pitchFamily="49" charset="0"/>
              </a:rPr>
              <a:t>);</a:t>
            </a:r>
          </a:p>
          <a:p>
            <a:pPr algn="just" eaLnBrk="0" hangingPunct="0"/>
            <a:r>
              <a:rPr lang="en-US" altLang="zh-CN" b="1" i="1" dirty="0">
                <a:solidFill>
                  <a:srgbClr val="000000"/>
                </a:solidFill>
                <a:latin typeface="Courier New" panose="02070309020205020404" pitchFamily="49" charset="0"/>
              </a:rPr>
              <a:t>6</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(n–1,y,x,z);</a:t>
            </a:r>
          </a:p>
          <a:p>
            <a:pPr algn="just" eaLnBrk="0" hangingPunct="0"/>
            <a:r>
              <a:rPr lang="en-US" altLang="zh-CN" b="1" i="1" dirty="0">
                <a:solidFill>
                  <a:srgbClr val="000000"/>
                </a:solidFill>
                <a:latin typeface="Courier New" panose="02070309020205020404" pitchFamily="49" charset="0"/>
              </a:rPr>
              <a:t>7</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a:t>
            </a:r>
            <a:r>
              <a:rPr lang="en-US" altLang="zh-CN" b="1" dirty="0">
                <a:solidFill>
                  <a:srgbClr val="000000"/>
                </a:solidFill>
                <a:latin typeface="Courier New" panose="02070309020205020404" pitchFamily="49" charset="0"/>
              </a:rPr>
              <a:t> </a:t>
            </a:r>
          </a:p>
          <a:p>
            <a:pPr algn="just" eaLnBrk="0" hangingPunct="0"/>
            <a:r>
              <a:rPr lang="en-US" altLang="zh-CN" b="1" i="1" dirty="0">
                <a:solidFill>
                  <a:srgbClr val="000000"/>
                </a:solidFill>
                <a:latin typeface="Courier New" panose="02070309020205020404" pitchFamily="49" charset="0"/>
              </a:rPr>
              <a:t>8</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a:t>
            </a:r>
          </a:p>
        </p:txBody>
      </p:sp>
      <p:sp>
        <p:nvSpPr>
          <p:cNvPr id="30" name="矩形 122">
            <a:extLst>
              <a:ext uri="{FF2B5EF4-FFF2-40B4-BE49-F238E27FC236}">
                <a16:creationId xmlns:a16="http://schemas.microsoft.com/office/drawing/2014/main" id="{8A9C4C6B-EB08-27D2-A0B4-1BAB8D4AF95E}"/>
              </a:ext>
            </a:extLst>
          </p:cNvPr>
          <p:cNvSpPr>
            <a:spLocks noChangeArrowheads="1"/>
          </p:cNvSpPr>
          <p:nvPr/>
        </p:nvSpPr>
        <p:spPr bwMode="auto">
          <a:xfrm>
            <a:off x="6140658" y="4253498"/>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1</a:t>
            </a:r>
            <a:endParaRPr lang="zh-CN" altLang="en-US" sz="2000" b="1" dirty="0">
              <a:solidFill>
                <a:srgbClr val="3333FF"/>
              </a:solidFill>
            </a:endParaRPr>
          </a:p>
        </p:txBody>
      </p:sp>
      <p:sp>
        <p:nvSpPr>
          <p:cNvPr id="55298" name="矩形 3"/>
          <p:cNvSpPr>
            <a:spLocks noChangeArrowheads="1"/>
          </p:cNvSpPr>
          <p:nvPr/>
        </p:nvSpPr>
        <p:spPr bwMode="auto">
          <a:xfrm>
            <a:off x="752017" y="1168689"/>
            <a:ext cx="3175001" cy="3970337"/>
          </a:xfrm>
          <a:prstGeom prst="rect">
            <a:avLst/>
          </a:prstGeom>
          <a:noFill/>
          <a:ln w="9525">
            <a:noFill/>
            <a:miter lim="800000"/>
          </a:ln>
        </p:spPr>
        <p:txBody>
          <a:bodyPr>
            <a:spAutoFit/>
          </a:bodyPr>
          <a:lstStyle/>
          <a:p>
            <a:pPr algn="just" eaLnBrk="0" hangingPunct="0"/>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void</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int</a:t>
            </a:r>
            <a:r>
              <a:rPr lang="en-US" altLang="zh-CN" b="1" dirty="0">
                <a:solidFill>
                  <a:srgbClr val="000000"/>
                </a:solidFill>
                <a:latin typeface="Courier New" panose="02070309020205020404" pitchFamily="49" charset="0"/>
              </a:rPr>
              <a:t> n,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x,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y,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z</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a:t>
            </a:r>
          </a:p>
          <a:p>
            <a:pPr algn="just" eaLnBrk="0" hangingPunct="0"/>
            <a:r>
              <a:rPr lang="en-US" altLang="zh-CN" b="1" i="1" dirty="0">
                <a:solidFill>
                  <a:srgbClr val="000000"/>
                </a:solidFill>
                <a:latin typeface="Courier New" panose="02070309020205020404" pitchFamily="49" charset="0"/>
              </a:rPr>
              <a:t>1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if </a:t>
            </a:r>
            <a:r>
              <a:rPr lang="en-US" altLang="zh-CN" b="1" dirty="0">
                <a:solidFill>
                  <a:srgbClr val="000000"/>
                </a:solidFill>
                <a:latin typeface="Courier New" panose="02070309020205020404" pitchFamily="49" charset="0"/>
              </a:rPr>
              <a:t>(1 == n)</a:t>
            </a:r>
          </a:p>
          <a:p>
            <a:pPr algn="just" eaLnBrk="0" hangingPunct="0"/>
            <a:r>
              <a:rPr lang="en-US" altLang="zh-CN" b="1" i="1" dirty="0">
                <a:solidFill>
                  <a:srgbClr val="000000"/>
                </a:solidFill>
                <a:latin typeface="Courier New" panose="02070309020205020404" pitchFamily="49" charset="0"/>
              </a:rPr>
              <a:t>2</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move(x,1,z);</a:t>
            </a:r>
          </a:p>
          <a:p>
            <a:pPr algn="just" eaLnBrk="0" hangingPunct="0"/>
            <a:r>
              <a:rPr lang="en-US" altLang="zh-CN" b="1" i="1" dirty="0">
                <a:solidFill>
                  <a:srgbClr val="000000"/>
                </a:solidFill>
                <a:latin typeface="Courier New" panose="02070309020205020404" pitchFamily="49" charset="0"/>
              </a:rPr>
              <a:t>3</a:t>
            </a:r>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else {</a:t>
            </a:r>
            <a:endParaRPr lang="zh-CN" altLang="en-US" b="1" dirty="0">
              <a:solidFill>
                <a:srgbClr val="0000CC"/>
              </a:solidFill>
              <a:effectLst>
                <a:outerShdw blurRad="38100" dist="38100" dir="2700000" algn="tl">
                  <a:srgbClr val="000000">
                    <a:alpha val="43137"/>
                  </a:srgbClr>
                </a:outerShdw>
              </a:effectLst>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a:t>
            </a:r>
            <a:r>
              <a:rPr lang="zh-CN" altLang="en-US" b="1" dirty="0">
                <a:solidFill>
                  <a:srgbClr val="000000"/>
                </a:solidFill>
                <a:latin typeface="楷体" panose="02010609060101010101" pitchFamily="49" charset="-122"/>
                <a:ea typeface="楷体" panose="02010609060101010101" pitchFamily="49" charset="-122"/>
              </a:rPr>
              <a:t>实参：</a:t>
            </a:r>
            <a:endParaRPr lang="zh-CN" altLang="en-US" b="1" i="1" dirty="0">
              <a:solidFill>
                <a:srgbClr val="000000"/>
              </a:solidFill>
              <a:latin typeface="Courier New" panose="02070309020205020404" pitchFamily="49" charset="0"/>
              <a:ea typeface="楷体" panose="02010609060101010101" pitchFamily="49" charset="-122"/>
            </a:endParaRPr>
          </a:p>
          <a:p>
            <a:pPr algn="just" eaLnBrk="0" hangingPunct="0"/>
            <a:r>
              <a:rPr lang="en-US" altLang="zh-CN" b="1" i="1" dirty="0">
                <a:solidFill>
                  <a:srgbClr val="000000"/>
                </a:solidFill>
                <a:latin typeface="Courier New" panose="02070309020205020404" pitchFamily="49" charset="0"/>
              </a:rPr>
              <a:t>4</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(n–1,x,z,y);</a:t>
            </a:r>
          </a:p>
          <a:p>
            <a:pPr algn="just" eaLnBrk="0" hangingPunct="0"/>
            <a:r>
              <a:rPr lang="en-US" altLang="zh-CN" b="1" i="1" dirty="0">
                <a:solidFill>
                  <a:srgbClr val="000000"/>
                </a:solidFill>
                <a:latin typeface="Courier New" panose="02070309020205020404" pitchFamily="49" charset="0"/>
              </a:rPr>
              <a:t>5</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move(</a:t>
            </a:r>
            <a:r>
              <a:rPr lang="en-US" altLang="zh-CN" b="1" dirty="0" err="1">
                <a:solidFill>
                  <a:srgbClr val="000000"/>
                </a:solidFill>
                <a:latin typeface="Courier New" panose="02070309020205020404" pitchFamily="49" charset="0"/>
              </a:rPr>
              <a:t>x,n,z</a:t>
            </a:r>
            <a:r>
              <a:rPr lang="en-US" altLang="zh-CN" b="1" dirty="0">
                <a:solidFill>
                  <a:srgbClr val="000000"/>
                </a:solidFill>
                <a:latin typeface="Courier New" panose="02070309020205020404" pitchFamily="49" charset="0"/>
              </a:rPr>
              <a:t>);</a:t>
            </a:r>
          </a:p>
          <a:p>
            <a:pPr algn="just" eaLnBrk="0" hangingPunct="0"/>
            <a:r>
              <a:rPr lang="en-US" altLang="zh-CN" b="1" i="1" dirty="0">
                <a:solidFill>
                  <a:srgbClr val="000000"/>
                </a:solidFill>
                <a:latin typeface="Courier New" panose="02070309020205020404" pitchFamily="49" charset="0"/>
              </a:rPr>
              <a:t>6</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(n–1,y,x,z);</a:t>
            </a:r>
          </a:p>
          <a:p>
            <a:pPr algn="just" eaLnBrk="0" hangingPunct="0"/>
            <a:r>
              <a:rPr lang="en-US" altLang="zh-CN" b="1" i="1" dirty="0">
                <a:solidFill>
                  <a:srgbClr val="000000"/>
                </a:solidFill>
                <a:latin typeface="Courier New" panose="02070309020205020404" pitchFamily="49" charset="0"/>
              </a:rPr>
              <a:t>7</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a:t>
            </a:r>
            <a:r>
              <a:rPr lang="en-US" altLang="zh-CN" b="1" dirty="0">
                <a:solidFill>
                  <a:srgbClr val="000000"/>
                </a:solidFill>
                <a:latin typeface="Courier New" panose="02070309020205020404" pitchFamily="49" charset="0"/>
              </a:rPr>
              <a:t> </a:t>
            </a:r>
          </a:p>
          <a:p>
            <a:pPr algn="just" eaLnBrk="0" hangingPunct="0"/>
            <a:r>
              <a:rPr lang="en-US" altLang="zh-CN" b="1" i="1" dirty="0">
                <a:solidFill>
                  <a:srgbClr val="000000"/>
                </a:solidFill>
                <a:latin typeface="Courier New" panose="02070309020205020404" pitchFamily="49" charset="0"/>
              </a:rPr>
              <a:t>8</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a:t>
            </a:r>
          </a:p>
        </p:txBody>
      </p:sp>
      <p:sp>
        <p:nvSpPr>
          <p:cNvPr id="55300" name="直接连接符 10"/>
          <p:cNvSpPr>
            <a:spLocks noChangeShapeType="1"/>
          </p:cNvSpPr>
          <p:nvPr/>
        </p:nvSpPr>
        <p:spPr bwMode="auto">
          <a:xfrm>
            <a:off x="2662238" y="5340351"/>
            <a:ext cx="0" cy="1389063"/>
          </a:xfrm>
          <a:prstGeom prst="line">
            <a:avLst/>
          </a:prstGeom>
          <a:noFill/>
          <a:ln w="63500">
            <a:solidFill>
              <a:schemeClr val="tx1"/>
            </a:solidFill>
            <a:miter lim="800000"/>
          </a:ln>
        </p:spPr>
        <p:txBody>
          <a:bodyPr/>
          <a:lstStyle/>
          <a:p>
            <a:endParaRPr lang="zh-CN" altLang="en-US"/>
          </a:p>
        </p:txBody>
      </p:sp>
      <p:sp>
        <p:nvSpPr>
          <p:cNvPr id="55301" name="直接连接符 11"/>
          <p:cNvSpPr>
            <a:spLocks noChangeShapeType="1"/>
          </p:cNvSpPr>
          <p:nvPr/>
        </p:nvSpPr>
        <p:spPr bwMode="auto">
          <a:xfrm>
            <a:off x="4437063" y="5389563"/>
            <a:ext cx="0" cy="1325562"/>
          </a:xfrm>
          <a:prstGeom prst="line">
            <a:avLst/>
          </a:prstGeom>
          <a:noFill/>
          <a:ln w="63500">
            <a:solidFill>
              <a:schemeClr val="tx1"/>
            </a:solidFill>
            <a:miter lim="800000"/>
          </a:ln>
        </p:spPr>
        <p:txBody>
          <a:bodyPr/>
          <a:lstStyle/>
          <a:p>
            <a:endParaRPr lang="zh-CN" altLang="en-US"/>
          </a:p>
        </p:txBody>
      </p:sp>
      <p:sp>
        <p:nvSpPr>
          <p:cNvPr id="55302" name="直接连接符 12"/>
          <p:cNvSpPr>
            <a:spLocks noChangeShapeType="1"/>
          </p:cNvSpPr>
          <p:nvPr/>
        </p:nvSpPr>
        <p:spPr bwMode="auto">
          <a:xfrm>
            <a:off x="6192838" y="5389563"/>
            <a:ext cx="0" cy="1325562"/>
          </a:xfrm>
          <a:prstGeom prst="line">
            <a:avLst/>
          </a:prstGeom>
          <a:noFill/>
          <a:ln w="63500">
            <a:solidFill>
              <a:schemeClr val="tx1"/>
            </a:solidFill>
            <a:miter lim="800000"/>
          </a:ln>
        </p:spPr>
        <p:txBody>
          <a:bodyPr/>
          <a:lstStyle/>
          <a:p>
            <a:endParaRPr lang="zh-CN" altLang="en-US"/>
          </a:p>
        </p:txBody>
      </p:sp>
      <p:grpSp>
        <p:nvGrpSpPr>
          <p:cNvPr id="55305" name="组合 5"/>
          <p:cNvGrpSpPr/>
          <p:nvPr/>
        </p:nvGrpSpPr>
        <p:grpSpPr bwMode="auto">
          <a:xfrm>
            <a:off x="1868488" y="6259514"/>
            <a:ext cx="1587500" cy="830997"/>
            <a:chOff x="-32606" y="-31897"/>
            <a:chExt cx="2275840" cy="1150781"/>
          </a:xfrm>
        </p:grpSpPr>
        <p:sp>
          <p:nvSpPr>
            <p:cNvPr id="55409" name="矩形 17"/>
            <p:cNvSpPr>
              <a:spLocks noChangeArrowheads="1"/>
            </p:cNvSpPr>
            <p:nvPr/>
          </p:nvSpPr>
          <p:spPr bwMode="auto">
            <a:xfrm>
              <a:off x="-32606" y="50892"/>
              <a:ext cx="2275840" cy="498055"/>
            </a:xfrm>
            <a:prstGeom prst="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10800000" scaled="1"/>
              <a:tileRect/>
            </a:gradFill>
            <a:ln w="63500">
              <a:solidFill>
                <a:srgbClr val="7030A0"/>
              </a:solidFill>
              <a:miter lim="800000"/>
            </a:ln>
          </p:spPr>
          <p:txBody>
            <a:bodyPr anchor="ctr"/>
            <a:lstStyle/>
            <a:p>
              <a:pPr algn="ctr">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55410" name="文本框 23"/>
            <p:cNvSpPr>
              <a:spLocks noChangeArrowheads="1"/>
            </p:cNvSpPr>
            <p:nvPr/>
          </p:nvSpPr>
          <p:spPr bwMode="auto">
            <a:xfrm>
              <a:off x="232313" y="-31897"/>
              <a:ext cx="275492" cy="1150781"/>
            </a:xfrm>
            <a:prstGeom prst="rect">
              <a:avLst/>
            </a:prstGeom>
            <a:noFill/>
            <a:ln w="9525">
              <a:noFill/>
              <a:miter lim="800000"/>
            </a:ln>
          </p:spPr>
          <p:txBody>
            <a:bodyPr>
              <a:spAutoFit/>
            </a:bodyPr>
            <a:lstStyle/>
            <a:p>
              <a:pPr>
                <a:buFont typeface="Arial" panose="020B0604020202020204" pitchFamily="34" charset="0"/>
                <a:buNone/>
              </a:pPr>
              <a:r>
                <a:rPr lang="en-US" altLang="zh-CN" sz="2400" b="1">
                  <a:solidFill>
                    <a:srgbClr val="0070C0"/>
                  </a:solidFill>
                  <a:latin typeface="Calibri" panose="020F0502020204030204" pitchFamily="34" charset="0"/>
                  <a:sym typeface="Calibri" panose="020F0502020204030204" pitchFamily="34" charset="0"/>
                </a:rPr>
                <a:t>3</a:t>
              </a:r>
              <a:endParaRPr lang="zh-CN" altLang="en-US" sz="2400" b="1">
                <a:solidFill>
                  <a:srgbClr val="0070C0"/>
                </a:solidFill>
                <a:latin typeface="Calibri" panose="020F0502020204030204" pitchFamily="34" charset="0"/>
                <a:sym typeface="Calibri" panose="020F0502020204030204" pitchFamily="34" charset="0"/>
              </a:endParaRPr>
            </a:p>
            <a:p>
              <a:pPr>
                <a:buFont typeface="Arial" panose="020B0604020202020204" pitchFamily="34" charset="0"/>
                <a:buNone/>
              </a:pPr>
              <a:endParaRPr lang="zh-CN" altLang="en-US" sz="2400" b="1">
                <a:solidFill>
                  <a:srgbClr val="0070C0"/>
                </a:solidFill>
                <a:latin typeface="Calibri" panose="020F0502020204030204" pitchFamily="34" charset="0"/>
                <a:sym typeface="宋体" panose="02010600030101010101" pitchFamily="2" charset="-122"/>
              </a:endParaRPr>
            </a:p>
          </p:txBody>
        </p:sp>
      </p:grpSp>
      <p:sp>
        <p:nvSpPr>
          <p:cNvPr id="19" name="文本框 16"/>
          <p:cNvSpPr>
            <a:spLocks noChangeArrowheads="1"/>
          </p:cNvSpPr>
          <p:nvPr/>
        </p:nvSpPr>
        <p:spPr bwMode="auto">
          <a:xfrm>
            <a:off x="2460625" y="4846639"/>
            <a:ext cx="433132" cy="584775"/>
          </a:xfrm>
          <a:prstGeom prst="rect">
            <a:avLst/>
          </a:prstGeom>
          <a:noFill/>
          <a:ln w="9525">
            <a:noFill/>
            <a:miter lim="800000"/>
          </a:ln>
        </p:spPr>
        <p:txBody>
          <a:bodyPr wrap="none">
            <a:spAutoFit/>
          </a:bodyPr>
          <a:lstStyle/>
          <a:p>
            <a:pPr>
              <a:buFont typeface="Arial" panose="020B0604020202020204" pitchFamily="34" charset="0"/>
              <a:buNone/>
            </a:pPr>
            <a:r>
              <a:rPr lang="en-US" altLang="zh-CN" sz="3200" b="1" dirty="0">
                <a:solidFill>
                  <a:srgbClr val="000000"/>
                </a:solidFill>
                <a:latin typeface="Calibri" panose="020F0502020204030204" pitchFamily="34" charset="0"/>
                <a:sym typeface="Calibri" panose="020F0502020204030204" pitchFamily="34" charset="0"/>
              </a:rPr>
              <a:t>A</a:t>
            </a:r>
            <a:endParaRPr lang="zh-CN" altLang="en-US" sz="3200" b="1" dirty="0">
              <a:solidFill>
                <a:srgbClr val="000000"/>
              </a:solidFill>
              <a:latin typeface="Calibri" panose="020F0502020204030204" pitchFamily="34" charset="0"/>
              <a:sym typeface="宋体" panose="02010600030101010101" pitchFamily="2" charset="-122"/>
            </a:endParaRPr>
          </a:p>
        </p:txBody>
      </p:sp>
      <p:sp>
        <p:nvSpPr>
          <p:cNvPr id="55307" name="文本框 20"/>
          <p:cNvSpPr>
            <a:spLocks noChangeArrowheads="1"/>
          </p:cNvSpPr>
          <p:nvPr/>
        </p:nvSpPr>
        <p:spPr bwMode="auto">
          <a:xfrm>
            <a:off x="5995988" y="4860926"/>
            <a:ext cx="402674" cy="584775"/>
          </a:xfrm>
          <a:prstGeom prst="rect">
            <a:avLst/>
          </a:prstGeom>
          <a:noFill/>
          <a:ln w="9525">
            <a:noFill/>
            <a:miter lim="800000"/>
          </a:ln>
        </p:spPr>
        <p:txBody>
          <a:bodyPr wrap="none">
            <a:spAutoFit/>
          </a:bodyPr>
          <a:lstStyle/>
          <a:p>
            <a:pPr>
              <a:buFont typeface="Arial" panose="020B0604020202020204" pitchFamily="34" charset="0"/>
              <a:buNone/>
            </a:pPr>
            <a:r>
              <a:rPr lang="en-US" altLang="zh-CN" sz="3200" b="1">
                <a:solidFill>
                  <a:srgbClr val="000000"/>
                </a:solidFill>
                <a:latin typeface="Calibri" panose="020F0502020204030204" pitchFamily="34" charset="0"/>
                <a:sym typeface="Calibri" panose="020F0502020204030204" pitchFamily="34" charset="0"/>
              </a:rPr>
              <a:t>C</a:t>
            </a:r>
            <a:endParaRPr lang="zh-CN" altLang="en-US" sz="3200" b="1">
              <a:solidFill>
                <a:srgbClr val="000000"/>
              </a:solidFill>
              <a:latin typeface="Calibri" panose="020F0502020204030204" pitchFamily="34" charset="0"/>
              <a:sym typeface="宋体" panose="02010600030101010101" pitchFamily="2" charset="-122"/>
            </a:endParaRPr>
          </a:p>
        </p:txBody>
      </p:sp>
      <p:sp>
        <p:nvSpPr>
          <p:cNvPr id="21" name="文本框 24"/>
          <p:cNvSpPr>
            <a:spLocks noChangeArrowheads="1"/>
          </p:cNvSpPr>
          <p:nvPr/>
        </p:nvSpPr>
        <p:spPr bwMode="auto">
          <a:xfrm>
            <a:off x="4251325" y="4840289"/>
            <a:ext cx="415498" cy="584775"/>
          </a:xfrm>
          <a:prstGeom prst="rect">
            <a:avLst/>
          </a:prstGeom>
          <a:noFill/>
          <a:ln w="9525">
            <a:noFill/>
            <a:miter lim="800000"/>
          </a:ln>
        </p:spPr>
        <p:txBody>
          <a:bodyPr wrap="none">
            <a:spAutoFit/>
          </a:bodyPr>
          <a:lstStyle/>
          <a:p>
            <a:pPr>
              <a:buFont typeface="Arial" panose="020B0604020202020204" pitchFamily="34" charset="0"/>
              <a:buNone/>
            </a:pPr>
            <a:r>
              <a:rPr lang="en-US" altLang="zh-CN" sz="3200" b="1">
                <a:solidFill>
                  <a:srgbClr val="000000"/>
                </a:solidFill>
                <a:latin typeface="Calibri" panose="020F0502020204030204" pitchFamily="34" charset="0"/>
                <a:sym typeface="Calibri" panose="020F0502020204030204" pitchFamily="34" charset="0"/>
              </a:rPr>
              <a:t>B</a:t>
            </a:r>
            <a:endParaRPr lang="zh-CN" altLang="en-US" sz="3200" b="1">
              <a:solidFill>
                <a:srgbClr val="000000"/>
              </a:solidFill>
              <a:latin typeface="Calibri" panose="020F0502020204030204" pitchFamily="34" charset="0"/>
              <a:sym typeface="宋体" panose="02010600030101010101" pitchFamily="2" charset="-122"/>
            </a:endParaRPr>
          </a:p>
        </p:txBody>
      </p:sp>
      <p:sp>
        <p:nvSpPr>
          <p:cNvPr id="49" name="文本框 16"/>
          <p:cNvSpPr>
            <a:spLocks noChangeArrowheads="1"/>
          </p:cNvSpPr>
          <p:nvPr/>
        </p:nvSpPr>
        <p:spPr bwMode="auto">
          <a:xfrm>
            <a:off x="1435392" y="4619359"/>
            <a:ext cx="1231427"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zh-CN" altLang="en-US"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第</a:t>
            </a:r>
            <a:r>
              <a:rPr lang="en-US" altLang="zh-CN"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0</a:t>
            </a:r>
            <a:r>
              <a:rPr lang="zh-CN" altLang="en-US"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层调用</a:t>
            </a:r>
          </a:p>
        </p:txBody>
      </p:sp>
      <p:sp>
        <p:nvSpPr>
          <p:cNvPr id="53" name="文本框 16"/>
          <p:cNvSpPr>
            <a:spLocks noChangeArrowheads="1"/>
          </p:cNvSpPr>
          <p:nvPr/>
        </p:nvSpPr>
        <p:spPr bwMode="auto">
          <a:xfrm>
            <a:off x="5531881" y="4663992"/>
            <a:ext cx="1231427"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zh-CN" altLang="en-US"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第</a:t>
            </a:r>
            <a:r>
              <a:rPr lang="en-US" altLang="zh-CN"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1</a:t>
            </a:r>
            <a:r>
              <a:rPr lang="zh-CN" altLang="en-US"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层调用</a:t>
            </a:r>
          </a:p>
        </p:txBody>
      </p:sp>
      <p:cxnSp>
        <p:nvCxnSpPr>
          <p:cNvPr id="55317" name="直接连接符 56"/>
          <p:cNvCxnSpPr>
            <a:cxnSpLocks noChangeShapeType="1"/>
          </p:cNvCxnSpPr>
          <p:nvPr/>
        </p:nvCxnSpPr>
        <p:spPr bwMode="auto">
          <a:xfrm flipV="1">
            <a:off x="4236789" y="1314451"/>
            <a:ext cx="0" cy="2670280"/>
          </a:xfrm>
          <a:prstGeom prst="line">
            <a:avLst/>
          </a:prstGeom>
          <a:noFill/>
          <a:ln w="19050" algn="ctr">
            <a:solidFill>
              <a:srgbClr val="7030A0"/>
            </a:solidFill>
            <a:round/>
          </a:ln>
        </p:spPr>
      </p:cxnSp>
      <p:cxnSp>
        <p:nvCxnSpPr>
          <p:cNvPr id="55318" name="直接箭头连接符 58"/>
          <p:cNvCxnSpPr>
            <a:cxnSpLocks noChangeShapeType="1"/>
          </p:cNvCxnSpPr>
          <p:nvPr/>
        </p:nvCxnSpPr>
        <p:spPr bwMode="auto">
          <a:xfrm>
            <a:off x="4226212" y="1295401"/>
            <a:ext cx="301720" cy="0"/>
          </a:xfrm>
          <a:prstGeom prst="straightConnector1">
            <a:avLst/>
          </a:prstGeom>
          <a:noFill/>
          <a:ln w="19050" algn="ctr">
            <a:solidFill>
              <a:srgbClr val="7030A0"/>
            </a:solidFill>
            <a:round/>
            <a:tailEnd type="triangle" w="med" len="med"/>
          </a:ln>
        </p:spPr>
      </p:cxnSp>
      <p:sp>
        <p:nvSpPr>
          <p:cNvPr id="55319" name="矩形 61"/>
          <p:cNvSpPr>
            <a:spLocks noChangeArrowheads="1"/>
          </p:cNvSpPr>
          <p:nvPr/>
        </p:nvSpPr>
        <p:spPr bwMode="auto">
          <a:xfrm>
            <a:off x="3808204" y="1155986"/>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3</a:t>
            </a:r>
            <a:endParaRPr lang="zh-CN" altLang="en-US" sz="2000" b="1" dirty="0">
              <a:solidFill>
                <a:srgbClr val="3333FF"/>
              </a:solidFill>
            </a:endParaRPr>
          </a:p>
        </p:txBody>
      </p:sp>
      <p:sp>
        <p:nvSpPr>
          <p:cNvPr id="55320" name="矩形 64"/>
          <p:cNvSpPr>
            <a:spLocks noChangeArrowheads="1"/>
          </p:cNvSpPr>
          <p:nvPr/>
        </p:nvSpPr>
        <p:spPr bwMode="auto">
          <a:xfrm>
            <a:off x="2293143" y="3408310"/>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2</a:t>
            </a:r>
            <a:endParaRPr lang="zh-CN" altLang="en-US" sz="2000" b="1" dirty="0">
              <a:solidFill>
                <a:srgbClr val="3333FF"/>
              </a:solidFill>
            </a:endParaRPr>
          </a:p>
        </p:txBody>
      </p:sp>
      <p:sp>
        <p:nvSpPr>
          <p:cNvPr id="55321" name="矩形 65"/>
          <p:cNvSpPr>
            <a:spLocks noChangeArrowheads="1"/>
          </p:cNvSpPr>
          <p:nvPr/>
        </p:nvSpPr>
        <p:spPr bwMode="auto">
          <a:xfrm>
            <a:off x="3811379" y="1446212"/>
            <a:ext cx="338554" cy="400110"/>
          </a:xfrm>
          <a:prstGeom prst="rect">
            <a:avLst/>
          </a:prstGeom>
          <a:noFill/>
          <a:ln w="9525">
            <a:noFill/>
            <a:miter lim="800000"/>
          </a:ln>
        </p:spPr>
        <p:txBody>
          <a:bodyPr wrap="none">
            <a:spAutoFit/>
          </a:bodyPr>
          <a:lstStyle/>
          <a:p>
            <a:pPr eaLnBrk="0" hangingPunct="0"/>
            <a:r>
              <a:rPr lang="en-US" altLang="zh-CN" sz="2000" b="1" i="1">
                <a:solidFill>
                  <a:srgbClr val="3333FF"/>
                </a:solidFill>
                <a:latin typeface="Courier New" panose="02070309020205020404" pitchFamily="49" charset="0"/>
                <a:ea typeface="楷体" panose="02010609060101010101" pitchFamily="49" charset="-122"/>
              </a:rPr>
              <a:t>A</a:t>
            </a:r>
            <a:endParaRPr lang="zh-CN" altLang="en-US" sz="2000" b="1">
              <a:solidFill>
                <a:srgbClr val="3333FF"/>
              </a:solidFill>
            </a:endParaRPr>
          </a:p>
        </p:txBody>
      </p:sp>
      <p:sp>
        <p:nvSpPr>
          <p:cNvPr id="55322" name="矩形 66"/>
          <p:cNvSpPr>
            <a:spLocks noChangeArrowheads="1"/>
          </p:cNvSpPr>
          <p:nvPr/>
        </p:nvSpPr>
        <p:spPr bwMode="auto">
          <a:xfrm>
            <a:off x="3811379" y="1968500"/>
            <a:ext cx="338554" cy="400110"/>
          </a:xfrm>
          <a:prstGeom prst="rect">
            <a:avLst/>
          </a:prstGeom>
          <a:noFill/>
          <a:ln w="9525">
            <a:noFill/>
            <a:miter lim="800000"/>
          </a:ln>
        </p:spPr>
        <p:txBody>
          <a:bodyPr wrap="none">
            <a:spAutoFit/>
          </a:bodyPr>
          <a:lstStyle/>
          <a:p>
            <a:pPr eaLnBrk="0" hangingPunct="0"/>
            <a:r>
              <a:rPr lang="en-US" altLang="zh-CN" sz="2000" b="1" i="1">
                <a:solidFill>
                  <a:srgbClr val="3333FF"/>
                </a:solidFill>
                <a:latin typeface="Courier New" panose="02070309020205020404" pitchFamily="49" charset="0"/>
                <a:ea typeface="楷体" panose="02010609060101010101" pitchFamily="49" charset="-122"/>
              </a:rPr>
              <a:t>C</a:t>
            </a:r>
            <a:endParaRPr lang="zh-CN" altLang="en-US" sz="2000" b="1">
              <a:solidFill>
                <a:srgbClr val="3333FF"/>
              </a:solidFill>
            </a:endParaRPr>
          </a:p>
        </p:txBody>
      </p:sp>
      <p:sp>
        <p:nvSpPr>
          <p:cNvPr id="55323" name="矩形 67"/>
          <p:cNvSpPr>
            <a:spLocks noChangeArrowheads="1"/>
          </p:cNvSpPr>
          <p:nvPr/>
        </p:nvSpPr>
        <p:spPr bwMode="auto">
          <a:xfrm>
            <a:off x="3811379" y="1706562"/>
            <a:ext cx="338554" cy="400110"/>
          </a:xfrm>
          <a:prstGeom prst="rect">
            <a:avLst/>
          </a:prstGeom>
          <a:noFill/>
          <a:ln w="9525">
            <a:noFill/>
            <a:miter lim="800000"/>
          </a:ln>
        </p:spPr>
        <p:txBody>
          <a:bodyPr wrap="none">
            <a:spAutoFit/>
          </a:bodyPr>
          <a:lstStyle/>
          <a:p>
            <a:pPr eaLnBrk="0" hangingPunct="0"/>
            <a:r>
              <a:rPr lang="en-US" altLang="zh-CN" sz="2000" b="1" i="1">
                <a:solidFill>
                  <a:srgbClr val="3333FF"/>
                </a:solidFill>
                <a:latin typeface="Courier New" panose="02070309020205020404" pitchFamily="49" charset="0"/>
                <a:ea typeface="楷体" panose="02010609060101010101" pitchFamily="49" charset="-122"/>
              </a:rPr>
              <a:t>B</a:t>
            </a:r>
            <a:endParaRPr lang="zh-CN" altLang="en-US" sz="2000" b="1">
              <a:solidFill>
                <a:srgbClr val="3333FF"/>
              </a:solidFill>
            </a:endParaRPr>
          </a:p>
        </p:txBody>
      </p:sp>
      <p:grpSp>
        <p:nvGrpSpPr>
          <p:cNvPr id="55324" name="Group 4"/>
          <p:cNvGrpSpPr>
            <a:grpSpLocks noChangeAspect="1"/>
          </p:cNvGrpSpPr>
          <p:nvPr/>
        </p:nvGrpSpPr>
        <p:grpSpPr bwMode="auto">
          <a:xfrm>
            <a:off x="3227179" y="1171575"/>
            <a:ext cx="841375" cy="1130300"/>
            <a:chOff x="1665" y="698"/>
            <a:chExt cx="530" cy="712"/>
          </a:xfrm>
        </p:grpSpPr>
        <p:sp>
          <p:nvSpPr>
            <p:cNvPr id="55398" name="AutoShape 3"/>
            <p:cNvSpPr>
              <a:spLocks noChangeAspect="1" noChangeArrowheads="1" noTextEdit="1"/>
            </p:cNvSpPr>
            <p:nvPr/>
          </p:nvSpPr>
          <p:spPr bwMode="auto">
            <a:xfrm>
              <a:off x="1665" y="698"/>
              <a:ext cx="530" cy="712"/>
            </a:xfrm>
            <a:prstGeom prst="rect">
              <a:avLst/>
            </a:prstGeom>
            <a:noFill/>
            <a:ln w="9525">
              <a:noFill/>
              <a:miter lim="800000"/>
            </a:ln>
          </p:spPr>
          <p:txBody>
            <a:bodyPr/>
            <a:lstStyle/>
            <a:p>
              <a:endParaRPr lang="zh-CN" altLang="en-US"/>
            </a:p>
          </p:txBody>
        </p:sp>
        <p:sp>
          <p:nvSpPr>
            <p:cNvPr id="55399" name="Freeform 9"/>
            <p:cNvSpPr>
              <a:spLocks noEditPoints="1"/>
            </p:cNvSpPr>
            <p:nvPr/>
          </p:nvSpPr>
          <p:spPr bwMode="auto">
            <a:xfrm>
              <a:off x="1679" y="809"/>
              <a:ext cx="430" cy="20"/>
            </a:xfrm>
            <a:custGeom>
              <a:avLst/>
              <a:gdLst>
                <a:gd name="T0" fmla="*/ 6 w 593"/>
                <a:gd name="T1" fmla="*/ 9 h 28"/>
                <a:gd name="T2" fmla="*/ 87 w 593"/>
                <a:gd name="T3" fmla="*/ 7 h 28"/>
                <a:gd name="T4" fmla="*/ 93 w 593"/>
                <a:gd name="T5" fmla="*/ 12 h 28"/>
                <a:gd name="T6" fmla="*/ 87 w 593"/>
                <a:gd name="T7" fmla="*/ 19 h 28"/>
                <a:gd name="T8" fmla="*/ 6 w 593"/>
                <a:gd name="T9" fmla="*/ 20 h 28"/>
                <a:gd name="T10" fmla="*/ 0 w 593"/>
                <a:gd name="T11" fmla="*/ 14 h 28"/>
                <a:gd name="T12" fmla="*/ 6 w 593"/>
                <a:gd name="T13" fmla="*/ 9 h 28"/>
                <a:gd name="T14" fmla="*/ 145 w 593"/>
                <a:gd name="T15" fmla="*/ 6 h 28"/>
                <a:gd name="T16" fmla="*/ 226 w 593"/>
                <a:gd name="T17" fmla="*/ 4 h 28"/>
                <a:gd name="T18" fmla="*/ 232 w 593"/>
                <a:gd name="T19" fmla="*/ 10 h 28"/>
                <a:gd name="T20" fmla="*/ 226 w 593"/>
                <a:gd name="T21" fmla="*/ 16 h 28"/>
                <a:gd name="T22" fmla="*/ 145 w 593"/>
                <a:gd name="T23" fmla="*/ 17 h 28"/>
                <a:gd name="T24" fmla="*/ 139 w 593"/>
                <a:gd name="T25" fmla="*/ 11 h 28"/>
                <a:gd name="T26" fmla="*/ 145 w 593"/>
                <a:gd name="T27" fmla="*/ 6 h 28"/>
                <a:gd name="T28" fmla="*/ 284 w 593"/>
                <a:gd name="T29" fmla="*/ 3 h 28"/>
                <a:gd name="T30" fmla="*/ 365 w 593"/>
                <a:gd name="T31" fmla="*/ 1 h 28"/>
                <a:gd name="T32" fmla="*/ 371 w 593"/>
                <a:gd name="T33" fmla="*/ 7 h 28"/>
                <a:gd name="T34" fmla="*/ 365 w 593"/>
                <a:gd name="T35" fmla="*/ 13 h 28"/>
                <a:gd name="T36" fmla="*/ 284 w 593"/>
                <a:gd name="T37" fmla="*/ 14 h 28"/>
                <a:gd name="T38" fmla="*/ 278 w 593"/>
                <a:gd name="T39" fmla="*/ 9 h 28"/>
                <a:gd name="T40" fmla="*/ 284 w 593"/>
                <a:gd name="T41" fmla="*/ 3 h 28"/>
                <a:gd name="T42" fmla="*/ 423 w 593"/>
                <a:gd name="T43" fmla="*/ 0 h 28"/>
                <a:gd name="T44" fmla="*/ 424 w 593"/>
                <a:gd name="T45" fmla="*/ 0 h 28"/>
                <a:gd name="T46" fmla="*/ 430 w 593"/>
                <a:gd name="T47" fmla="*/ 6 h 28"/>
                <a:gd name="T48" fmla="*/ 424 w 593"/>
                <a:gd name="T49" fmla="*/ 11 h 28"/>
                <a:gd name="T50" fmla="*/ 423 w 593"/>
                <a:gd name="T51" fmla="*/ 11 h 28"/>
                <a:gd name="T52" fmla="*/ 418 w 593"/>
                <a:gd name="T53" fmla="*/ 6 h 28"/>
                <a:gd name="T54" fmla="*/ 423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400" name="Freeform 10"/>
            <p:cNvSpPr/>
            <p:nvPr/>
          </p:nvSpPr>
          <p:spPr bwMode="auto">
            <a:xfrm>
              <a:off x="1685" y="797"/>
              <a:ext cx="26" cy="51"/>
            </a:xfrm>
            <a:custGeom>
              <a:avLst/>
              <a:gdLst>
                <a:gd name="T0" fmla="*/ 25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401" name="Rectangle 11"/>
            <p:cNvSpPr>
              <a:spLocks noChangeArrowheads="1"/>
            </p:cNvSpPr>
            <p:nvPr/>
          </p:nvSpPr>
          <p:spPr bwMode="auto">
            <a:xfrm>
              <a:off x="1770" y="739"/>
              <a:ext cx="248" cy="160"/>
            </a:xfrm>
            <a:prstGeom prst="rect">
              <a:avLst/>
            </a:prstGeom>
            <a:solidFill>
              <a:srgbClr val="FFFFFF"/>
            </a:solidFill>
            <a:ln w="9525">
              <a:noFill/>
              <a:miter lim="800000"/>
            </a:ln>
          </p:spPr>
          <p:txBody>
            <a:bodyPr/>
            <a:lstStyle/>
            <a:p>
              <a:pPr eaLnBrk="0" hangingPunct="0"/>
              <a:endParaRPr lang="zh-CN" altLang="en-US" sz="2000">
                <a:solidFill>
                  <a:srgbClr val="000000"/>
                </a:solidFill>
              </a:endParaRPr>
            </a:p>
          </p:txBody>
        </p:sp>
        <p:sp>
          <p:nvSpPr>
            <p:cNvPr id="55402" name="Rectangle 12"/>
            <p:cNvSpPr>
              <a:spLocks noChangeArrowheads="1"/>
            </p:cNvSpPr>
            <p:nvPr/>
          </p:nvSpPr>
          <p:spPr bwMode="auto">
            <a:xfrm>
              <a:off x="1750" y="713"/>
              <a:ext cx="291" cy="194"/>
            </a:xfrm>
            <a:prstGeom prst="rect">
              <a:avLst/>
            </a:prstGeom>
            <a:noFill/>
            <a:ln w="9525">
              <a:noFill/>
              <a:miter lim="800000"/>
            </a:ln>
          </p:spPr>
          <p:txBody>
            <a:bodyPr wrap="none" lIns="0" tIns="0" rIns="0" bIns="0">
              <a:spAutoFit/>
            </a:bodyPr>
            <a:lstStyle/>
            <a:p>
              <a:pPr eaLnBrk="0" hangingPunct="0"/>
              <a:r>
                <a:rPr lang="zh-CN" altLang="zh-CN" dirty="0">
                  <a:solidFill>
                    <a:srgbClr val="000000"/>
                  </a:solidFill>
                  <a:latin typeface="宋体" panose="02010600030101010101" pitchFamily="2" charset="-122"/>
                </a:rPr>
                <a:t>实参</a:t>
              </a:r>
              <a:endParaRPr lang="zh-CN" altLang="zh-CN" sz="2000" dirty="0">
                <a:solidFill>
                  <a:srgbClr val="000000"/>
                </a:solidFill>
              </a:endParaRPr>
            </a:p>
          </p:txBody>
        </p:sp>
        <p:sp>
          <p:nvSpPr>
            <p:cNvPr id="55403" name="Freeform 13"/>
            <p:cNvSpPr>
              <a:spLocks noEditPoints="1"/>
            </p:cNvSpPr>
            <p:nvPr/>
          </p:nvSpPr>
          <p:spPr bwMode="auto">
            <a:xfrm>
              <a:off x="1776" y="990"/>
              <a:ext cx="311" cy="12"/>
            </a:xfrm>
            <a:custGeom>
              <a:avLst/>
              <a:gdLst>
                <a:gd name="T0" fmla="*/ 6 w 429"/>
                <a:gd name="T1" fmla="*/ 0 h 16"/>
                <a:gd name="T2" fmla="*/ 87 w 429"/>
                <a:gd name="T3" fmla="*/ 0 h 16"/>
                <a:gd name="T4" fmla="*/ 93 w 429"/>
                <a:gd name="T5" fmla="*/ 6 h 16"/>
                <a:gd name="T6" fmla="*/ 87 w 429"/>
                <a:gd name="T7" fmla="*/ 12 h 16"/>
                <a:gd name="T8" fmla="*/ 6 w 429"/>
                <a:gd name="T9" fmla="*/ 12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2 h 16"/>
                <a:gd name="T22" fmla="*/ 145 w 429"/>
                <a:gd name="T23" fmla="*/ 12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2 h 16"/>
                <a:gd name="T36" fmla="*/ 284 w 429"/>
                <a:gd name="T37" fmla="*/ 12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404" name="Freeform 14"/>
            <p:cNvSpPr/>
            <p:nvPr/>
          </p:nvSpPr>
          <p:spPr bwMode="auto">
            <a:xfrm>
              <a:off x="1782" y="970"/>
              <a:ext cx="26" cy="51"/>
            </a:xfrm>
            <a:custGeom>
              <a:avLst/>
              <a:gdLst>
                <a:gd name="T0" fmla="*/ 26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405" name="Freeform 15"/>
            <p:cNvSpPr>
              <a:spLocks noEditPoints="1"/>
            </p:cNvSpPr>
            <p:nvPr/>
          </p:nvSpPr>
          <p:spPr bwMode="auto">
            <a:xfrm>
              <a:off x="1776" y="1163"/>
              <a:ext cx="311" cy="11"/>
            </a:xfrm>
            <a:custGeom>
              <a:avLst/>
              <a:gdLst>
                <a:gd name="T0" fmla="*/ 6 w 429"/>
                <a:gd name="T1" fmla="*/ 0 h 16"/>
                <a:gd name="T2" fmla="*/ 87 w 429"/>
                <a:gd name="T3" fmla="*/ 0 h 16"/>
                <a:gd name="T4" fmla="*/ 93 w 429"/>
                <a:gd name="T5" fmla="*/ 6 h 16"/>
                <a:gd name="T6" fmla="*/ 87 w 429"/>
                <a:gd name="T7" fmla="*/ 11 h 16"/>
                <a:gd name="T8" fmla="*/ 6 w 429"/>
                <a:gd name="T9" fmla="*/ 11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1 h 16"/>
                <a:gd name="T22" fmla="*/ 145 w 429"/>
                <a:gd name="T23" fmla="*/ 11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1 h 16"/>
                <a:gd name="T36" fmla="*/ 284 w 429"/>
                <a:gd name="T37" fmla="*/ 11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406" name="Freeform 16"/>
            <p:cNvSpPr/>
            <p:nvPr/>
          </p:nvSpPr>
          <p:spPr bwMode="auto">
            <a:xfrm>
              <a:off x="1782" y="1143"/>
              <a:ext cx="26" cy="51"/>
            </a:xfrm>
            <a:custGeom>
              <a:avLst/>
              <a:gdLst>
                <a:gd name="T0" fmla="*/ 26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407" name="Freeform 17"/>
            <p:cNvSpPr>
              <a:spLocks noEditPoints="1"/>
            </p:cNvSpPr>
            <p:nvPr/>
          </p:nvSpPr>
          <p:spPr bwMode="auto">
            <a:xfrm>
              <a:off x="1776" y="1313"/>
              <a:ext cx="311" cy="12"/>
            </a:xfrm>
            <a:custGeom>
              <a:avLst/>
              <a:gdLst>
                <a:gd name="T0" fmla="*/ 6 w 429"/>
                <a:gd name="T1" fmla="*/ 0 h 16"/>
                <a:gd name="T2" fmla="*/ 87 w 429"/>
                <a:gd name="T3" fmla="*/ 0 h 16"/>
                <a:gd name="T4" fmla="*/ 93 w 429"/>
                <a:gd name="T5" fmla="*/ 6 h 16"/>
                <a:gd name="T6" fmla="*/ 87 w 429"/>
                <a:gd name="T7" fmla="*/ 12 h 16"/>
                <a:gd name="T8" fmla="*/ 6 w 429"/>
                <a:gd name="T9" fmla="*/ 12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2 h 16"/>
                <a:gd name="T22" fmla="*/ 145 w 429"/>
                <a:gd name="T23" fmla="*/ 12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2 h 16"/>
                <a:gd name="T36" fmla="*/ 284 w 429"/>
                <a:gd name="T37" fmla="*/ 12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408" name="Freeform 18"/>
            <p:cNvSpPr/>
            <p:nvPr/>
          </p:nvSpPr>
          <p:spPr bwMode="auto">
            <a:xfrm>
              <a:off x="1782" y="1293"/>
              <a:ext cx="26" cy="52"/>
            </a:xfrm>
            <a:custGeom>
              <a:avLst/>
              <a:gdLst>
                <a:gd name="T0" fmla="*/ 26 w 26"/>
                <a:gd name="T1" fmla="*/ 0 h 52"/>
                <a:gd name="T2" fmla="*/ 0 w 26"/>
                <a:gd name="T3" fmla="*/ 26 h 52"/>
                <a:gd name="T4" fmla="*/ 26 w 26"/>
                <a:gd name="T5" fmla="*/ 52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grpSp>
      <p:grpSp>
        <p:nvGrpSpPr>
          <p:cNvPr id="55328" name="组合 117"/>
          <p:cNvGrpSpPr/>
          <p:nvPr/>
        </p:nvGrpSpPr>
        <p:grpSpPr bwMode="auto">
          <a:xfrm>
            <a:off x="7084975" y="1142207"/>
            <a:ext cx="841375" cy="1130300"/>
            <a:chOff x="7622548" y="2841221"/>
            <a:chExt cx="841375" cy="1130300"/>
          </a:xfrm>
        </p:grpSpPr>
        <p:sp>
          <p:nvSpPr>
            <p:cNvPr id="55387" name="AutoShape 3"/>
            <p:cNvSpPr>
              <a:spLocks noChangeAspect="1" noChangeArrowheads="1" noTextEdit="1"/>
            </p:cNvSpPr>
            <p:nvPr/>
          </p:nvSpPr>
          <p:spPr bwMode="auto">
            <a:xfrm>
              <a:off x="7622548" y="2841221"/>
              <a:ext cx="841375" cy="1130300"/>
            </a:xfrm>
            <a:prstGeom prst="rect">
              <a:avLst/>
            </a:prstGeom>
            <a:noFill/>
            <a:ln w="9525">
              <a:noFill/>
              <a:miter lim="800000"/>
            </a:ln>
          </p:spPr>
          <p:txBody>
            <a:bodyPr/>
            <a:lstStyle/>
            <a:p>
              <a:endParaRPr lang="zh-CN" altLang="en-US"/>
            </a:p>
          </p:txBody>
        </p:sp>
        <p:sp>
          <p:nvSpPr>
            <p:cNvPr id="55388" name="Freeform 9"/>
            <p:cNvSpPr>
              <a:spLocks noEditPoints="1"/>
            </p:cNvSpPr>
            <p:nvPr/>
          </p:nvSpPr>
          <p:spPr bwMode="auto">
            <a:xfrm>
              <a:off x="7644773" y="3017434"/>
              <a:ext cx="682625" cy="31750"/>
            </a:xfrm>
            <a:custGeom>
              <a:avLst/>
              <a:gdLst>
                <a:gd name="T0" fmla="*/ 9209 w 593"/>
                <a:gd name="T1" fmla="*/ 13607 h 28"/>
                <a:gd name="T2" fmla="*/ 138137 w 593"/>
                <a:gd name="T3" fmla="*/ 11339 h 28"/>
                <a:gd name="T4" fmla="*/ 147346 w 593"/>
                <a:gd name="T5" fmla="*/ 19277 h 28"/>
                <a:gd name="T6" fmla="*/ 138137 w 593"/>
                <a:gd name="T7" fmla="*/ 29482 h 28"/>
                <a:gd name="T8" fmla="*/ 9209 w 593"/>
                <a:gd name="T9" fmla="*/ 31750 h 28"/>
                <a:gd name="T10" fmla="*/ 0 w 593"/>
                <a:gd name="T11" fmla="*/ 22679 h 28"/>
                <a:gd name="T12" fmla="*/ 9209 w 593"/>
                <a:gd name="T13" fmla="*/ 13607 h 28"/>
                <a:gd name="T14" fmla="*/ 230228 w 593"/>
                <a:gd name="T15" fmla="*/ 9071 h 28"/>
                <a:gd name="T16" fmla="*/ 359155 w 593"/>
                <a:gd name="T17" fmla="*/ 6804 h 28"/>
                <a:gd name="T18" fmla="*/ 368364 w 593"/>
                <a:gd name="T19" fmla="*/ 15875 h 28"/>
                <a:gd name="T20" fmla="*/ 359155 w 593"/>
                <a:gd name="T21" fmla="*/ 24946 h 28"/>
                <a:gd name="T22" fmla="*/ 230228 w 593"/>
                <a:gd name="T23" fmla="*/ 27214 h 28"/>
                <a:gd name="T24" fmla="*/ 221019 w 593"/>
                <a:gd name="T25" fmla="*/ 18143 h 28"/>
                <a:gd name="T26" fmla="*/ 230228 w 593"/>
                <a:gd name="T27" fmla="*/ 9071 h 28"/>
                <a:gd name="T28" fmla="*/ 451246 w 593"/>
                <a:gd name="T29" fmla="*/ 4536 h 28"/>
                <a:gd name="T30" fmla="*/ 580174 w 593"/>
                <a:gd name="T31" fmla="*/ 2268 h 28"/>
                <a:gd name="T32" fmla="*/ 589383 w 593"/>
                <a:gd name="T33" fmla="*/ 11339 h 28"/>
                <a:gd name="T34" fmla="*/ 580174 w 593"/>
                <a:gd name="T35" fmla="*/ 20411 h 28"/>
                <a:gd name="T36" fmla="*/ 451246 w 593"/>
                <a:gd name="T37" fmla="*/ 22679 h 28"/>
                <a:gd name="T38" fmla="*/ 442037 w 593"/>
                <a:gd name="T39" fmla="*/ 13607 h 28"/>
                <a:gd name="T40" fmla="*/ 451246 w 593"/>
                <a:gd name="T41" fmla="*/ 4536 h 28"/>
                <a:gd name="T42" fmla="*/ 672265 w 593"/>
                <a:gd name="T43" fmla="*/ 0 h 28"/>
                <a:gd name="T44" fmla="*/ 673416 w 593"/>
                <a:gd name="T45" fmla="*/ 0 h 28"/>
                <a:gd name="T46" fmla="*/ 682625 w 593"/>
                <a:gd name="T47" fmla="*/ 9071 h 28"/>
                <a:gd name="T48" fmla="*/ 673416 w 593"/>
                <a:gd name="T49" fmla="*/ 18143 h 28"/>
                <a:gd name="T50" fmla="*/ 672265 w 593"/>
                <a:gd name="T51" fmla="*/ 18143 h 28"/>
                <a:gd name="T52" fmla="*/ 663056 w 593"/>
                <a:gd name="T53" fmla="*/ 10205 h 28"/>
                <a:gd name="T54" fmla="*/ 672265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389" name="Freeform 10"/>
            <p:cNvSpPr/>
            <p:nvPr/>
          </p:nvSpPr>
          <p:spPr bwMode="auto">
            <a:xfrm>
              <a:off x="7654298" y="2998384"/>
              <a:ext cx="41275" cy="80963"/>
            </a:xfrm>
            <a:custGeom>
              <a:avLst/>
              <a:gdLst>
                <a:gd name="T0" fmla="*/ 39688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390" name="Rectangle 11"/>
            <p:cNvSpPr>
              <a:spLocks noChangeArrowheads="1"/>
            </p:cNvSpPr>
            <p:nvPr/>
          </p:nvSpPr>
          <p:spPr bwMode="auto">
            <a:xfrm>
              <a:off x="7789236" y="2906309"/>
              <a:ext cx="393700" cy="254000"/>
            </a:xfrm>
            <a:prstGeom prst="rect">
              <a:avLst/>
            </a:prstGeom>
            <a:solidFill>
              <a:srgbClr val="FFFFFF"/>
            </a:solidFill>
            <a:ln w="9525">
              <a:noFill/>
              <a:miter lim="800000"/>
            </a:ln>
          </p:spPr>
          <p:txBody>
            <a:bodyPr/>
            <a:lstStyle/>
            <a:p>
              <a:pPr eaLnBrk="0" hangingPunct="0"/>
              <a:endParaRPr lang="zh-CN" altLang="en-US" sz="2000">
                <a:solidFill>
                  <a:srgbClr val="000000"/>
                </a:solidFill>
              </a:endParaRPr>
            </a:p>
          </p:txBody>
        </p:sp>
        <p:sp>
          <p:nvSpPr>
            <p:cNvPr id="55391" name="Rectangle 12"/>
            <p:cNvSpPr>
              <a:spLocks noChangeArrowheads="1"/>
            </p:cNvSpPr>
            <p:nvPr/>
          </p:nvSpPr>
          <p:spPr bwMode="auto">
            <a:xfrm>
              <a:off x="7789236" y="2865607"/>
              <a:ext cx="461665" cy="307777"/>
            </a:xfrm>
            <a:prstGeom prst="rect">
              <a:avLst/>
            </a:prstGeom>
            <a:noFill/>
            <a:ln w="9525">
              <a:noFill/>
              <a:miter lim="800000"/>
            </a:ln>
          </p:spPr>
          <p:txBody>
            <a:bodyPr wrap="none" lIns="0" tIns="0" rIns="0" bIns="0">
              <a:spAutoFit/>
            </a:bodyPr>
            <a:lstStyle/>
            <a:p>
              <a:pPr eaLnBrk="0" hangingPunct="0"/>
              <a:r>
                <a:rPr lang="zh-CN" altLang="zh-CN" dirty="0">
                  <a:solidFill>
                    <a:srgbClr val="000000"/>
                  </a:solidFill>
                  <a:latin typeface="宋体" panose="02010600030101010101" pitchFamily="2" charset="-122"/>
                </a:rPr>
                <a:t>实参</a:t>
              </a:r>
              <a:endParaRPr lang="zh-CN" altLang="zh-CN" sz="2000" dirty="0">
                <a:solidFill>
                  <a:srgbClr val="000000"/>
                </a:solidFill>
              </a:endParaRPr>
            </a:p>
          </p:txBody>
        </p:sp>
        <p:sp>
          <p:nvSpPr>
            <p:cNvPr id="55392" name="Freeform 13"/>
            <p:cNvSpPr>
              <a:spLocks noEditPoints="1"/>
            </p:cNvSpPr>
            <p:nvPr/>
          </p:nvSpPr>
          <p:spPr bwMode="auto">
            <a:xfrm>
              <a:off x="7798761" y="3304771"/>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393" name="Freeform 14"/>
            <p:cNvSpPr/>
            <p:nvPr/>
          </p:nvSpPr>
          <p:spPr bwMode="auto">
            <a:xfrm>
              <a:off x="7808286" y="3273021"/>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394" name="Freeform 15"/>
            <p:cNvSpPr>
              <a:spLocks noEditPoints="1"/>
            </p:cNvSpPr>
            <p:nvPr/>
          </p:nvSpPr>
          <p:spPr bwMode="auto">
            <a:xfrm>
              <a:off x="7798761" y="3579409"/>
              <a:ext cx="493713" cy="17463"/>
            </a:xfrm>
            <a:custGeom>
              <a:avLst/>
              <a:gdLst>
                <a:gd name="T0" fmla="*/ 9207 w 429"/>
                <a:gd name="T1" fmla="*/ 0 h 16"/>
                <a:gd name="T2" fmla="*/ 138102 w 429"/>
                <a:gd name="T3" fmla="*/ 0 h 16"/>
                <a:gd name="T4" fmla="*/ 147308 w 429"/>
                <a:gd name="T5" fmla="*/ 8732 h 16"/>
                <a:gd name="T6" fmla="*/ 138102 w 429"/>
                <a:gd name="T7" fmla="*/ 17463 h 16"/>
                <a:gd name="T8" fmla="*/ 9207 w 429"/>
                <a:gd name="T9" fmla="*/ 17463 h 16"/>
                <a:gd name="T10" fmla="*/ 0 w 429"/>
                <a:gd name="T11" fmla="*/ 8732 h 16"/>
                <a:gd name="T12" fmla="*/ 9207 w 429"/>
                <a:gd name="T13" fmla="*/ 0 h 16"/>
                <a:gd name="T14" fmla="*/ 230169 w 429"/>
                <a:gd name="T15" fmla="*/ 0 h 16"/>
                <a:gd name="T16" fmla="*/ 359064 w 429"/>
                <a:gd name="T17" fmla="*/ 0 h 16"/>
                <a:gd name="T18" fmla="*/ 368271 w 429"/>
                <a:gd name="T19" fmla="*/ 8732 h 16"/>
                <a:gd name="T20" fmla="*/ 359064 w 429"/>
                <a:gd name="T21" fmla="*/ 17463 h 16"/>
                <a:gd name="T22" fmla="*/ 230169 w 429"/>
                <a:gd name="T23" fmla="*/ 17463 h 16"/>
                <a:gd name="T24" fmla="*/ 220962 w 429"/>
                <a:gd name="T25" fmla="*/ 8732 h 16"/>
                <a:gd name="T26" fmla="*/ 230169 w 429"/>
                <a:gd name="T27" fmla="*/ 0 h 16"/>
                <a:gd name="T28" fmla="*/ 451132 w 429"/>
                <a:gd name="T29" fmla="*/ 0 h 16"/>
                <a:gd name="T30" fmla="*/ 484506 w 429"/>
                <a:gd name="T31" fmla="*/ 0 h 16"/>
                <a:gd name="T32" fmla="*/ 493713 w 429"/>
                <a:gd name="T33" fmla="*/ 8732 h 16"/>
                <a:gd name="T34" fmla="*/ 484506 w 429"/>
                <a:gd name="T35" fmla="*/ 17463 h 16"/>
                <a:gd name="T36" fmla="*/ 451132 w 429"/>
                <a:gd name="T37" fmla="*/ 17463 h 16"/>
                <a:gd name="T38" fmla="*/ 441925 w 429"/>
                <a:gd name="T39" fmla="*/ 8732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395" name="Freeform 16"/>
            <p:cNvSpPr/>
            <p:nvPr/>
          </p:nvSpPr>
          <p:spPr bwMode="auto">
            <a:xfrm>
              <a:off x="7808286" y="3547659"/>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396" name="Freeform 17"/>
            <p:cNvSpPr>
              <a:spLocks noEditPoints="1"/>
            </p:cNvSpPr>
            <p:nvPr/>
          </p:nvSpPr>
          <p:spPr bwMode="auto">
            <a:xfrm>
              <a:off x="7798761" y="3817534"/>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397" name="Freeform 18"/>
            <p:cNvSpPr/>
            <p:nvPr/>
          </p:nvSpPr>
          <p:spPr bwMode="auto">
            <a:xfrm>
              <a:off x="7808286" y="3785784"/>
              <a:ext cx="41275" cy="82550"/>
            </a:xfrm>
            <a:custGeom>
              <a:avLst/>
              <a:gdLst>
                <a:gd name="T0" fmla="*/ 41275 w 26"/>
                <a:gd name="T1" fmla="*/ 0 h 52"/>
                <a:gd name="T2" fmla="*/ 0 w 26"/>
                <a:gd name="T3" fmla="*/ 41275 h 52"/>
                <a:gd name="T4" fmla="*/ 41275 w 26"/>
                <a:gd name="T5" fmla="*/ 82550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grpSp>
      <p:sp>
        <p:nvSpPr>
          <p:cNvPr id="55329" name="AutoShape 3"/>
          <p:cNvSpPr>
            <a:spLocks noChangeAspect="1" noChangeArrowheads="1" noTextEdit="1"/>
          </p:cNvSpPr>
          <p:nvPr/>
        </p:nvSpPr>
        <p:spPr bwMode="auto">
          <a:xfrm>
            <a:off x="7770814" y="149225"/>
            <a:ext cx="841375" cy="1130300"/>
          </a:xfrm>
          <a:prstGeom prst="rect">
            <a:avLst/>
          </a:prstGeom>
          <a:noFill/>
          <a:ln w="9525">
            <a:noFill/>
            <a:miter lim="800000"/>
          </a:ln>
        </p:spPr>
        <p:txBody>
          <a:bodyPr/>
          <a:lstStyle/>
          <a:p>
            <a:endParaRPr lang="zh-CN" altLang="en-US"/>
          </a:p>
        </p:txBody>
      </p:sp>
      <p:cxnSp>
        <p:nvCxnSpPr>
          <p:cNvPr id="55330" name="直接连接符 84"/>
          <p:cNvCxnSpPr>
            <a:cxnSpLocks noChangeShapeType="1"/>
          </p:cNvCxnSpPr>
          <p:nvPr/>
        </p:nvCxnSpPr>
        <p:spPr bwMode="auto">
          <a:xfrm>
            <a:off x="1318069" y="3984731"/>
            <a:ext cx="2918720" cy="0"/>
          </a:xfrm>
          <a:prstGeom prst="line">
            <a:avLst/>
          </a:prstGeom>
          <a:noFill/>
          <a:ln w="19050" algn="ctr">
            <a:solidFill>
              <a:srgbClr val="7030A0"/>
            </a:solidFill>
            <a:round/>
          </a:ln>
        </p:spPr>
      </p:cxnSp>
      <p:grpSp>
        <p:nvGrpSpPr>
          <p:cNvPr id="8" name="组合 7">
            <a:extLst>
              <a:ext uri="{FF2B5EF4-FFF2-40B4-BE49-F238E27FC236}">
                <a16:creationId xmlns:a16="http://schemas.microsoft.com/office/drawing/2014/main" id="{9D8F16DA-F106-468F-BA9C-AF868FEC0FFE}"/>
              </a:ext>
            </a:extLst>
          </p:cNvPr>
          <p:cNvGrpSpPr/>
          <p:nvPr/>
        </p:nvGrpSpPr>
        <p:grpSpPr>
          <a:xfrm>
            <a:off x="7481667" y="5262991"/>
            <a:ext cx="3773810" cy="509588"/>
            <a:chOff x="8021238" y="2910327"/>
            <a:chExt cx="3773810" cy="509588"/>
          </a:xfrm>
        </p:grpSpPr>
        <p:grpSp>
          <p:nvGrpSpPr>
            <p:cNvPr id="55347" name="组合 24"/>
            <p:cNvGrpSpPr/>
            <p:nvPr/>
          </p:nvGrpSpPr>
          <p:grpSpPr bwMode="auto">
            <a:xfrm>
              <a:off x="9418562" y="2910327"/>
              <a:ext cx="2295525" cy="471488"/>
              <a:chOff x="6713677" y="5355853"/>
              <a:chExt cx="2295992" cy="471395"/>
            </a:xfrm>
          </p:grpSpPr>
          <p:sp>
            <p:nvSpPr>
              <p:cNvPr id="55385" name="直接连接符 6"/>
              <p:cNvSpPr>
                <a:spLocks noChangeShapeType="1"/>
              </p:cNvSpPr>
              <p:nvPr/>
            </p:nvSpPr>
            <p:spPr bwMode="auto">
              <a:xfrm>
                <a:off x="6713677" y="5355853"/>
                <a:ext cx="2295992" cy="0"/>
              </a:xfrm>
              <a:prstGeom prst="line">
                <a:avLst/>
              </a:prstGeom>
              <a:noFill/>
              <a:ln w="63500">
                <a:solidFill>
                  <a:schemeClr val="tx1"/>
                </a:solidFill>
                <a:miter lim="800000"/>
              </a:ln>
            </p:spPr>
            <p:txBody>
              <a:bodyPr/>
              <a:lstStyle/>
              <a:p>
                <a:endParaRPr lang="zh-CN" altLang="en-US"/>
              </a:p>
            </p:txBody>
          </p:sp>
          <p:sp>
            <p:nvSpPr>
              <p:cNvPr id="55386" name="直接连接符 11"/>
              <p:cNvSpPr>
                <a:spLocks noChangeShapeType="1"/>
              </p:cNvSpPr>
              <p:nvPr/>
            </p:nvSpPr>
            <p:spPr bwMode="auto">
              <a:xfrm>
                <a:off x="7185566" y="5355853"/>
                <a:ext cx="0" cy="471395"/>
              </a:xfrm>
              <a:prstGeom prst="line">
                <a:avLst/>
              </a:prstGeom>
              <a:noFill/>
              <a:ln w="19050">
                <a:solidFill>
                  <a:schemeClr val="tx1"/>
                </a:solidFill>
                <a:prstDash val="dash"/>
                <a:miter lim="800000"/>
              </a:ln>
            </p:spPr>
            <p:txBody>
              <a:bodyPr/>
              <a:lstStyle/>
              <a:p>
                <a:endParaRPr lang="zh-CN" altLang="en-US"/>
              </a:p>
            </p:txBody>
          </p:sp>
        </p:grpSp>
        <p:sp>
          <p:nvSpPr>
            <p:cNvPr id="55356" name="矩形 129"/>
            <p:cNvSpPr>
              <a:spLocks noChangeArrowheads="1"/>
            </p:cNvSpPr>
            <p:nvPr/>
          </p:nvSpPr>
          <p:spPr bwMode="auto">
            <a:xfrm>
              <a:off x="9197898" y="3019865"/>
              <a:ext cx="2597150" cy="400050"/>
            </a:xfrm>
            <a:prstGeom prst="rect">
              <a:avLst/>
            </a:prstGeom>
            <a:noFill/>
            <a:ln w="9525">
              <a:noFill/>
              <a:miter lim="800000"/>
            </a:ln>
          </p:spPr>
          <p:txBody>
            <a:bodyPr>
              <a:spAutoFit/>
            </a:bodyPr>
            <a:lstStyle/>
            <a:p>
              <a:pPr algn="just" eaLnBrk="0" hangingPunct="0"/>
              <a:r>
                <a:rPr lang="en-US" altLang="zh-CN" sz="2000" b="1" i="1" dirty="0">
                  <a:solidFill>
                    <a:srgbClr val="3333FF"/>
                  </a:solidFill>
                  <a:latin typeface="Courier New" panose="02070309020205020404" pitchFamily="49" charset="0"/>
                </a:rPr>
                <a:t>     2, A, C, B</a:t>
              </a:r>
            </a:p>
          </p:txBody>
        </p:sp>
        <p:sp>
          <p:nvSpPr>
            <p:cNvPr id="114" name="文本框 16"/>
            <p:cNvSpPr>
              <a:spLocks noChangeArrowheads="1"/>
            </p:cNvSpPr>
            <p:nvPr/>
          </p:nvSpPr>
          <p:spPr bwMode="auto">
            <a:xfrm>
              <a:off x="8021238" y="2974196"/>
              <a:ext cx="1433406" cy="400110"/>
            </a:xfrm>
            <a:prstGeom prst="rect">
              <a:avLst/>
            </a:prstGeom>
            <a:noFill/>
            <a:ln w="12700">
              <a:noFill/>
              <a:miter lim="800000"/>
            </a:ln>
          </p:spPr>
          <p:txBody>
            <a:bodyPr wrap="none">
              <a:spAutoFit/>
            </a:bodyPr>
            <a:lstStyle/>
            <a:p>
              <a:pPr>
                <a:buFont typeface="Arial" panose="020B0604020202020204" pitchFamily="34" charset="0"/>
                <a:buNone/>
              </a:pPr>
              <a:r>
                <a:rPr lang="zh-CN" altLang="en-US" sz="2000" b="1" dirty="0">
                  <a:solidFill>
                    <a:srgbClr val="7030A0"/>
                  </a:solidFill>
                  <a:latin typeface="Calibri" panose="020F0502020204030204" pitchFamily="34" charset="0"/>
                  <a:sym typeface="宋体" panose="02010600030101010101" pitchFamily="2" charset="-122"/>
                </a:rPr>
                <a:t>第</a:t>
              </a:r>
              <a:r>
                <a:rPr lang="en-US" altLang="zh-CN" sz="2000" b="1" dirty="0">
                  <a:solidFill>
                    <a:srgbClr val="7030A0"/>
                  </a:solidFill>
                  <a:latin typeface="Calibri" panose="020F0502020204030204" pitchFamily="34" charset="0"/>
                  <a:sym typeface="宋体" panose="02010600030101010101" pitchFamily="2" charset="-122"/>
                </a:rPr>
                <a:t>1</a:t>
              </a:r>
              <a:r>
                <a:rPr lang="zh-CN" altLang="en-US" sz="2000" b="1" dirty="0">
                  <a:solidFill>
                    <a:srgbClr val="7030A0"/>
                  </a:solidFill>
                  <a:latin typeface="Calibri" panose="020F0502020204030204" pitchFamily="34" charset="0"/>
                  <a:sym typeface="宋体" panose="02010600030101010101" pitchFamily="2" charset="-122"/>
                </a:rPr>
                <a:t>层</a:t>
              </a:r>
              <a:r>
                <a:rPr lang="en-US" altLang="zh-CN" sz="2000" b="1" dirty="0" err="1">
                  <a:solidFill>
                    <a:srgbClr val="7030A0"/>
                  </a:solidFill>
                  <a:latin typeface="Calibri" panose="020F0502020204030204" pitchFamily="34" charset="0"/>
                  <a:sym typeface="宋体" panose="02010600030101010101" pitchFamily="2" charset="-122"/>
                </a:rPr>
                <a:t>hanoi</a:t>
              </a:r>
              <a:endParaRPr lang="zh-CN" altLang="en-US" sz="2000" b="1" dirty="0">
                <a:solidFill>
                  <a:srgbClr val="7030A0"/>
                </a:solidFill>
                <a:latin typeface="Calibri" panose="020F0502020204030204" pitchFamily="34" charset="0"/>
                <a:sym typeface="宋体" panose="02010600030101010101" pitchFamily="2" charset="-122"/>
              </a:endParaRPr>
            </a:p>
          </p:txBody>
        </p:sp>
      </p:grpSp>
      <p:grpSp>
        <p:nvGrpSpPr>
          <p:cNvPr id="7" name="组合 6">
            <a:extLst>
              <a:ext uri="{FF2B5EF4-FFF2-40B4-BE49-F238E27FC236}">
                <a16:creationId xmlns:a16="http://schemas.microsoft.com/office/drawing/2014/main" id="{12499804-4551-4123-86C3-A4D24D6280FC}"/>
              </a:ext>
            </a:extLst>
          </p:cNvPr>
          <p:cNvGrpSpPr/>
          <p:nvPr/>
        </p:nvGrpSpPr>
        <p:grpSpPr>
          <a:xfrm>
            <a:off x="7481667" y="4561242"/>
            <a:ext cx="3748410" cy="2130275"/>
            <a:chOff x="6840215" y="4393316"/>
            <a:chExt cx="3748410" cy="2130275"/>
          </a:xfrm>
        </p:grpSpPr>
        <p:sp>
          <p:nvSpPr>
            <p:cNvPr id="55348" name="直接连接符 6"/>
            <p:cNvSpPr>
              <a:spLocks noChangeShapeType="1"/>
            </p:cNvSpPr>
            <p:nvPr/>
          </p:nvSpPr>
          <p:spPr bwMode="auto">
            <a:xfrm>
              <a:off x="8239126" y="6501515"/>
              <a:ext cx="2297113" cy="0"/>
            </a:xfrm>
            <a:prstGeom prst="line">
              <a:avLst/>
            </a:prstGeom>
            <a:noFill/>
            <a:ln w="63500">
              <a:solidFill>
                <a:schemeClr val="tx1"/>
              </a:solidFill>
              <a:miter lim="800000"/>
            </a:ln>
          </p:spPr>
          <p:txBody>
            <a:bodyPr/>
            <a:lstStyle/>
            <a:p>
              <a:endParaRPr lang="zh-CN" altLang="en-US"/>
            </a:p>
          </p:txBody>
        </p:sp>
        <p:sp>
          <p:nvSpPr>
            <p:cNvPr id="55349" name="直接连接符 11"/>
            <p:cNvSpPr>
              <a:spLocks noChangeShapeType="1"/>
            </p:cNvSpPr>
            <p:nvPr/>
          </p:nvSpPr>
          <p:spPr bwMode="auto">
            <a:xfrm flipH="1">
              <a:off x="8224838" y="4393316"/>
              <a:ext cx="14287" cy="2130275"/>
            </a:xfrm>
            <a:prstGeom prst="line">
              <a:avLst/>
            </a:prstGeom>
            <a:noFill/>
            <a:ln w="63500">
              <a:solidFill>
                <a:schemeClr val="tx1"/>
              </a:solidFill>
              <a:miter lim="800000"/>
            </a:ln>
          </p:spPr>
          <p:txBody>
            <a:bodyPr/>
            <a:lstStyle/>
            <a:p>
              <a:endParaRPr lang="zh-CN" altLang="en-US"/>
            </a:p>
          </p:txBody>
        </p:sp>
        <p:sp>
          <p:nvSpPr>
            <p:cNvPr id="55350" name="直接连接符 12"/>
            <p:cNvSpPr>
              <a:spLocks noChangeShapeType="1"/>
            </p:cNvSpPr>
            <p:nvPr/>
          </p:nvSpPr>
          <p:spPr bwMode="auto">
            <a:xfrm>
              <a:off x="10536238" y="4393316"/>
              <a:ext cx="0" cy="2130275"/>
            </a:xfrm>
            <a:prstGeom prst="line">
              <a:avLst/>
            </a:prstGeom>
            <a:noFill/>
            <a:ln w="63500">
              <a:solidFill>
                <a:schemeClr val="tx1"/>
              </a:solidFill>
              <a:miter lim="800000"/>
            </a:ln>
          </p:spPr>
          <p:txBody>
            <a:bodyPr/>
            <a:lstStyle/>
            <a:p>
              <a:endParaRPr lang="zh-CN" altLang="en-US"/>
            </a:p>
          </p:txBody>
        </p:sp>
        <p:sp>
          <p:nvSpPr>
            <p:cNvPr id="55351" name="矩形 187"/>
            <p:cNvSpPr>
              <a:spLocks noChangeArrowheads="1"/>
            </p:cNvSpPr>
            <p:nvPr/>
          </p:nvSpPr>
          <p:spPr bwMode="auto">
            <a:xfrm>
              <a:off x="7991475" y="5622040"/>
              <a:ext cx="2597150" cy="400110"/>
            </a:xfrm>
            <a:prstGeom prst="rect">
              <a:avLst/>
            </a:prstGeom>
            <a:noFill/>
            <a:ln w="9525">
              <a:noFill/>
              <a:miter lim="800000"/>
            </a:ln>
          </p:spPr>
          <p:txBody>
            <a:bodyPr>
              <a:spAutoFit/>
            </a:bodyPr>
            <a:lstStyle/>
            <a:p>
              <a:pPr algn="just" eaLnBrk="0" hangingPunct="0"/>
              <a:r>
                <a:rPr lang="en-US" altLang="zh-CN" sz="2000" b="1" i="1" dirty="0">
                  <a:solidFill>
                    <a:srgbClr val="3333FF"/>
                  </a:solidFill>
                  <a:latin typeface="Courier New" panose="02070309020205020404" pitchFamily="49" charset="0"/>
                </a:rPr>
                <a:t> </a:t>
              </a:r>
              <a:r>
                <a:rPr lang="en-US" altLang="zh-CN" sz="2000" b="1" i="1" dirty="0">
                  <a:solidFill>
                    <a:srgbClr val="FF0000"/>
                  </a:solidFill>
                  <a:latin typeface="Courier New" panose="02070309020205020404" pitchFamily="49" charset="0"/>
                </a:rPr>
                <a:t>i+1</a:t>
              </a:r>
              <a:r>
                <a:rPr lang="en-US" altLang="zh-CN" sz="2000" b="1" i="1" dirty="0">
                  <a:solidFill>
                    <a:srgbClr val="3333FF"/>
                  </a:solidFill>
                  <a:latin typeface="Courier New" panose="02070309020205020404" pitchFamily="49" charset="0"/>
                </a:rPr>
                <a:t> 3, A, B, C</a:t>
              </a:r>
            </a:p>
          </p:txBody>
        </p:sp>
        <p:sp>
          <p:nvSpPr>
            <p:cNvPr id="55352" name="直接连接符 6"/>
            <p:cNvSpPr>
              <a:spLocks noChangeShapeType="1"/>
            </p:cNvSpPr>
            <p:nvPr/>
          </p:nvSpPr>
          <p:spPr bwMode="auto">
            <a:xfrm>
              <a:off x="8239126" y="5596640"/>
              <a:ext cx="2297113" cy="0"/>
            </a:xfrm>
            <a:prstGeom prst="line">
              <a:avLst/>
            </a:prstGeom>
            <a:noFill/>
            <a:ln w="63500">
              <a:solidFill>
                <a:schemeClr val="tx1"/>
              </a:solidFill>
              <a:miter lim="800000"/>
            </a:ln>
          </p:spPr>
          <p:txBody>
            <a:bodyPr/>
            <a:lstStyle/>
            <a:p>
              <a:endParaRPr lang="zh-CN" altLang="en-US"/>
            </a:p>
          </p:txBody>
        </p:sp>
        <p:sp>
          <p:nvSpPr>
            <p:cNvPr id="55353" name="直接连接符 11"/>
            <p:cNvSpPr>
              <a:spLocks noChangeShapeType="1"/>
            </p:cNvSpPr>
            <p:nvPr/>
          </p:nvSpPr>
          <p:spPr bwMode="auto">
            <a:xfrm>
              <a:off x="8710613" y="5596641"/>
              <a:ext cx="0" cy="471487"/>
            </a:xfrm>
            <a:prstGeom prst="line">
              <a:avLst/>
            </a:prstGeom>
            <a:noFill/>
            <a:ln w="19050">
              <a:solidFill>
                <a:schemeClr val="tx1"/>
              </a:solidFill>
              <a:prstDash val="dash"/>
              <a:miter lim="800000"/>
            </a:ln>
          </p:spPr>
          <p:txBody>
            <a:bodyPr/>
            <a:lstStyle/>
            <a:p>
              <a:endParaRPr lang="zh-CN" altLang="en-US"/>
            </a:p>
          </p:txBody>
        </p:sp>
        <p:sp>
          <p:nvSpPr>
            <p:cNvPr id="115" name="文本框 16"/>
            <p:cNvSpPr>
              <a:spLocks noChangeArrowheads="1"/>
            </p:cNvSpPr>
            <p:nvPr/>
          </p:nvSpPr>
          <p:spPr bwMode="auto">
            <a:xfrm>
              <a:off x="6840215" y="5574386"/>
              <a:ext cx="1433406" cy="400110"/>
            </a:xfrm>
            <a:prstGeom prst="rect">
              <a:avLst/>
            </a:prstGeom>
            <a:noFill/>
            <a:ln w="12700">
              <a:noFill/>
              <a:miter lim="800000"/>
            </a:ln>
          </p:spPr>
          <p:txBody>
            <a:bodyPr wrap="none">
              <a:spAutoFit/>
            </a:bodyPr>
            <a:lstStyle/>
            <a:p>
              <a:pPr>
                <a:buFont typeface="Arial" panose="020B0604020202020204" pitchFamily="34" charset="0"/>
                <a:buNone/>
              </a:pPr>
              <a:r>
                <a:rPr lang="zh-CN" altLang="en-US" sz="2000" b="1" dirty="0">
                  <a:solidFill>
                    <a:srgbClr val="7030A0"/>
                  </a:solidFill>
                  <a:latin typeface="Calibri" panose="020F0502020204030204" pitchFamily="34" charset="0"/>
                  <a:sym typeface="宋体" panose="02010600030101010101" pitchFamily="2" charset="-122"/>
                </a:rPr>
                <a:t>第</a:t>
              </a:r>
              <a:r>
                <a:rPr lang="en-US" altLang="zh-CN" sz="2000" b="1" dirty="0">
                  <a:solidFill>
                    <a:srgbClr val="7030A0"/>
                  </a:solidFill>
                  <a:latin typeface="Calibri" panose="020F0502020204030204" pitchFamily="34" charset="0"/>
                  <a:sym typeface="宋体" panose="02010600030101010101" pitchFamily="2" charset="-122"/>
                </a:rPr>
                <a:t>0</a:t>
              </a:r>
              <a:r>
                <a:rPr lang="zh-CN" altLang="en-US" sz="2000" b="1" dirty="0">
                  <a:solidFill>
                    <a:srgbClr val="7030A0"/>
                  </a:solidFill>
                  <a:latin typeface="Calibri" panose="020F0502020204030204" pitchFamily="34" charset="0"/>
                  <a:sym typeface="宋体" panose="02010600030101010101" pitchFamily="2" charset="-122"/>
                </a:rPr>
                <a:t>层</a:t>
              </a:r>
              <a:r>
                <a:rPr lang="en-US" altLang="zh-CN" sz="2000" b="1" dirty="0" err="1">
                  <a:solidFill>
                    <a:srgbClr val="7030A0"/>
                  </a:solidFill>
                  <a:latin typeface="Calibri" panose="020F0502020204030204" pitchFamily="34" charset="0"/>
                  <a:sym typeface="宋体" panose="02010600030101010101" pitchFamily="2" charset="-122"/>
                </a:rPr>
                <a:t>hanoi</a:t>
              </a:r>
              <a:endParaRPr lang="zh-CN" altLang="en-US" sz="2000" b="1" dirty="0">
                <a:solidFill>
                  <a:srgbClr val="7030A0"/>
                </a:solidFill>
                <a:latin typeface="Calibri" panose="020F0502020204030204" pitchFamily="34" charset="0"/>
                <a:sym typeface="宋体" panose="02010600030101010101" pitchFamily="2" charset="-122"/>
              </a:endParaRPr>
            </a:p>
          </p:txBody>
        </p:sp>
        <p:sp>
          <p:nvSpPr>
            <p:cNvPr id="174" name="直接连接符 6"/>
            <p:cNvSpPr>
              <a:spLocks noChangeShapeType="1"/>
            </p:cNvSpPr>
            <p:nvPr/>
          </p:nvSpPr>
          <p:spPr bwMode="auto">
            <a:xfrm>
              <a:off x="8239126" y="6052103"/>
              <a:ext cx="2297113" cy="0"/>
            </a:xfrm>
            <a:prstGeom prst="line">
              <a:avLst/>
            </a:prstGeom>
            <a:noFill/>
            <a:ln w="63500">
              <a:solidFill>
                <a:schemeClr val="tx1"/>
              </a:solidFill>
              <a:miter lim="800000"/>
            </a:ln>
          </p:spPr>
          <p:txBody>
            <a:bodyPr/>
            <a:lstStyle/>
            <a:p>
              <a:endParaRPr lang="zh-CN" altLang="en-US"/>
            </a:p>
          </p:txBody>
        </p:sp>
        <p:sp>
          <p:nvSpPr>
            <p:cNvPr id="175" name="直接连接符 11"/>
            <p:cNvSpPr>
              <a:spLocks noChangeShapeType="1"/>
            </p:cNvSpPr>
            <p:nvPr/>
          </p:nvSpPr>
          <p:spPr bwMode="auto">
            <a:xfrm>
              <a:off x="8710613" y="6052104"/>
              <a:ext cx="0" cy="471487"/>
            </a:xfrm>
            <a:prstGeom prst="line">
              <a:avLst/>
            </a:prstGeom>
            <a:noFill/>
            <a:ln w="19050">
              <a:solidFill>
                <a:schemeClr val="tx1"/>
              </a:solidFill>
              <a:prstDash val="dash"/>
              <a:miter lim="800000"/>
            </a:ln>
          </p:spPr>
          <p:txBody>
            <a:bodyPr/>
            <a:lstStyle/>
            <a:p>
              <a:endParaRPr lang="zh-CN" altLang="en-US"/>
            </a:p>
          </p:txBody>
        </p:sp>
        <p:sp>
          <p:nvSpPr>
            <p:cNvPr id="176" name="矩形 187"/>
            <p:cNvSpPr>
              <a:spLocks noChangeArrowheads="1"/>
            </p:cNvSpPr>
            <p:nvPr/>
          </p:nvSpPr>
          <p:spPr bwMode="auto">
            <a:xfrm>
              <a:off x="7991475" y="6107815"/>
              <a:ext cx="2597150" cy="400050"/>
            </a:xfrm>
            <a:prstGeom prst="rect">
              <a:avLst/>
            </a:prstGeom>
            <a:noFill/>
            <a:ln w="9525">
              <a:noFill/>
              <a:miter lim="800000"/>
            </a:ln>
          </p:spPr>
          <p:txBody>
            <a:bodyPr>
              <a:spAutoFit/>
            </a:bodyPr>
            <a:lstStyle/>
            <a:p>
              <a:pPr algn="just" eaLnBrk="0" hangingPunct="0"/>
              <a:r>
                <a:rPr lang="en-US" altLang="zh-CN" sz="2000" b="1" i="1" dirty="0">
                  <a:solidFill>
                    <a:srgbClr val="C00000"/>
                  </a:solidFill>
                  <a:latin typeface="Courier New" panose="02070309020205020404" pitchFamily="49" charset="0"/>
                </a:rPr>
                <a:t>  …</a:t>
              </a:r>
              <a:r>
                <a:rPr lang="en-US" altLang="zh-CN" sz="2000" i="1" dirty="0">
                  <a:solidFill>
                    <a:srgbClr val="3333FF"/>
                  </a:solidFill>
                  <a:latin typeface="Courier New" panose="02070309020205020404" pitchFamily="49" charset="0"/>
                </a:rPr>
                <a:t>      ……</a:t>
              </a:r>
            </a:p>
          </p:txBody>
        </p:sp>
        <p:sp>
          <p:nvSpPr>
            <p:cNvPr id="177" name="文本框 16"/>
            <p:cNvSpPr>
              <a:spLocks noChangeArrowheads="1"/>
            </p:cNvSpPr>
            <p:nvPr/>
          </p:nvSpPr>
          <p:spPr bwMode="auto">
            <a:xfrm>
              <a:off x="6897365" y="6097317"/>
              <a:ext cx="1236236" cy="400110"/>
            </a:xfrm>
            <a:prstGeom prst="rect">
              <a:avLst/>
            </a:prstGeom>
            <a:noFill/>
            <a:ln w="12700">
              <a:noFill/>
              <a:miter lim="800000"/>
            </a:ln>
          </p:spPr>
          <p:txBody>
            <a:bodyPr wrap="none">
              <a:spAutoFit/>
            </a:bodyPr>
            <a:lstStyle/>
            <a:p>
              <a:pPr>
                <a:buFont typeface="Arial" panose="020B0604020202020204" pitchFamily="34" charset="0"/>
                <a:buNone/>
              </a:pPr>
              <a:r>
                <a:rPr lang="en-US" altLang="zh-CN" sz="2000" b="1" dirty="0">
                  <a:solidFill>
                    <a:srgbClr val="7030A0"/>
                  </a:solidFill>
                  <a:latin typeface="Calibri" panose="020F0502020204030204" pitchFamily="34" charset="0"/>
                  <a:sym typeface="宋体" panose="02010600030101010101" pitchFamily="2" charset="-122"/>
                </a:rPr>
                <a:t>main</a:t>
              </a:r>
              <a:r>
                <a:rPr lang="zh-CN" altLang="en-US" sz="2000" b="1" dirty="0">
                  <a:solidFill>
                    <a:srgbClr val="7030A0"/>
                  </a:solidFill>
                  <a:latin typeface="Calibri" panose="020F0502020204030204" pitchFamily="34" charset="0"/>
                  <a:sym typeface="宋体" panose="02010600030101010101" pitchFamily="2" charset="-122"/>
                </a:rPr>
                <a:t>栈帧</a:t>
              </a:r>
            </a:p>
          </p:txBody>
        </p:sp>
      </p:grpSp>
      <p:sp>
        <p:nvSpPr>
          <p:cNvPr id="123" name="矩形 64">
            <a:extLst>
              <a:ext uri="{FF2B5EF4-FFF2-40B4-BE49-F238E27FC236}">
                <a16:creationId xmlns:a16="http://schemas.microsoft.com/office/drawing/2014/main" id="{BA738C11-1E09-429B-BF02-90957BBA3198}"/>
              </a:ext>
            </a:extLst>
          </p:cNvPr>
          <p:cNvSpPr>
            <a:spLocks noChangeArrowheads="1"/>
          </p:cNvSpPr>
          <p:nvPr/>
        </p:nvSpPr>
        <p:spPr bwMode="auto">
          <a:xfrm>
            <a:off x="2293766" y="3409342"/>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2</a:t>
            </a:r>
            <a:endParaRPr lang="zh-CN" altLang="en-US" sz="2000" b="1" dirty="0">
              <a:solidFill>
                <a:srgbClr val="3333FF"/>
              </a:solidFill>
            </a:endParaRPr>
          </a:p>
        </p:txBody>
      </p:sp>
      <p:sp>
        <p:nvSpPr>
          <p:cNvPr id="124" name="矩形 102">
            <a:extLst>
              <a:ext uri="{FF2B5EF4-FFF2-40B4-BE49-F238E27FC236}">
                <a16:creationId xmlns:a16="http://schemas.microsoft.com/office/drawing/2014/main" id="{FC44E3E4-66E1-4389-853C-E82DF1A36AE8}"/>
              </a:ext>
            </a:extLst>
          </p:cNvPr>
          <p:cNvSpPr>
            <a:spLocks noChangeArrowheads="1"/>
          </p:cNvSpPr>
          <p:nvPr/>
        </p:nvSpPr>
        <p:spPr bwMode="auto">
          <a:xfrm>
            <a:off x="2612229" y="3401185"/>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A</a:t>
            </a:r>
            <a:endParaRPr lang="zh-CN" altLang="en-US" sz="2000" b="1" dirty="0">
              <a:solidFill>
                <a:srgbClr val="3333FF"/>
              </a:solidFill>
            </a:endParaRPr>
          </a:p>
        </p:txBody>
      </p:sp>
      <p:sp>
        <p:nvSpPr>
          <p:cNvPr id="125" name="矩形 104">
            <a:extLst>
              <a:ext uri="{FF2B5EF4-FFF2-40B4-BE49-F238E27FC236}">
                <a16:creationId xmlns:a16="http://schemas.microsoft.com/office/drawing/2014/main" id="{36CD40FF-0996-4BC3-A7B9-FE5355474A85}"/>
              </a:ext>
            </a:extLst>
          </p:cNvPr>
          <p:cNvSpPr>
            <a:spLocks noChangeArrowheads="1"/>
          </p:cNvSpPr>
          <p:nvPr/>
        </p:nvSpPr>
        <p:spPr bwMode="auto">
          <a:xfrm>
            <a:off x="3248817" y="3410422"/>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B</a:t>
            </a:r>
            <a:endParaRPr lang="zh-CN" altLang="en-US" sz="2000" b="1" dirty="0">
              <a:solidFill>
                <a:srgbClr val="3333FF"/>
              </a:solidFill>
            </a:endParaRPr>
          </a:p>
        </p:txBody>
      </p:sp>
      <p:sp>
        <p:nvSpPr>
          <p:cNvPr id="126" name="矩形 105">
            <a:extLst>
              <a:ext uri="{FF2B5EF4-FFF2-40B4-BE49-F238E27FC236}">
                <a16:creationId xmlns:a16="http://schemas.microsoft.com/office/drawing/2014/main" id="{DBA01893-71F1-430E-B8D3-01051AEF3C13}"/>
              </a:ext>
            </a:extLst>
          </p:cNvPr>
          <p:cNvSpPr>
            <a:spLocks noChangeArrowheads="1"/>
          </p:cNvSpPr>
          <p:nvPr/>
        </p:nvSpPr>
        <p:spPr bwMode="auto">
          <a:xfrm>
            <a:off x="2915442" y="3401088"/>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C</a:t>
            </a:r>
            <a:endParaRPr lang="zh-CN" altLang="en-US" sz="2000" b="1" dirty="0">
              <a:solidFill>
                <a:srgbClr val="3333FF"/>
              </a:solidFill>
            </a:endParaRPr>
          </a:p>
        </p:txBody>
      </p:sp>
      <p:sp>
        <p:nvSpPr>
          <p:cNvPr id="133" name="矩形 64">
            <a:extLst>
              <a:ext uri="{FF2B5EF4-FFF2-40B4-BE49-F238E27FC236}">
                <a16:creationId xmlns:a16="http://schemas.microsoft.com/office/drawing/2014/main" id="{9DD76D49-9EF8-4B0F-97A5-713EA5E1AFD1}"/>
              </a:ext>
            </a:extLst>
          </p:cNvPr>
          <p:cNvSpPr>
            <a:spLocks noChangeArrowheads="1"/>
          </p:cNvSpPr>
          <p:nvPr/>
        </p:nvSpPr>
        <p:spPr bwMode="auto">
          <a:xfrm>
            <a:off x="3811782" y="1155988"/>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3</a:t>
            </a:r>
            <a:endParaRPr lang="zh-CN" altLang="en-US" sz="2000" b="1" dirty="0">
              <a:solidFill>
                <a:srgbClr val="3333FF"/>
              </a:solidFill>
            </a:endParaRPr>
          </a:p>
        </p:txBody>
      </p:sp>
      <p:sp>
        <p:nvSpPr>
          <p:cNvPr id="135" name="矩形 102">
            <a:extLst>
              <a:ext uri="{FF2B5EF4-FFF2-40B4-BE49-F238E27FC236}">
                <a16:creationId xmlns:a16="http://schemas.microsoft.com/office/drawing/2014/main" id="{F0004EDE-538F-420F-B44F-1ABB8EE94D5D}"/>
              </a:ext>
            </a:extLst>
          </p:cNvPr>
          <p:cNvSpPr>
            <a:spLocks noChangeArrowheads="1"/>
          </p:cNvSpPr>
          <p:nvPr/>
        </p:nvSpPr>
        <p:spPr bwMode="auto">
          <a:xfrm>
            <a:off x="3808677" y="1447295"/>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A</a:t>
            </a:r>
            <a:endParaRPr lang="zh-CN" altLang="en-US" sz="2000" b="1" dirty="0">
              <a:solidFill>
                <a:srgbClr val="3333FF"/>
              </a:solidFill>
            </a:endParaRPr>
          </a:p>
        </p:txBody>
      </p:sp>
      <p:sp>
        <p:nvSpPr>
          <p:cNvPr id="136" name="矩形 104">
            <a:extLst>
              <a:ext uri="{FF2B5EF4-FFF2-40B4-BE49-F238E27FC236}">
                <a16:creationId xmlns:a16="http://schemas.microsoft.com/office/drawing/2014/main" id="{5303462B-9614-43A5-8605-D32299570A77}"/>
              </a:ext>
            </a:extLst>
          </p:cNvPr>
          <p:cNvSpPr>
            <a:spLocks noChangeArrowheads="1"/>
          </p:cNvSpPr>
          <p:nvPr/>
        </p:nvSpPr>
        <p:spPr bwMode="auto">
          <a:xfrm>
            <a:off x="3820904" y="1707992"/>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B</a:t>
            </a:r>
            <a:endParaRPr lang="zh-CN" altLang="en-US" sz="2000" b="1" dirty="0">
              <a:solidFill>
                <a:srgbClr val="3333FF"/>
              </a:solidFill>
            </a:endParaRPr>
          </a:p>
        </p:txBody>
      </p:sp>
      <p:sp>
        <p:nvSpPr>
          <p:cNvPr id="138" name="矩形 105">
            <a:extLst>
              <a:ext uri="{FF2B5EF4-FFF2-40B4-BE49-F238E27FC236}">
                <a16:creationId xmlns:a16="http://schemas.microsoft.com/office/drawing/2014/main" id="{6B98055B-CFA5-40A0-BCA7-513842572F42}"/>
              </a:ext>
            </a:extLst>
          </p:cNvPr>
          <p:cNvSpPr>
            <a:spLocks noChangeArrowheads="1"/>
          </p:cNvSpPr>
          <p:nvPr/>
        </p:nvSpPr>
        <p:spPr bwMode="auto">
          <a:xfrm>
            <a:off x="3814684" y="1974676"/>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C</a:t>
            </a:r>
            <a:endParaRPr lang="zh-CN" altLang="en-US" sz="2000" b="1" dirty="0">
              <a:solidFill>
                <a:srgbClr val="3333FF"/>
              </a:solidFill>
            </a:endParaRPr>
          </a:p>
        </p:txBody>
      </p:sp>
      <p:sp>
        <p:nvSpPr>
          <p:cNvPr id="98" name="文本框 97">
            <a:extLst>
              <a:ext uri="{FF2B5EF4-FFF2-40B4-BE49-F238E27FC236}">
                <a16:creationId xmlns:a16="http://schemas.microsoft.com/office/drawing/2014/main" id="{D0816350-315A-484D-B4D4-224B032D5B20}"/>
              </a:ext>
            </a:extLst>
          </p:cNvPr>
          <p:cNvSpPr txBox="1"/>
          <p:nvPr/>
        </p:nvSpPr>
        <p:spPr>
          <a:xfrm>
            <a:off x="758238" y="3913418"/>
            <a:ext cx="457621" cy="369332"/>
          </a:xfrm>
          <a:prstGeom prst="rect">
            <a:avLst/>
          </a:prstGeom>
          <a:noFill/>
        </p:spPr>
        <p:txBody>
          <a:bodyPr wrap="square">
            <a:spAutoFit/>
          </a:bodyPr>
          <a:lstStyle/>
          <a:p>
            <a:r>
              <a:rPr lang="en-US" altLang="zh-CN" b="1" i="1" dirty="0">
                <a:solidFill>
                  <a:srgbClr val="FF0000"/>
                </a:solidFill>
                <a:latin typeface="Courier New" panose="02070309020205020404" pitchFamily="49" charset="0"/>
              </a:rPr>
              <a:t>5</a:t>
            </a:r>
            <a:endParaRPr lang="zh-CN" altLang="en-US" b="1" dirty="0">
              <a:solidFill>
                <a:srgbClr val="FF0000"/>
              </a:solidFill>
            </a:endParaRPr>
          </a:p>
        </p:txBody>
      </p:sp>
      <p:sp>
        <p:nvSpPr>
          <p:cNvPr id="99" name="矩形 125">
            <a:extLst>
              <a:ext uri="{FF2B5EF4-FFF2-40B4-BE49-F238E27FC236}">
                <a16:creationId xmlns:a16="http://schemas.microsoft.com/office/drawing/2014/main" id="{C11D41CF-A09A-4C11-B3FB-575F7286E77A}"/>
              </a:ext>
            </a:extLst>
          </p:cNvPr>
          <p:cNvSpPr>
            <a:spLocks noChangeArrowheads="1"/>
          </p:cNvSpPr>
          <p:nvPr/>
        </p:nvSpPr>
        <p:spPr bwMode="auto">
          <a:xfrm>
            <a:off x="6451127" y="4261621"/>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C</a:t>
            </a:r>
            <a:endParaRPr lang="zh-CN" altLang="en-US" sz="2000" b="1" dirty="0">
              <a:solidFill>
                <a:srgbClr val="3333FF"/>
              </a:solidFill>
            </a:endParaRPr>
          </a:p>
        </p:txBody>
      </p:sp>
      <p:sp>
        <p:nvSpPr>
          <p:cNvPr id="100" name="矩形 132">
            <a:extLst>
              <a:ext uri="{FF2B5EF4-FFF2-40B4-BE49-F238E27FC236}">
                <a16:creationId xmlns:a16="http://schemas.microsoft.com/office/drawing/2014/main" id="{2594944D-187F-47A0-BD24-054F924A5034}"/>
              </a:ext>
            </a:extLst>
          </p:cNvPr>
          <p:cNvSpPr>
            <a:spLocks noChangeArrowheads="1"/>
          </p:cNvSpPr>
          <p:nvPr/>
        </p:nvSpPr>
        <p:spPr bwMode="auto">
          <a:xfrm>
            <a:off x="6986847" y="4257065"/>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B</a:t>
            </a:r>
            <a:endParaRPr lang="zh-CN" altLang="en-US" sz="2000" b="1" dirty="0">
              <a:solidFill>
                <a:srgbClr val="3333FF"/>
              </a:solidFill>
            </a:endParaRPr>
          </a:p>
        </p:txBody>
      </p:sp>
      <p:sp>
        <p:nvSpPr>
          <p:cNvPr id="101" name="矩形 135">
            <a:extLst>
              <a:ext uri="{FF2B5EF4-FFF2-40B4-BE49-F238E27FC236}">
                <a16:creationId xmlns:a16="http://schemas.microsoft.com/office/drawing/2014/main" id="{588FA892-1B2E-464D-9914-8E34312A0BFC}"/>
              </a:ext>
            </a:extLst>
          </p:cNvPr>
          <p:cNvSpPr>
            <a:spLocks noChangeArrowheads="1"/>
          </p:cNvSpPr>
          <p:nvPr/>
        </p:nvSpPr>
        <p:spPr bwMode="auto">
          <a:xfrm>
            <a:off x="6730050" y="4256535"/>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A</a:t>
            </a:r>
            <a:endParaRPr lang="zh-CN" altLang="en-US" sz="2000" b="1" dirty="0">
              <a:solidFill>
                <a:srgbClr val="3333FF"/>
              </a:solidFill>
            </a:endParaRPr>
          </a:p>
        </p:txBody>
      </p:sp>
      <p:sp>
        <p:nvSpPr>
          <p:cNvPr id="137" name="直接连接符 6">
            <a:extLst>
              <a:ext uri="{FF2B5EF4-FFF2-40B4-BE49-F238E27FC236}">
                <a16:creationId xmlns:a16="http://schemas.microsoft.com/office/drawing/2014/main" id="{62004F5F-7BE9-49FD-A381-DBB678329C62}"/>
              </a:ext>
            </a:extLst>
          </p:cNvPr>
          <p:cNvSpPr>
            <a:spLocks noChangeShapeType="1"/>
          </p:cNvSpPr>
          <p:nvPr/>
        </p:nvSpPr>
        <p:spPr bwMode="auto">
          <a:xfrm>
            <a:off x="1595439" y="6729413"/>
            <a:ext cx="5691187" cy="0"/>
          </a:xfrm>
          <a:prstGeom prst="line">
            <a:avLst/>
          </a:prstGeom>
          <a:noFill/>
          <a:ln w="63500">
            <a:solidFill>
              <a:schemeClr val="tx1"/>
            </a:solidFill>
            <a:miter lim="800000"/>
          </a:ln>
        </p:spPr>
        <p:txBody>
          <a:bodyPr/>
          <a:lstStyle/>
          <a:p>
            <a:endParaRPr lang="zh-CN" altLang="en-US"/>
          </a:p>
        </p:txBody>
      </p:sp>
      <p:sp>
        <p:nvSpPr>
          <p:cNvPr id="13" name="矩形 123">
            <a:extLst>
              <a:ext uri="{FF2B5EF4-FFF2-40B4-BE49-F238E27FC236}">
                <a16:creationId xmlns:a16="http://schemas.microsoft.com/office/drawing/2014/main" id="{699F1191-6CF9-3A8E-C844-A9102A91AF82}"/>
              </a:ext>
            </a:extLst>
          </p:cNvPr>
          <p:cNvSpPr>
            <a:spLocks noChangeArrowheads="1"/>
          </p:cNvSpPr>
          <p:nvPr/>
        </p:nvSpPr>
        <p:spPr bwMode="auto">
          <a:xfrm>
            <a:off x="7793948" y="1096635"/>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2</a:t>
            </a:r>
            <a:endParaRPr lang="zh-CN" altLang="en-US" sz="2000" b="1" dirty="0">
              <a:solidFill>
                <a:srgbClr val="3333FF"/>
              </a:solidFill>
            </a:endParaRPr>
          </a:p>
        </p:txBody>
      </p:sp>
      <p:sp>
        <p:nvSpPr>
          <p:cNvPr id="14" name="矩形 125">
            <a:extLst>
              <a:ext uri="{FF2B5EF4-FFF2-40B4-BE49-F238E27FC236}">
                <a16:creationId xmlns:a16="http://schemas.microsoft.com/office/drawing/2014/main" id="{0D781A94-FE8D-66C3-53B7-C8FE49F334EC}"/>
              </a:ext>
            </a:extLst>
          </p:cNvPr>
          <p:cNvSpPr>
            <a:spLocks noChangeArrowheads="1"/>
          </p:cNvSpPr>
          <p:nvPr/>
        </p:nvSpPr>
        <p:spPr bwMode="auto">
          <a:xfrm>
            <a:off x="7779847" y="1377713"/>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A</a:t>
            </a:r>
            <a:endParaRPr lang="zh-CN" altLang="en-US" sz="2000" b="1" dirty="0">
              <a:solidFill>
                <a:srgbClr val="3333FF"/>
              </a:solidFill>
            </a:endParaRPr>
          </a:p>
        </p:txBody>
      </p:sp>
      <p:sp>
        <p:nvSpPr>
          <p:cNvPr id="15" name="矩形 132">
            <a:extLst>
              <a:ext uri="{FF2B5EF4-FFF2-40B4-BE49-F238E27FC236}">
                <a16:creationId xmlns:a16="http://schemas.microsoft.com/office/drawing/2014/main" id="{150A2B82-84E2-F2A8-1DB2-881E55417393}"/>
              </a:ext>
            </a:extLst>
          </p:cNvPr>
          <p:cNvSpPr>
            <a:spLocks noChangeArrowheads="1"/>
          </p:cNvSpPr>
          <p:nvPr/>
        </p:nvSpPr>
        <p:spPr bwMode="auto">
          <a:xfrm>
            <a:off x="7776123" y="1664465"/>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C</a:t>
            </a:r>
            <a:endParaRPr lang="zh-CN" altLang="en-US" sz="2000" b="1" dirty="0">
              <a:solidFill>
                <a:srgbClr val="3333FF"/>
              </a:solidFill>
            </a:endParaRPr>
          </a:p>
        </p:txBody>
      </p:sp>
      <p:sp>
        <p:nvSpPr>
          <p:cNvPr id="16" name="矩形 135">
            <a:extLst>
              <a:ext uri="{FF2B5EF4-FFF2-40B4-BE49-F238E27FC236}">
                <a16:creationId xmlns:a16="http://schemas.microsoft.com/office/drawing/2014/main" id="{D39A3CF5-4282-C1DC-1D16-9802A0C5BB80}"/>
              </a:ext>
            </a:extLst>
          </p:cNvPr>
          <p:cNvSpPr>
            <a:spLocks noChangeArrowheads="1"/>
          </p:cNvSpPr>
          <p:nvPr/>
        </p:nvSpPr>
        <p:spPr bwMode="auto">
          <a:xfrm>
            <a:off x="7770814" y="1909763"/>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B</a:t>
            </a:r>
            <a:endParaRPr lang="zh-CN" altLang="en-US" sz="2000" b="1" dirty="0">
              <a:solidFill>
                <a:srgbClr val="3333FF"/>
              </a:solidFill>
            </a:endParaRPr>
          </a:p>
        </p:txBody>
      </p:sp>
      <p:sp>
        <p:nvSpPr>
          <p:cNvPr id="29" name="文本框 28">
            <a:extLst>
              <a:ext uri="{FF2B5EF4-FFF2-40B4-BE49-F238E27FC236}">
                <a16:creationId xmlns:a16="http://schemas.microsoft.com/office/drawing/2014/main" id="{2FD8E05F-A8D0-550D-5828-09B64C2CEE2B}"/>
              </a:ext>
            </a:extLst>
          </p:cNvPr>
          <p:cNvSpPr txBox="1"/>
          <p:nvPr/>
        </p:nvSpPr>
        <p:spPr>
          <a:xfrm>
            <a:off x="8941952" y="5355142"/>
            <a:ext cx="457621" cy="369332"/>
          </a:xfrm>
          <a:prstGeom prst="rect">
            <a:avLst/>
          </a:prstGeom>
          <a:noFill/>
        </p:spPr>
        <p:txBody>
          <a:bodyPr wrap="square">
            <a:spAutoFit/>
          </a:bodyPr>
          <a:lstStyle/>
          <a:p>
            <a:r>
              <a:rPr lang="en-US" altLang="zh-CN" b="1" i="1" dirty="0">
                <a:solidFill>
                  <a:srgbClr val="FF0000"/>
                </a:solidFill>
                <a:latin typeface="Courier New" panose="02070309020205020404" pitchFamily="49" charset="0"/>
              </a:rPr>
              <a:t>5</a:t>
            </a:r>
            <a:endParaRPr lang="zh-CN" altLang="en-US" b="1" dirty="0">
              <a:solidFill>
                <a:srgbClr val="FF0000"/>
              </a:solidFill>
            </a:endParaRPr>
          </a:p>
        </p:txBody>
      </p:sp>
      <p:grpSp>
        <p:nvGrpSpPr>
          <p:cNvPr id="37" name="组合 36">
            <a:extLst>
              <a:ext uri="{FF2B5EF4-FFF2-40B4-BE49-F238E27FC236}">
                <a16:creationId xmlns:a16="http://schemas.microsoft.com/office/drawing/2014/main" id="{7D04870F-ACB5-9BEC-4B5D-C61F2510B9E9}"/>
              </a:ext>
            </a:extLst>
          </p:cNvPr>
          <p:cNvGrpSpPr/>
          <p:nvPr/>
        </p:nvGrpSpPr>
        <p:grpSpPr bwMode="auto">
          <a:xfrm>
            <a:off x="3858827" y="6248698"/>
            <a:ext cx="1122362" cy="461665"/>
            <a:chOff x="552030" y="5887358"/>
            <a:chExt cx="1189038" cy="461675"/>
          </a:xfrm>
        </p:grpSpPr>
        <p:sp>
          <p:nvSpPr>
            <p:cNvPr id="38" name="矩形 18">
              <a:extLst>
                <a:ext uri="{FF2B5EF4-FFF2-40B4-BE49-F238E27FC236}">
                  <a16:creationId xmlns:a16="http://schemas.microsoft.com/office/drawing/2014/main" id="{62044C5A-031D-1C9C-7018-4C144ABD7CF6}"/>
                </a:ext>
              </a:extLst>
            </p:cNvPr>
            <p:cNvSpPr>
              <a:spLocks noChangeArrowheads="1"/>
            </p:cNvSpPr>
            <p:nvPr/>
          </p:nvSpPr>
          <p:spPr bwMode="auto">
            <a:xfrm>
              <a:off x="552030" y="5950243"/>
              <a:ext cx="1189038" cy="360987"/>
            </a:xfrm>
            <a:prstGeom prst="rect">
              <a:avLst/>
            </a:prstGeom>
            <a:gradFill flip="none" rotWithShape="1">
              <a:gsLst>
                <a:gs pos="0">
                  <a:schemeClr val="accent4">
                    <a:lumMod val="40000"/>
                    <a:lumOff val="60000"/>
                    <a:shade val="30000"/>
                    <a:satMod val="115000"/>
                  </a:schemeClr>
                </a:gs>
                <a:gs pos="50000">
                  <a:schemeClr val="accent4">
                    <a:lumMod val="40000"/>
                    <a:lumOff val="60000"/>
                    <a:shade val="67500"/>
                    <a:satMod val="115000"/>
                  </a:schemeClr>
                </a:gs>
                <a:gs pos="100000">
                  <a:schemeClr val="accent4">
                    <a:lumMod val="40000"/>
                    <a:lumOff val="60000"/>
                    <a:shade val="100000"/>
                    <a:satMod val="115000"/>
                  </a:schemeClr>
                </a:gs>
              </a:gsLst>
              <a:lin ang="10800000" scaled="1"/>
              <a:tileRect/>
            </a:gradFill>
            <a:ln w="63500">
              <a:solidFill>
                <a:srgbClr val="7030A0"/>
              </a:solidFill>
              <a:miter lim="800000"/>
            </a:ln>
          </p:spPr>
          <p:txBody>
            <a:bodyPr anchor="ctr"/>
            <a:lstStyle/>
            <a:p>
              <a:pPr algn="ctr">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39" name="文本框 22">
              <a:extLst>
                <a:ext uri="{FF2B5EF4-FFF2-40B4-BE49-F238E27FC236}">
                  <a16:creationId xmlns:a16="http://schemas.microsoft.com/office/drawing/2014/main" id="{D75CA884-EE07-5F33-3414-CA59111D08C5}"/>
                </a:ext>
              </a:extLst>
            </p:cNvPr>
            <p:cNvSpPr>
              <a:spLocks noChangeArrowheads="1"/>
            </p:cNvSpPr>
            <p:nvPr/>
          </p:nvSpPr>
          <p:spPr bwMode="auto">
            <a:xfrm>
              <a:off x="652209" y="5887358"/>
              <a:ext cx="206674" cy="461675"/>
            </a:xfrm>
            <a:prstGeom prst="rect">
              <a:avLst/>
            </a:prstGeom>
            <a:noFill/>
            <a:ln w="9525">
              <a:noFill/>
              <a:miter lim="800000"/>
            </a:ln>
          </p:spPr>
          <p:txBody>
            <a:bodyPr>
              <a:spAutoFit/>
            </a:bodyPr>
            <a:lstStyle/>
            <a:p>
              <a:pPr>
                <a:buFont typeface="Arial" panose="020B0604020202020204" pitchFamily="34" charset="0"/>
                <a:buNone/>
              </a:pPr>
              <a:r>
                <a:rPr lang="en-US" altLang="zh-CN" sz="2400" b="1">
                  <a:solidFill>
                    <a:srgbClr val="0070C0"/>
                  </a:solidFill>
                  <a:latin typeface="Calibri" panose="020F0502020204030204" pitchFamily="34" charset="0"/>
                  <a:sym typeface="Calibri" panose="020F0502020204030204" pitchFamily="34" charset="0"/>
                </a:rPr>
                <a:t>2</a:t>
              </a:r>
              <a:endParaRPr lang="zh-CN" altLang="en-US" sz="2400" b="1">
                <a:solidFill>
                  <a:srgbClr val="0070C0"/>
                </a:solidFill>
                <a:latin typeface="Calibri" panose="020F0502020204030204" pitchFamily="34" charset="0"/>
                <a:sym typeface="宋体" panose="02010600030101010101" pitchFamily="2" charset="-122"/>
              </a:endParaRPr>
            </a:p>
          </p:txBody>
        </p:sp>
      </p:grpSp>
      <p:grpSp>
        <p:nvGrpSpPr>
          <p:cNvPr id="4" name="组合 21">
            <a:extLst>
              <a:ext uri="{FF2B5EF4-FFF2-40B4-BE49-F238E27FC236}">
                <a16:creationId xmlns:a16="http://schemas.microsoft.com/office/drawing/2014/main" id="{612CACEF-ACAF-6DDB-71FD-441AC8CBD785}"/>
              </a:ext>
            </a:extLst>
          </p:cNvPr>
          <p:cNvGrpSpPr/>
          <p:nvPr/>
        </p:nvGrpSpPr>
        <p:grpSpPr bwMode="auto">
          <a:xfrm>
            <a:off x="4097199" y="5906564"/>
            <a:ext cx="676275" cy="461665"/>
            <a:chOff x="764381" y="5526623"/>
            <a:chExt cx="747713" cy="462387"/>
          </a:xfrm>
        </p:grpSpPr>
        <p:sp>
          <p:nvSpPr>
            <p:cNvPr id="5" name="矩形 19">
              <a:extLst>
                <a:ext uri="{FF2B5EF4-FFF2-40B4-BE49-F238E27FC236}">
                  <a16:creationId xmlns:a16="http://schemas.microsoft.com/office/drawing/2014/main" id="{28D0B185-A707-2071-0F4E-525E2F68420E}"/>
                </a:ext>
              </a:extLst>
            </p:cNvPr>
            <p:cNvSpPr>
              <a:spLocks noChangeArrowheads="1"/>
            </p:cNvSpPr>
            <p:nvPr/>
          </p:nvSpPr>
          <p:spPr bwMode="auto">
            <a:xfrm>
              <a:off x="764381" y="5555979"/>
              <a:ext cx="747713" cy="360386"/>
            </a:xfrm>
            <a:prstGeom prst="rect">
              <a:avLst/>
            </a:prstGeom>
            <a:gradFill flip="none" rotWithShape="1">
              <a:gsLst>
                <a:gs pos="0">
                  <a:schemeClr val="accent4">
                    <a:lumMod val="20000"/>
                    <a:lumOff val="80000"/>
                    <a:shade val="30000"/>
                    <a:satMod val="115000"/>
                  </a:schemeClr>
                </a:gs>
                <a:gs pos="50000">
                  <a:schemeClr val="accent4">
                    <a:lumMod val="20000"/>
                    <a:lumOff val="80000"/>
                    <a:shade val="67500"/>
                    <a:satMod val="115000"/>
                  </a:schemeClr>
                </a:gs>
                <a:gs pos="100000">
                  <a:schemeClr val="accent4">
                    <a:lumMod val="20000"/>
                    <a:lumOff val="80000"/>
                    <a:shade val="100000"/>
                    <a:satMod val="115000"/>
                  </a:schemeClr>
                </a:gs>
              </a:gsLst>
              <a:lin ang="10800000" scaled="1"/>
              <a:tileRect/>
            </a:gradFill>
            <a:ln w="63500">
              <a:solidFill>
                <a:srgbClr val="7030A0"/>
              </a:solidFill>
              <a:miter lim="800000"/>
            </a:ln>
          </p:spPr>
          <p:txBody>
            <a:bodyPr anchor="ctr"/>
            <a:lstStyle/>
            <a:p>
              <a:pPr algn="ctr">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6" name="文本框 21">
              <a:extLst>
                <a:ext uri="{FF2B5EF4-FFF2-40B4-BE49-F238E27FC236}">
                  <a16:creationId xmlns:a16="http://schemas.microsoft.com/office/drawing/2014/main" id="{251A86AC-9789-224C-048B-D2C083D287B8}"/>
                </a:ext>
              </a:extLst>
            </p:cNvPr>
            <p:cNvSpPr>
              <a:spLocks noChangeArrowheads="1"/>
            </p:cNvSpPr>
            <p:nvPr/>
          </p:nvSpPr>
          <p:spPr bwMode="auto">
            <a:xfrm>
              <a:off x="789945" y="5526623"/>
              <a:ext cx="206883" cy="462387"/>
            </a:xfrm>
            <a:prstGeom prst="rect">
              <a:avLst/>
            </a:prstGeom>
            <a:noFill/>
            <a:ln w="9525">
              <a:noFill/>
              <a:miter lim="800000"/>
            </a:ln>
          </p:spPr>
          <p:txBody>
            <a:bodyPr>
              <a:spAutoFit/>
            </a:bodyPr>
            <a:lstStyle/>
            <a:p>
              <a:pPr>
                <a:buFont typeface="Arial" panose="020B0604020202020204" pitchFamily="34" charset="0"/>
                <a:buNone/>
              </a:pPr>
              <a:r>
                <a:rPr lang="en-US" altLang="zh-CN" sz="2400" b="1" dirty="0">
                  <a:solidFill>
                    <a:srgbClr val="0070C0"/>
                  </a:solidFill>
                  <a:latin typeface="Calibri" panose="020F0502020204030204" pitchFamily="34" charset="0"/>
                  <a:sym typeface="Calibri" panose="020F0502020204030204" pitchFamily="34" charset="0"/>
                </a:rPr>
                <a:t>1</a:t>
              </a:r>
              <a:endParaRPr lang="zh-CN" altLang="en-US" sz="2400" b="1" dirty="0">
                <a:solidFill>
                  <a:srgbClr val="0070C0"/>
                </a:solidFill>
                <a:latin typeface="Calibri" panose="020F0502020204030204" pitchFamily="34" charset="0"/>
                <a:sym typeface="宋体" panose="02010600030101010101" pitchFamily="2" charset="-122"/>
              </a:endParaRPr>
            </a:p>
          </p:txBody>
        </p:sp>
      </p:grpSp>
      <p:cxnSp>
        <p:nvCxnSpPr>
          <p:cNvPr id="9" name="直接箭头连接符 58">
            <a:extLst>
              <a:ext uri="{FF2B5EF4-FFF2-40B4-BE49-F238E27FC236}">
                <a16:creationId xmlns:a16="http://schemas.microsoft.com/office/drawing/2014/main" id="{C4645CF9-8E02-8457-34B8-885701FA9B06}"/>
              </a:ext>
            </a:extLst>
          </p:cNvPr>
          <p:cNvCxnSpPr>
            <a:cxnSpLocks noChangeShapeType="1"/>
          </p:cNvCxnSpPr>
          <p:nvPr/>
        </p:nvCxnSpPr>
        <p:spPr bwMode="auto">
          <a:xfrm>
            <a:off x="4256684" y="4860926"/>
            <a:ext cx="336286" cy="0"/>
          </a:xfrm>
          <a:prstGeom prst="straightConnector1">
            <a:avLst/>
          </a:prstGeom>
          <a:noFill/>
          <a:ln w="19050" algn="ctr">
            <a:solidFill>
              <a:srgbClr val="990000"/>
            </a:solidFill>
            <a:round/>
            <a:tailEnd type="triangle" w="med" len="med"/>
          </a:ln>
        </p:spPr>
      </p:cxnSp>
      <p:cxnSp>
        <p:nvCxnSpPr>
          <p:cNvPr id="12" name="直接箭头连接符 58">
            <a:extLst>
              <a:ext uri="{FF2B5EF4-FFF2-40B4-BE49-F238E27FC236}">
                <a16:creationId xmlns:a16="http://schemas.microsoft.com/office/drawing/2014/main" id="{4C30F236-BD21-DD6C-5873-F7172EB39662}"/>
              </a:ext>
            </a:extLst>
          </p:cNvPr>
          <p:cNvCxnSpPr>
            <a:cxnSpLocks noChangeShapeType="1"/>
          </p:cNvCxnSpPr>
          <p:nvPr/>
        </p:nvCxnSpPr>
        <p:spPr bwMode="auto">
          <a:xfrm flipH="1">
            <a:off x="2136278" y="1724025"/>
            <a:ext cx="1722549" cy="2299568"/>
          </a:xfrm>
          <a:prstGeom prst="straightConnector1">
            <a:avLst/>
          </a:prstGeom>
          <a:noFill/>
          <a:ln w="25400" algn="ctr">
            <a:solidFill>
              <a:srgbClr val="C00000"/>
            </a:solidFill>
            <a:round/>
            <a:tailEnd type="arrow" w="lg" len="lg"/>
          </a:ln>
        </p:spPr>
      </p:cxnSp>
      <p:cxnSp>
        <p:nvCxnSpPr>
          <p:cNvPr id="23" name="直接箭头连接符 58">
            <a:extLst>
              <a:ext uri="{FF2B5EF4-FFF2-40B4-BE49-F238E27FC236}">
                <a16:creationId xmlns:a16="http://schemas.microsoft.com/office/drawing/2014/main" id="{366993AF-4221-D912-C0E0-1C846B19C530}"/>
              </a:ext>
            </a:extLst>
          </p:cNvPr>
          <p:cNvCxnSpPr>
            <a:cxnSpLocks noChangeShapeType="1"/>
          </p:cNvCxnSpPr>
          <p:nvPr/>
        </p:nvCxnSpPr>
        <p:spPr bwMode="auto">
          <a:xfrm flipH="1">
            <a:off x="2703962" y="2238641"/>
            <a:ext cx="1269472" cy="1795514"/>
          </a:xfrm>
          <a:prstGeom prst="straightConnector1">
            <a:avLst/>
          </a:prstGeom>
          <a:noFill/>
          <a:ln w="25400" algn="ctr">
            <a:solidFill>
              <a:srgbClr val="C00000"/>
            </a:solidFill>
            <a:round/>
            <a:tailEnd type="arrow" w="lg" len="lg"/>
          </a:ln>
        </p:spPr>
      </p:cxnSp>
      <p:cxnSp>
        <p:nvCxnSpPr>
          <p:cNvPr id="45" name="直接箭头连接符 58">
            <a:extLst>
              <a:ext uri="{FF2B5EF4-FFF2-40B4-BE49-F238E27FC236}">
                <a16:creationId xmlns:a16="http://schemas.microsoft.com/office/drawing/2014/main" id="{6252AFAE-8553-932F-27AF-37DDE879A87D}"/>
              </a:ext>
            </a:extLst>
          </p:cNvPr>
          <p:cNvCxnSpPr>
            <a:cxnSpLocks noChangeShapeType="1"/>
          </p:cNvCxnSpPr>
          <p:nvPr/>
        </p:nvCxnSpPr>
        <p:spPr bwMode="auto">
          <a:xfrm flipH="1">
            <a:off x="2430932" y="1454124"/>
            <a:ext cx="1407930" cy="2580031"/>
          </a:xfrm>
          <a:prstGeom prst="straightConnector1">
            <a:avLst/>
          </a:prstGeom>
          <a:noFill/>
          <a:ln w="25400" algn="ctr">
            <a:solidFill>
              <a:srgbClr val="C00000"/>
            </a:solidFill>
            <a:round/>
            <a:tailEnd type="arrow" w="lg" len="lg"/>
          </a:ln>
        </p:spPr>
      </p:cxnSp>
      <p:sp>
        <p:nvSpPr>
          <p:cNvPr id="103" name="Rectangle 2">
            <a:extLst>
              <a:ext uri="{FF2B5EF4-FFF2-40B4-BE49-F238E27FC236}">
                <a16:creationId xmlns:a16="http://schemas.microsoft.com/office/drawing/2014/main" id="{61BE9653-C907-48CB-9C5A-1DC9A47F3719}"/>
              </a:ext>
            </a:extLst>
          </p:cNvPr>
          <p:cNvSpPr txBox="1">
            <a:spLocks noChangeArrowheads="1"/>
          </p:cNvSpPr>
          <p:nvPr/>
        </p:nvSpPr>
        <p:spPr>
          <a:xfrm>
            <a:off x="446434" y="226888"/>
            <a:ext cx="4868516" cy="649413"/>
          </a:xfrm>
          <a:prstGeom prst="rect">
            <a:avLst/>
          </a:prstGeom>
          <a:solidFill>
            <a:schemeClr val="tx2">
              <a:lumMod val="10000"/>
              <a:lumOff val="9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defRPr/>
            </a:pPr>
            <a:r>
              <a:rPr lang="en-US" altLang="zh-CN" sz="24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微软雅黑" panose="020B0503020204020204" pitchFamily="34" charset="-122"/>
              </a:rPr>
              <a:t>hanoi</a:t>
            </a: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微软雅黑" panose="020B0503020204020204" pitchFamily="34" charset="-122"/>
              </a:rPr>
              <a:t>(3, A, B, C)</a:t>
            </a:r>
            <a:r>
              <a:rPr lang="zh-CN" altLang="en-US" sz="2400" b="1" dirty="0">
                <a:solidFill>
                  <a:srgbClr val="3333FF"/>
                </a:solidFill>
                <a:effectLst>
                  <a:outerShdw blurRad="38100" dist="38100" dir="2700000" algn="tl">
                    <a:srgbClr val="000000">
                      <a:alpha val="43137"/>
                    </a:srgbClr>
                  </a:outerShdw>
                </a:effectLst>
                <a:latin typeface="黑体" panose="02010609060101010101" pitchFamily="49" charset="-122"/>
                <a:sym typeface="微软雅黑" panose="020B0503020204020204" pitchFamily="34" charset="-122"/>
              </a:rPr>
              <a:t>执行过程</a:t>
            </a:r>
          </a:p>
        </p:txBody>
      </p:sp>
    </p:spTree>
    <p:extLst>
      <p:ext uri="{BB962C8B-B14F-4D97-AF65-F5344CB8AC3E}">
        <p14:creationId xmlns:p14="http://schemas.microsoft.com/office/powerpoint/2010/main" val="177925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55305"/>
                                        </p:tgtEl>
                                        <p:attrNameLst>
                                          <p:attrName>style.opacity</p:attrName>
                                        </p:attrNameLst>
                                      </p:cBhvr>
                                      <p:to>
                                        <p:strVal val="0.75"/>
                                      </p:to>
                                    </p:set>
                                    <p:animEffect filter="image" prLst="opacity: 0.75">
                                      <p:cBhvr rctx="IE">
                                        <p:cTn id="7" dur="indefinite"/>
                                        <p:tgtEl>
                                          <p:spTgt spid="55305"/>
                                        </p:tgtEl>
                                      </p:cBhvr>
                                    </p:animEffect>
                                  </p:childTnLst>
                                </p:cTn>
                              </p:par>
                              <p:par>
                                <p:cTn id="8" presetID="9" presetClass="emph" presetSubtype="0" nodeType="withEffect">
                                  <p:stCondLst>
                                    <p:cond delay="0"/>
                                  </p:stCondLst>
                                  <p:childTnLst>
                                    <p:set>
                                      <p:cBhvr>
                                        <p:cTn id="9" dur="indefinite"/>
                                        <p:tgtEl>
                                          <p:spTgt spid="4"/>
                                        </p:tgtEl>
                                        <p:attrNameLst>
                                          <p:attrName>style.opacity</p:attrName>
                                        </p:attrNameLst>
                                      </p:cBhvr>
                                      <p:to>
                                        <p:strVal val="0.75"/>
                                      </p:to>
                                    </p:set>
                                    <p:animEffect filter="image" prLst="opacity: 0.75">
                                      <p:cBhvr rctx="IE">
                                        <p:cTn id="10" dur="indefinite"/>
                                        <p:tgtEl>
                                          <p:spTgt spid="4"/>
                                        </p:tgtEl>
                                      </p:cBhvr>
                                    </p:animEffect>
                                  </p:childTnLst>
                                </p:cTn>
                              </p:par>
                              <p:par>
                                <p:cTn id="11" presetID="9" presetClass="emph" presetSubtype="0" nodeType="withEffect">
                                  <p:stCondLst>
                                    <p:cond delay="0"/>
                                  </p:stCondLst>
                                  <p:childTnLst>
                                    <p:set>
                                      <p:cBhvr>
                                        <p:cTn id="12" dur="indefinite"/>
                                        <p:tgtEl>
                                          <p:spTgt spid="37"/>
                                        </p:tgtEl>
                                        <p:attrNameLst>
                                          <p:attrName>style.opacity</p:attrName>
                                        </p:attrNameLst>
                                      </p:cBhvr>
                                      <p:to>
                                        <p:strVal val="0.75"/>
                                      </p:to>
                                    </p:set>
                                    <p:animEffect filter="image" prLst="opacity: 0.75">
                                      <p:cBhvr rctx="IE">
                                        <p:cTn id="13" dur="indefinite"/>
                                        <p:tgtEl>
                                          <p:spTgt spid="37"/>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nodeType="clickEffect">
                                  <p:stCondLst>
                                    <p:cond delay="0"/>
                                  </p:stCondLst>
                                  <p:childTnLst>
                                    <p:animMotion origin="layout" path="M -6.25E-7 3.7037E-6 L -0.30976 -0.1132 " pathEditMode="relative" rAng="0" ptsTypes="AA">
                                      <p:cBhvr>
                                        <p:cTn id="17" dur="2000" fill="hold"/>
                                        <p:tgtEl>
                                          <p:spTgt spid="9"/>
                                        </p:tgtEl>
                                        <p:attrNameLst>
                                          <p:attrName>ppt_x</p:attrName>
                                          <p:attrName>ppt_y</p:attrName>
                                        </p:attrNameLst>
                                      </p:cBhvr>
                                      <p:rCtr x="-15495" y="-5671"/>
                                    </p:animMotion>
                                  </p:childTnLst>
                                </p:cTn>
                              </p:par>
                              <p:par>
                                <p:cTn id="18" presetID="10" presetClass="exit" presetSubtype="0" fill="hold" grpId="0" nodeType="withEffect">
                                  <p:stCondLst>
                                    <p:cond delay="0"/>
                                  </p:stCondLst>
                                  <p:childTnLst>
                                    <p:animEffect transition="out" filter="fade">
                                      <p:cBhvr>
                                        <p:cTn id="19" dur="500"/>
                                        <p:tgtEl>
                                          <p:spTgt spid="52"/>
                                        </p:tgtEl>
                                      </p:cBhvr>
                                    </p:animEffect>
                                    <p:set>
                                      <p:cBhvr>
                                        <p:cTn id="20" dur="1" fill="hold">
                                          <p:stCondLst>
                                            <p:cond delay="499"/>
                                          </p:stCondLst>
                                        </p:cTn>
                                        <p:tgtEl>
                                          <p:spTgt spid="52"/>
                                        </p:tgtEl>
                                        <p:attrNameLst>
                                          <p:attrName>style.visibility</p:attrName>
                                        </p:attrNameLst>
                                      </p:cBhvr>
                                      <p:to>
                                        <p:strVal val="hidden"/>
                                      </p:to>
                                    </p:set>
                                  </p:childTnLst>
                                </p:cTn>
                              </p:par>
                              <p:par>
                                <p:cTn id="21" presetID="10" presetClass="exit" presetSubtype="0" fill="hold" grpId="0" nodeType="withEffect">
                                  <p:stCondLst>
                                    <p:cond delay="0"/>
                                  </p:stCondLst>
                                  <p:childTnLst>
                                    <p:animEffect transition="out" filter="fade">
                                      <p:cBhvr>
                                        <p:cTn id="22" dur="500"/>
                                        <p:tgtEl>
                                          <p:spTgt spid="53"/>
                                        </p:tgtEl>
                                      </p:cBhvr>
                                    </p:animEffect>
                                    <p:set>
                                      <p:cBhvr>
                                        <p:cTn id="23" dur="1" fill="hold">
                                          <p:stCondLst>
                                            <p:cond delay="499"/>
                                          </p:stCondLst>
                                        </p:cTn>
                                        <p:tgtEl>
                                          <p:spTgt spid="5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55328"/>
                                        </p:tgtEl>
                                      </p:cBhvr>
                                    </p:animEffect>
                                    <p:set>
                                      <p:cBhvr>
                                        <p:cTn id="26" dur="1" fill="hold">
                                          <p:stCondLst>
                                            <p:cond delay="499"/>
                                          </p:stCondLst>
                                        </p:cTn>
                                        <p:tgtEl>
                                          <p:spTgt spid="55328"/>
                                        </p:tgtEl>
                                        <p:attrNameLst>
                                          <p:attrName>style.visibility</p:attrName>
                                        </p:attrNameLst>
                                      </p:cBhvr>
                                      <p:to>
                                        <p:strVal val="hidden"/>
                                      </p:to>
                                    </p:set>
                                  </p:childTnLst>
                                </p:cTn>
                              </p:par>
                              <p:par>
                                <p:cTn id="27" presetID="10" presetClass="exit" presetSubtype="0" fill="hold" grpId="0" nodeType="withEffect">
                                  <p:stCondLst>
                                    <p:cond delay="0"/>
                                  </p:stCondLst>
                                  <p:childTnLst>
                                    <p:animEffect transition="out" filter="fade">
                                      <p:cBhvr>
                                        <p:cTn id="28" dur="500"/>
                                        <p:tgtEl>
                                          <p:spTgt spid="13"/>
                                        </p:tgtEl>
                                      </p:cBhvr>
                                    </p:animEffect>
                                    <p:set>
                                      <p:cBhvr>
                                        <p:cTn id="29" dur="1" fill="hold">
                                          <p:stCondLst>
                                            <p:cond delay="499"/>
                                          </p:stCondLst>
                                        </p:cTn>
                                        <p:tgtEl>
                                          <p:spTgt spid="13"/>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500"/>
                                        <p:tgtEl>
                                          <p:spTgt spid="30"/>
                                        </p:tgtEl>
                                      </p:cBhvr>
                                    </p:animEffect>
                                    <p:set>
                                      <p:cBhvr>
                                        <p:cTn id="32" dur="1" fill="hold">
                                          <p:stCondLst>
                                            <p:cond delay="499"/>
                                          </p:stCondLst>
                                        </p:cTn>
                                        <p:tgtEl>
                                          <p:spTgt spid="30"/>
                                        </p:tgtEl>
                                        <p:attrNameLst>
                                          <p:attrName>style.visibility</p:attrName>
                                        </p:attrNameLst>
                                      </p:cBhvr>
                                      <p:to>
                                        <p:strVal val="hidden"/>
                                      </p:to>
                                    </p:set>
                                  </p:childTnLst>
                                </p:cTn>
                              </p:par>
                              <p:par>
                                <p:cTn id="33" presetID="10" presetClass="exit" presetSubtype="0" fill="hold" grpId="0" nodeType="withEffect">
                                  <p:stCondLst>
                                    <p:cond delay="0"/>
                                  </p:stCondLst>
                                  <p:childTnLst>
                                    <p:animEffect transition="out" filter="fade">
                                      <p:cBhvr>
                                        <p:cTn id="34" dur="500"/>
                                        <p:tgtEl>
                                          <p:spTgt spid="14"/>
                                        </p:tgtEl>
                                      </p:cBhvr>
                                    </p:animEffect>
                                    <p:set>
                                      <p:cBhvr>
                                        <p:cTn id="35" dur="1" fill="hold">
                                          <p:stCondLst>
                                            <p:cond delay="499"/>
                                          </p:stCondLst>
                                        </p:cTn>
                                        <p:tgtEl>
                                          <p:spTgt spid="14"/>
                                        </p:tgtEl>
                                        <p:attrNameLst>
                                          <p:attrName>style.visibility</p:attrName>
                                        </p:attrNameLst>
                                      </p:cBhvr>
                                      <p:to>
                                        <p:strVal val="hidden"/>
                                      </p:to>
                                    </p:set>
                                  </p:childTnLst>
                                </p:cTn>
                              </p:par>
                              <p:par>
                                <p:cTn id="36" presetID="10" presetClass="exit" presetSubtype="0" fill="hold" grpId="0" nodeType="withEffect">
                                  <p:stCondLst>
                                    <p:cond delay="0"/>
                                  </p:stCondLst>
                                  <p:childTnLst>
                                    <p:animEffect transition="out" filter="fade">
                                      <p:cBhvr>
                                        <p:cTn id="37" dur="500"/>
                                        <p:tgtEl>
                                          <p:spTgt spid="15"/>
                                        </p:tgtEl>
                                      </p:cBhvr>
                                    </p:animEffect>
                                    <p:set>
                                      <p:cBhvr>
                                        <p:cTn id="38" dur="1" fill="hold">
                                          <p:stCondLst>
                                            <p:cond delay="499"/>
                                          </p:stCondLst>
                                        </p:cTn>
                                        <p:tgtEl>
                                          <p:spTgt spid="15"/>
                                        </p:tgtEl>
                                        <p:attrNameLst>
                                          <p:attrName>style.visibility</p:attrName>
                                        </p:attrNameLst>
                                      </p:cBhvr>
                                      <p:to>
                                        <p:strVal val="hidden"/>
                                      </p:to>
                                    </p:set>
                                  </p:childTnLst>
                                </p:cTn>
                              </p:par>
                              <p:par>
                                <p:cTn id="39" presetID="10" presetClass="exit" presetSubtype="0" fill="hold" grpId="0" nodeType="withEffect">
                                  <p:stCondLst>
                                    <p:cond delay="0"/>
                                  </p:stCondLst>
                                  <p:childTnLst>
                                    <p:animEffect transition="out" filter="fade">
                                      <p:cBhvr>
                                        <p:cTn id="40" dur="500"/>
                                        <p:tgtEl>
                                          <p:spTgt spid="16"/>
                                        </p:tgtEl>
                                      </p:cBhvr>
                                    </p:animEffect>
                                    <p:set>
                                      <p:cBhvr>
                                        <p:cTn id="41" dur="1" fill="hold">
                                          <p:stCondLst>
                                            <p:cond delay="499"/>
                                          </p:stCondLst>
                                        </p:cTn>
                                        <p:tgtEl>
                                          <p:spTgt spid="16"/>
                                        </p:tgtEl>
                                        <p:attrNameLst>
                                          <p:attrName>style.visibility</p:attrName>
                                        </p:attrNameLst>
                                      </p:cBhvr>
                                      <p:to>
                                        <p:strVal val="hidden"/>
                                      </p:to>
                                    </p:set>
                                  </p:childTnLst>
                                </p:cTn>
                              </p:par>
                              <p:par>
                                <p:cTn id="42" presetID="22" presetClass="exit" presetSubtype="2" fill="hold" nodeType="withEffect">
                                  <p:stCondLst>
                                    <p:cond delay="0"/>
                                  </p:stCondLst>
                                  <p:childTnLst>
                                    <p:animEffect transition="out" filter="wipe(right)">
                                      <p:cBhvr>
                                        <p:cTn id="43" dur="500"/>
                                        <p:tgtEl>
                                          <p:spTgt spid="55318"/>
                                        </p:tgtEl>
                                      </p:cBhvr>
                                    </p:animEffect>
                                    <p:set>
                                      <p:cBhvr>
                                        <p:cTn id="44" dur="1" fill="hold">
                                          <p:stCondLst>
                                            <p:cond delay="499"/>
                                          </p:stCondLst>
                                        </p:cTn>
                                        <p:tgtEl>
                                          <p:spTgt spid="55318"/>
                                        </p:tgtEl>
                                        <p:attrNameLst>
                                          <p:attrName>style.visibility</p:attrName>
                                        </p:attrNameLst>
                                      </p:cBhvr>
                                      <p:to>
                                        <p:strVal val="hidden"/>
                                      </p:to>
                                    </p:set>
                                  </p:childTnLst>
                                </p:cTn>
                              </p:par>
                              <p:par>
                                <p:cTn id="45" presetID="22" presetClass="exit" presetSubtype="1" fill="hold" nodeType="withEffect">
                                  <p:stCondLst>
                                    <p:cond delay="0"/>
                                  </p:stCondLst>
                                  <p:childTnLst>
                                    <p:animEffect transition="out" filter="wipe(up)">
                                      <p:cBhvr>
                                        <p:cTn id="46" dur="500"/>
                                        <p:tgtEl>
                                          <p:spTgt spid="55317"/>
                                        </p:tgtEl>
                                      </p:cBhvr>
                                    </p:animEffect>
                                    <p:set>
                                      <p:cBhvr>
                                        <p:cTn id="47" dur="1" fill="hold">
                                          <p:stCondLst>
                                            <p:cond delay="499"/>
                                          </p:stCondLst>
                                        </p:cTn>
                                        <p:tgtEl>
                                          <p:spTgt spid="55317"/>
                                        </p:tgtEl>
                                        <p:attrNameLst>
                                          <p:attrName>style.visibility</p:attrName>
                                        </p:attrNameLst>
                                      </p:cBhvr>
                                      <p:to>
                                        <p:strVal val="hidden"/>
                                      </p:to>
                                    </p:set>
                                  </p:childTnLst>
                                </p:cTn>
                              </p:par>
                              <p:par>
                                <p:cTn id="48" presetID="22" presetClass="exit" presetSubtype="2" fill="hold" nodeType="withEffect">
                                  <p:stCondLst>
                                    <p:cond delay="0"/>
                                  </p:stCondLst>
                                  <p:childTnLst>
                                    <p:animEffect transition="out" filter="wipe(right)">
                                      <p:cBhvr>
                                        <p:cTn id="49" dur="500"/>
                                        <p:tgtEl>
                                          <p:spTgt spid="55330"/>
                                        </p:tgtEl>
                                      </p:cBhvr>
                                    </p:animEffect>
                                    <p:set>
                                      <p:cBhvr>
                                        <p:cTn id="50" dur="1" fill="hold">
                                          <p:stCondLst>
                                            <p:cond delay="499"/>
                                          </p:stCondLst>
                                        </p:cTn>
                                        <p:tgtEl>
                                          <p:spTgt spid="55330"/>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102"/>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99"/>
                                        </p:tgtEl>
                                        <p:attrNameLst>
                                          <p:attrName>style.visibility</p:attrName>
                                        </p:attrNameLst>
                                      </p:cBhvr>
                                      <p:to>
                                        <p:strVal val="hidden"/>
                                      </p:to>
                                    </p:set>
                                  </p:childTnLst>
                                </p:cTn>
                              </p:par>
                              <p:par>
                                <p:cTn id="55" presetID="1" presetClass="exit" presetSubtype="0" fill="hold" grpId="0" nodeType="withEffect">
                                  <p:stCondLst>
                                    <p:cond delay="0"/>
                                  </p:stCondLst>
                                  <p:childTnLst>
                                    <p:set>
                                      <p:cBhvr>
                                        <p:cTn id="56" dur="1" fill="hold">
                                          <p:stCondLst>
                                            <p:cond delay="0"/>
                                          </p:stCondLst>
                                        </p:cTn>
                                        <p:tgtEl>
                                          <p:spTgt spid="101"/>
                                        </p:tgtEl>
                                        <p:attrNameLst>
                                          <p:attrName>style.visibility</p:attrName>
                                        </p:attrNameLst>
                                      </p:cBhvr>
                                      <p:to>
                                        <p:strVal val="hidden"/>
                                      </p:to>
                                    </p:set>
                                  </p:childTnLst>
                                </p:cTn>
                              </p:par>
                              <p:par>
                                <p:cTn id="57" presetID="1" presetClass="exit" presetSubtype="0" fill="hold" grpId="0" nodeType="withEffect">
                                  <p:stCondLst>
                                    <p:cond delay="0"/>
                                  </p:stCondLst>
                                  <p:childTnLst>
                                    <p:set>
                                      <p:cBhvr>
                                        <p:cTn id="58" dur="1" fill="hold">
                                          <p:stCondLst>
                                            <p:cond delay="0"/>
                                          </p:stCondLst>
                                        </p:cTn>
                                        <p:tgtEl>
                                          <p:spTgt spid="100"/>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2" presetClass="exit" presetSubtype="4" fill="hold" nodeType="clickEffect">
                                  <p:stCondLst>
                                    <p:cond delay="0"/>
                                  </p:stCondLst>
                                  <p:childTnLst>
                                    <p:anim calcmode="lin" valueType="num">
                                      <p:cBhvr additive="base">
                                        <p:cTn id="62" dur="500"/>
                                        <p:tgtEl>
                                          <p:spTgt spid="8"/>
                                        </p:tgtEl>
                                        <p:attrNameLst>
                                          <p:attrName>ppt_x</p:attrName>
                                        </p:attrNameLst>
                                      </p:cBhvr>
                                      <p:tavLst>
                                        <p:tav tm="0">
                                          <p:val>
                                            <p:strVal val="ppt_x"/>
                                          </p:val>
                                        </p:tav>
                                        <p:tav tm="100000">
                                          <p:val>
                                            <p:strVal val="ppt_x"/>
                                          </p:val>
                                        </p:tav>
                                      </p:tavLst>
                                    </p:anim>
                                    <p:anim calcmode="lin" valueType="num">
                                      <p:cBhvr additive="base">
                                        <p:cTn id="63" dur="500"/>
                                        <p:tgtEl>
                                          <p:spTgt spid="8"/>
                                        </p:tgtEl>
                                        <p:attrNameLst>
                                          <p:attrName>ppt_y</p:attrName>
                                        </p:attrNameLst>
                                      </p:cBhvr>
                                      <p:tavLst>
                                        <p:tav tm="0">
                                          <p:val>
                                            <p:strVal val="ppt_y"/>
                                          </p:val>
                                        </p:tav>
                                        <p:tav tm="100000">
                                          <p:val>
                                            <p:strVal val="1+ppt_h/2"/>
                                          </p:val>
                                        </p:tav>
                                      </p:tavLst>
                                    </p:anim>
                                    <p:set>
                                      <p:cBhvr>
                                        <p:cTn id="64" dur="1" fill="hold">
                                          <p:stCondLst>
                                            <p:cond delay="499"/>
                                          </p:stCondLst>
                                        </p:cTn>
                                        <p:tgtEl>
                                          <p:spTgt spid="8"/>
                                        </p:tgtEl>
                                        <p:attrNameLst>
                                          <p:attrName>style.visibility</p:attrName>
                                        </p:attrNameLst>
                                      </p:cBhvr>
                                      <p:to>
                                        <p:strVal val="hidden"/>
                                      </p:to>
                                    </p:set>
                                  </p:childTnLst>
                                </p:cTn>
                              </p:par>
                              <p:par>
                                <p:cTn id="65" presetID="2" presetClass="exit" presetSubtype="4" fill="hold" grpId="0" nodeType="withEffect">
                                  <p:stCondLst>
                                    <p:cond delay="0"/>
                                  </p:stCondLst>
                                  <p:childTnLst>
                                    <p:anim calcmode="lin" valueType="num">
                                      <p:cBhvr additive="base">
                                        <p:cTn id="66" dur="500"/>
                                        <p:tgtEl>
                                          <p:spTgt spid="29"/>
                                        </p:tgtEl>
                                        <p:attrNameLst>
                                          <p:attrName>ppt_x</p:attrName>
                                        </p:attrNameLst>
                                      </p:cBhvr>
                                      <p:tavLst>
                                        <p:tav tm="0">
                                          <p:val>
                                            <p:strVal val="ppt_x"/>
                                          </p:val>
                                        </p:tav>
                                        <p:tav tm="100000">
                                          <p:val>
                                            <p:strVal val="ppt_x"/>
                                          </p:val>
                                        </p:tav>
                                      </p:tavLst>
                                    </p:anim>
                                    <p:anim calcmode="lin" valueType="num">
                                      <p:cBhvr additive="base">
                                        <p:cTn id="67" dur="500"/>
                                        <p:tgtEl>
                                          <p:spTgt spid="29"/>
                                        </p:tgtEl>
                                        <p:attrNameLst>
                                          <p:attrName>ppt_y</p:attrName>
                                        </p:attrNameLst>
                                      </p:cBhvr>
                                      <p:tavLst>
                                        <p:tav tm="0">
                                          <p:val>
                                            <p:strVal val="ppt_y"/>
                                          </p:val>
                                        </p:tav>
                                        <p:tav tm="100000">
                                          <p:val>
                                            <p:strVal val="1+ppt_h/2"/>
                                          </p:val>
                                        </p:tav>
                                      </p:tavLst>
                                    </p:anim>
                                    <p:set>
                                      <p:cBhvr>
                                        <p:cTn id="68" dur="1" fill="hold">
                                          <p:stCondLst>
                                            <p:cond delay="499"/>
                                          </p:stCondLst>
                                        </p:cTn>
                                        <p:tgtEl>
                                          <p:spTgt spid="29"/>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2"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wipe(right)">
                                      <p:cBhvr>
                                        <p:cTn id="73" dur="500"/>
                                        <p:tgtEl>
                                          <p:spTgt spid="12"/>
                                        </p:tgtEl>
                                      </p:cBhvr>
                                    </p:animEffect>
                                  </p:childTnLst>
                                </p:cTn>
                              </p:par>
                              <p:par>
                                <p:cTn id="74" presetID="22" presetClass="entr" presetSubtype="2" fill="hold" nodeType="with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wipe(right)">
                                      <p:cBhvr>
                                        <p:cTn id="76" dur="500"/>
                                        <p:tgtEl>
                                          <p:spTgt spid="23"/>
                                        </p:tgtEl>
                                      </p:cBhvr>
                                    </p:animEffect>
                                  </p:childTnLst>
                                </p:cTn>
                              </p:par>
                              <p:par>
                                <p:cTn id="77" presetID="22" presetClass="entr" presetSubtype="2" fill="hold"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wipe(right)">
                                      <p:cBhvr>
                                        <p:cTn id="79" dur="500"/>
                                        <p:tgtEl>
                                          <p:spTgt spid="45"/>
                                        </p:tgtEl>
                                      </p:cBhvr>
                                    </p:animEffect>
                                  </p:childTnLst>
                                </p:cTn>
                              </p:par>
                            </p:childTnLst>
                          </p:cTn>
                        </p:par>
                      </p:childTnLst>
                    </p:cTn>
                  </p:par>
                  <p:par>
                    <p:cTn id="80" fill="hold">
                      <p:stCondLst>
                        <p:cond delay="indefinite"/>
                      </p:stCondLst>
                      <p:childTnLst>
                        <p:par>
                          <p:cTn id="81" fill="hold">
                            <p:stCondLst>
                              <p:cond delay="0"/>
                            </p:stCondLst>
                            <p:childTnLst>
                              <p:par>
                                <p:cTn id="82" presetID="64" presetClass="path" presetSubtype="0" accel="50000" decel="50000" fill="hold" nodeType="clickEffect">
                                  <p:stCondLst>
                                    <p:cond delay="0"/>
                                  </p:stCondLst>
                                  <p:childTnLst>
                                    <p:animMotion origin="layout" path="M 6.25E-7 1.85185E-6 L 6.25E-7 -0.21296 " pathEditMode="relative" rAng="0" ptsTypes="AA">
                                      <p:cBhvr>
                                        <p:cTn id="83" dur="1000" fill="hold"/>
                                        <p:tgtEl>
                                          <p:spTgt spid="55305"/>
                                        </p:tgtEl>
                                        <p:attrNameLst>
                                          <p:attrName>ppt_x</p:attrName>
                                          <p:attrName>ppt_y</p:attrName>
                                        </p:attrNameLst>
                                      </p:cBhvr>
                                      <p:rCtr x="0" y="-10648"/>
                                    </p:animMotion>
                                  </p:childTnLst>
                                </p:cTn>
                              </p:par>
                            </p:childTnLst>
                          </p:cTn>
                        </p:par>
                        <p:par>
                          <p:cTn id="84" fill="hold">
                            <p:stCondLst>
                              <p:cond delay="1000"/>
                            </p:stCondLst>
                            <p:childTnLst>
                              <p:par>
                                <p:cTn id="85" presetID="63" presetClass="path" presetSubtype="0" accel="50000" decel="50000" fill="hold" nodeType="afterEffect">
                                  <p:stCondLst>
                                    <p:cond delay="0"/>
                                  </p:stCondLst>
                                  <p:childTnLst>
                                    <p:animMotion origin="layout" path="M 6.25E-7 -0.21296 L 0.28893 -0.21366 " pathEditMode="relative" rAng="0" ptsTypes="AA">
                                      <p:cBhvr>
                                        <p:cTn id="86" dur="1000" fill="hold"/>
                                        <p:tgtEl>
                                          <p:spTgt spid="55305"/>
                                        </p:tgtEl>
                                        <p:attrNameLst>
                                          <p:attrName>ppt_x</p:attrName>
                                          <p:attrName>ppt_y</p:attrName>
                                        </p:attrNameLst>
                                      </p:cBhvr>
                                      <p:rCtr x="14440" y="-46"/>
                                    </p:animMotion>
                                  </p:childTnLst>
                                </p:cTn>
                              </p:par>
                            </p:childTnLst>
                          </p:cTn>
                        </p:par>
                        <p:par>
                          <p:cTn id="87" fill="hold">
                            <p:stCondLst>
                              <p:cond delay="2000"/>
                            </p:stCondLst>
                            <p:childTnLst>
                              <p:par>
                                <p:cTn id="88" presetID="42" presetClass="path" presetSubtype="0" accel="50000" decel="50000" fill="hold" nodeType="afterEffect">
                                  <p:stCondLst>
                                    <p:cond delay="0"/>
                                  </p:stCondLst>
                                  <p:childTnLst>
                                    <p:animMotion origin="layout" path="M 0.28893 -0.21366 L 0.28958 -0.00116 " pathEditMode="relative" rAng="0" ptsTypes="AA">
                                      <p:cBhvr>
                                        <p:cTn id="89" dur="1000" fill="hold"/>
                                        <p:tgtEl>
                                          <p:spTgt spid="55305"/>
                                        </p:tgtEl>
                                        <p:attrNameLst>
                                          <p:attrName>ppt_x</p:attrName>
                                          <p:attrName>ppt_y</p:attrName>
                                        </p:attrNameLst>
                                      </p:cBhvr>
                                      <p:rCtr x="26" y="1062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52" grpId="0"/>
      <p:bldP spid="30" grpId="0"/>
      <p:bldP spid="53" grpId="0" animBg="1"/>
      <p:bldP spid="99" grpId="0"/>
      <p:bldP spid="100" grpId="0"/>
      <p:bldP spid="101" grpId="0"/>
      <p:bldP spid="13" grpId="0"/>
      <p:bldP spid="14" grpId="0"/>
      <p:bldP spid="15" grpId="0"/>
      <p:bldP spid="16" grpId="0"/>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a:spLocks noChangeArrowheads="1"/>
          </p:cNvSpPr>
          <p:nvPr/>
        </p:nvSpPr>
        <p:spPr bwMode="auto">
          <a:xfrm>
            <a:off x="4574348" y="1108075"/>
            <a:ext cx="3175000" cy="4248150"/>
          </a:xfrm>
          <a:prstGeom prst="rect">
            <a:avLst/>
          </a:prstGeom>
          <a:noFill/>
          <a:ln w="9525">
            <a:noFill/>
            <a:miter lim="800000"/>
          </a:ln>
        </p:spPr>
        <p:txBody>
          <a:bodyPr>
            <a:spAutoFit/>
          </a:bodyPr>
          <a:lstStyle/>
          <a:p>
            <a:pPr algn="just" eaLnBrk="0" hangingPunct="0"/>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void</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int</a:t>
            </a:r>
            <a:r>
              <a:rPr lang="en-US" altLang="zh-CN" b="1" dirty="0">
                <a:solidFill>
                  <a:srgbClr val="000000"/>
                </a:solidFill>
                <a:latin typeface="Courier New" panose="02070309020205020404" pitchFamily="49" charset="0"/>
              </a:rPr>
              <a:t> n,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x,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y,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z</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 {</a:t>
            </a:r>
          </a:p>
          <a:p>
            <a:pPr algn="just" eaLnBrk="0" hangingPunct="0"/>
            <a:r>
              <a:rPr lang="en-US" altLang="zh-CN" b="1" i="1" dirty="0">
                <a:solidFill>
                  <a:srgbClr val="000000"/>
                </a:solidFill>
                <a:latin typeface="Courier New" panose="02070309020205020404" pitchFamily="49" charset="0"/>
              </a:rPr>
              <a:t>1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if </a:t>
            </a:r>
            <a:r>
              <a:rPr lang="en-US" altLang="zh-CN" b="1" dirty="0">
                <a:solidFill>
                  <a:srgbClr val="000000"/>
                </a:solidFill>
                <a:latin typeface="Courier New" panose="02070309020205020404" pitchFamily="49" charset="0"/>
              </a:rPr>
              <a:t>(1 == n)</a:t>
            </a:r>
          </a:p>
          <a:p>
            <a:pPr algn="just" eaLnBrk="0" hangingPunct="0"/>
            <a:r>
              <a:rPr lang="en-US" altLang="zh-CN" b="1" i="1" dirty="0">
                <a:solidFill>
                  <a:srgbClr val="000000"/>
                </a:solidFill>
                <a:latin typeface="Courier New" panose="02070309020205020404" pitchFamily="49" charset="0"/>
              </a:rPr>
              <a:t>2</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move(x,1,z);</a:t>
            </a:r>
          </a:p>
          <a:p>
            <a:pPr algn="just" eaLnBrk="0" hangingPunct="0"/>
            <a:r>
              <a:rPr lang="en-US" altLang="zh-CN" b="1" i="1" dirty="0">
                <a:solidFill>
                  <a:srgbClr val="000000"/>
                </a:solidFill>
                <a:latin typeface="Courier New" panose="02070309020205020404" pitchFamily="49" charset="0"/>
              </a:rPr>
              <a:t>3</a:t>
            </a:r>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else {</a:t>
            </a:r>
            <a:endParaRPr lang="zh-CN" altLang="en-US" b="1" dirty="0">
              <a:solidFill>
                <a:srgbClr val="0000CC"/>
              </a:solidFill>
              <a:effectLst>
                <a:outerShdw blurRad="38100" dist="38100" dir="2700000" algn="tl">
                  <a:srgbClr val="000000">
                    <a:alpha val="43137"/>
                  </a:srgbClr>
                </a:outerShdw>
              </a:effectLst>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chemeClr val="accent6">
                    <a:lumMod val="50000"/>
                  </a:schemeClr>
                </a:solidFill>
                <a:latin typeface="Courier New" panose="02070309020205020404" pitchFamily="49" charset="0"/>
              </a:rPr>
              <a:t>//</a:t>
            </a:r>
            <a:r>
              <a:rPr lang="zh-CN" altLang="en-US" b="1" dirty="0">
                <a:solidFill>
                  <a:schemeClr val="accent6">
                    <a:lumMod val="50000"/>
                  </a:schemeClr>
                </a:solidFill>
                <a:latin typeface="楷体" panose="02010609060101010101" pitchFamily="49" charset="-122"/>
                <a:ea typeface="楷体" panose="02010609060101010101" pitchFamily="49" charset="-122"/>
              </a:rPr>
              <a:t>实参：</a:t>
            </a:r>
            <a:endParaRPr lang="zh-CN" altLang="en-US" b="1" dirty="0">
              <a:solidFill>
                <a:schemeClr val="accent6">
                  <a:lumMod val="50000"/>
                </a:schemeClr>
              </a:solidFill>
              <a:latin typeface="Courier New" panose="02070309020205020404" pitchFamily="49" charset="0"/>
              <a:ea typeface="楷体" panose="02010609060101010101" pitchFamily="49" charset="-122"/>
            </a:endParaRPr>
          </a:p>
          <a:p>
            <a:pPr algn="just" eaLnBrk="0" hangingPunct="0"/>
            <a:r>
              <a:rPr lang="en-US" altLang="zh-CN" b="1" i="1" dirty="0">
                <a:solidFill>
                  <a:srgbClr val="000000"/>
                </a:solidFill>
                <a:latin typeface="Courier New" panose="02070309020205020404" pitchFamily="49" charset="0"/>
              </a:rPr>
              <a:t>4</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(n–1,x,z,y);</a:t>
            </a:r>
          </a:p>
          <a:p>
            <a:pPr algn="just" eaLnBrk="0" hangingPunct="0"/>
            <a:r>
              <a:rPr lang="zh-CN" altLang="en-US" b="1" dirty="0">
                <a:solidFill>
                  <a:schemeClr val="accent6">
                    <a:lumMod val="50000"/>
                  </a:schemeClr>
                </a:solidFill>
                <a:latin typeface="Courier New" panose="02070309020205020404" pitchFamily="49" charset="0"/>
              </a:rPr>
              <a:t>    </a:t>
            </a:r>
            <a:r>
              <a:rPr lang="en-US" altLang="zh-CN" b="1" dirty="0">
                <a:solidFill>
                  <a:schemeClr val="accent6">
                    <a:lumMod val="50000"/>
                  </a:schemeClr>
                </a:solidFill>
                <a:latin typeface="Courier New" panose="02070309020205020404" pitchFamily="49" charset="0"/>
              </a:rPr>
              <a:t>//</a:t>
            </a:r>
            <a:r>
              <a:rPr lang="zh-CN" altLang="en-US" b="1" dirty="0">
                <a:solidFill>
                  <a:schemeClr val="accent6">
                    <a:lumMod val="50000"/>
                  </a:schemeClr>
                </a:solidFill>
                <a:latin typeface="楷体" panose="02010609060101010101" pitchFamily="49" charset="-122"/>
                <a:ea typeface="楷体" panose="02010609060101010101" pitchFamily="49" charset="-122"/>
              </a:rPr>
              <a:t>实参：</a:t>
            </a:r>
            <a:endParaRPr lang="en-US" altLang="zh-CN" b="1" i="1" dirty="0">
              <a:solidFill>
                <a:schemeClr val="accent6">
                  <a:lumMod val="50000"/>
                </a:schemeClr>
              </a:solidFill>
              <a:latin typeface="Courier New" panose="02070309020205020404" pitchFamily="49" charset="0"/>
            </a:endParaRPr>
          </a:p>
          <a:p>
            <a:pPr algn="just" eaLnBrk="0" hangingPunct="0"/>
            <a:r>
              <a:rPr lang="en-US" altLang="zh-CN" b="1" i="1" dirty="0">
                <a:solidFill>
                  <a:srgbClr val="000000"/>
                </a:solidFill>
                <a:latin typeface="Courier New" panose="02070309020205020404" pitchFamily="49" charset="0"/>
              </a:rPr>
              <a:t>5</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move(</a:t>
            </a:r>
            <a:r>
              <a:rPr lang="en-US" altLang="zh-CN" b="1" dirty="0" err="1">
                <a:solidFill>
                  <a:srgbClr val="000000"/>
                </a:solidFill>
                <a:latin typeface="Courier New" panose="02070309020205020404" pitchFamily="49" charset="0"/>
              </a:rPr>
              <a:t>x,n,z</a:t>
            </a:r>
            <a:r>
              <a:rPr lang="en-US" altLang="zh-CN" b="1" dirty="0">
                <a:solidFill>
                  <a:srgbClr val="000000"/>
                </a:solidFill>
                <a:latin typeface="Courier New" panose="02070309020205020404" pitchFamily="49" charset="0"/>
              </a:rPr>
              <a:t>);</a:t>
            </a:r>
          </a:p>
          <a:p>
            <a:pPr algn="just" eaLnBrk="0" hangingPunct="0"/>
            <a:r>
              <a:rPr lang="en-US" altLang="zh-CN" b="1" i="1" dirty="0">
                <a:solidFill>
                  <a:srgbClr val="000000"/>
                </a:solidFill>
                <a:latin typeface="Courier New" panose="02070309020205020404" pitchFamily="49" charset="0"/>
              </a:rPr>
              <a:t>6</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(n–1,y,x,z);</a:t>
            </a:r>
          </a:p>
          <a:p>
            <a:pPr algn="just" eaLnBrk="0" hangingPunct="0"/>
            <a:r>
              <a:rPr lang="en-US" altLang="zh-CN" b="1" i="1" dirty="0">
                <a:solidFill>
                  <a:srgbClr val="000000"/>
                </a:solidFill>
                <a:latin typeface="Courier New" panose="02070309020205020404" pitchFamily="49" charset="0"/>
              </a:rPr>
              <a:t>7</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a:t>
            </a:r>
            <a:r>
              <a:rPr lang="en-US" altLang="zh-CN" b="1" dirty="0">
                <a:solidFill>
                  <a:srgbClr val="000000"/>
                </a:solidFill>
                <a:latin typeface="Courier New" panose="02070309020205020404" pitchFamily="49" charset="0"/>
              </a:rPr>
              <a:t> </a:t>
            </a:r>
          </a:p>
          <a:p>
            <a:pPr algn="just" eaLnBrk="0" hangingPunct="0"/>
            <a:r>
              <a:rPr lang="en-US" altLang="zh-CN" b="1" i="1" dirty="0">
                <a:solidFill>
                  <a:srgbClr val="000000"/>
                </a:solidFill>
                <a:latin typeface="Courier New" panose="02070309020205020404" pitchFamily="49" charset="0"/>
              </a:rPr>
              <a:t>8</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a:t>
            </a:r>
          </a:p>
        </p:txBody>
      </p:sp>
      <p:sp>
        <p:nvSpPr>
          <p:cNvPr id="55298" name="矩形 3"/>
          <p:cNvSpPr>
            <a:spLocks noChangeArrowheads="1"/>
          </p:cNvSpPr>
          <p:nvPr/>
        </p:nvSpPr>
        <p:spPr bwMode="auto">
          <a:xfrm>
            <a:off x="752017" y="1168689"/>
            <a:ext cx="3175001" cy="3970337"/>
          </a:xfrm>
          <a:prstGeom prst="rect">
            <a:avLst/>
          </a:prstGeom>
          <a:noFill/>
          <a:ln w="9525">
            <a:noFill/>
            <a:miter lim="800000"/>
          </a:ln>
        </p:spPr>
        <p:txBody>
          <a:bodyPr>
            <a:spAutoFit/>
          </a:bodyPr>
          <a:lstStyle/>
          <a:p>
            <a:pPr algn="just" eaLnBrk="0" hangingPunct="0"/>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void</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int</a:t>
            </a:r>
            <a:r>
              <a:rPr lang="en-US" altLang="zh-CN" b="1" dirty="0">
                <a:solidFill>
                  <a:srgbClr val="000000"/>
                </a:solidFill>
                <a:latin typeface="Courier New" panose="02070309020205020404" pitchFamily="49" charset="0"/>
              </a:rPr>
              <a:t> n,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x,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y, </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char</a:t>
            </a:r>
            <a:r>
              <a:rPr lang="en-US" altLang="zh-CN" b="1" dirty="0">
                <a:solidFill>
                  <a:srgbClr val="000000"/>
                </a:solidFill>
                <a:latin typeface="Courier New" panose="02070309020205020404" pitchFamily="49" charset="0"/>
              </a:rPr>
              <a:t> z</a:t>
            </a:r>
            <a:endParaRPr lang="zh-CN" altLang="en-US" b="1" dirty="0">
              <a:solidFill>
                <a:srgbClr val="000000"/>
              </a:solidFill>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rgbClr val="0000CC"/>
                </a:solidFill>
                <a:latin typeface="Courier New" panose="02070309020205020404" pitchFamily="49" charset="0"/>
              </a:rPr>
              <a:t>)</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 {</a:t>
            </a:r>
          </a:p>
          <a:p>
            <a:pPr algn="just" eaLnBrk="0" hangingPunct="0"/>
            <a:r>
              <a:rPr lang="en-US" altLang="zh-CN" b="1" i="1" dirty="0">
                <a:solidFill>
                  <a:srgbClr val="000000"/>
                </a:solidFill>
                <a:latin typeface="Courier New" panose="02070309020205020404" pitchFamily="49" charset="0"/>
              </a:rPr>
              <a:t>1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if </a:t>
            </a:r>
            <a:r>
              <a:rPr lang="en-US" altLang="zh-CN" b="1" dirty="0">
                <a:solidFill>
                  <a:srgbClr val="000000"/>
                </a:solidFill>
                <a:latin typeface="Courier New" panose="02070309020205020404" pitchFamily="49" charset="0"/>
              </a:rPr>
              <a:t>(1 == n)</a:t>
            </a:r>
          </a:p>
          <a:p>
            <a:pPr algn="just" eaLnBrk="0" hangingPunct="0"/>
            <a:r>
              <a:rPr lang="en-US" altLang="zh-CN" b="1" i="1" dirty="0">
                <a:solidFill>
                  <a:srgbClr val="000000"/>
                </a:solidFill>
                <a:latin typeface="Courier New" panose="02070309020205020404" pitchFamily="49" charset="0"/>
              </a:rPr>
              <a:t>2</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move(x,1,z);</a:t>
            </a:r>
          </a:p>
          <a:p>
            <a:pPr algn="just" eaLnBrk="0" hangingPunct="0"/>
            <a:r>
              <a:rPr lang="en-US" altLang="zh-CN" b="1" i="1" dirty="0">
                <a:solidFill>
                  <a:srgbClr val="000000"/>
                </a:solidFill>
                <a:latin typeface="Courier New" panose="02070309020205020404" pitchFamily="49" charset="0"/>
              </a:rPr>
              <a:t>3</a:t>
            </a:r>
            <a:r>
              <a:rPr lang="zh-CN" altLang="en-US"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else {</a:t>
            </a:r>
            <a:endParaRPr lang="zh-CN" altLang="en-US" b="1" dirty="0">
              <a:solidFill>
                <a:srgbClr val="0000CC"/>
              </a:solidFill>
              <a:effectLst>
                <a:outerShdw blurRad="38100" dist="38100" dir="2700000" algn="tl">
                  <a:srgbClr val="000000">
                    <a:alpha val="43137"/>
                  </a:srgbClr>
                </a:outerShdw>
              </a:effectLst>
              <a:latin typeface="Courier New" panose="02070309020205020404" pitchFamily="49" charset="0"/>
            </a:endParaRPr>
          </a:p>
          <a:p>
            <a:pPr algn="just" eaLnBrk="0" hangingPunct="0"/>
            <a:r>
              <a:rPr lang="zh-CN" altLang="en-US" b="1" dirty="0">
                <a:solidFill>
                  <a:srgbClr val="000000"/>
                </a:solidFill>
                <a:latin typeface="Courier New" panose="02070309020205020404" pitchFamily="49" charset="0"/>
              </a:rPr>
              <a:t>    </a:t>
            </a:r>
            <a:r>
              <a:rPr lang="en-US" altLang="zh-CN" b="1" dirty="0">
                <a:solidFill>
                  <a:schemeClr val="accent6">
                    <a:lumMod val="50000"/>
                  </a:schemeClr>
                </a:solidFill>
                <a:latin typeface="Courier New" panose="02070309020205020404" pitchFamily="49" charset="0"/>
              </a:rPr>
              <a:t>//</a:t>
            </a:r>
            <a:r>
              <a:rPr lang="zh-CN" altLang="en-US" b="1" dirty="0">
                <a:solidFill>
                  <a:schemeClr val="accent6">
                    <a:lumMod val="50000"/>
                  </a:schemeClr>
                </a:solidFill>
                <a:latin typeface="楷体" panose="02010609060101010101" pitchFamily="49" charset="-122"/>
                <a:ea typeface="楷体" panose="02010609060101010101" pitchFamily="49" charset="-122"/>
              </a:rPr>
              <a:t>实参：</a:t>
            </a:r>
            <a:endParaRPr lang="zh-CN" altLang="en-US" b="1" i="1" dirty="0">
              <a:solidFill>
                <a:schemeClr val="accent6">
                  <a:lumMod val="50000"/>
                </a:schemeClr>
              </a:solidFill>
              <a:latin typeface="Courier New" panose="02070309020205020404" pitchFamily="49" charset="0"/>
              <a:ea typeface="楷体" panose="02010609060101010101" pitchFamily="49" charset="-122"/>
            </a:endParaRPr>
          </a:p>
          <a:p>
            <a:pPr algn="just" eaLnBrk="0" hangingPunct="0"/>
            <a:r>
              <a:rPr lang="en-US" altLang="zh-CN" b="1" i="1" dirty="0">
                <a:solidFill>
                  <a:srgbClr val="000000"/>
                </a:solidFill>
                <a:latin typeface="Courier New" panose="02070309020205020404" pitchFamily="49" charset="0"/>
              </a:rPr>
              <a:t>4</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(n–1,x,z,y);</a:t>
            </a:r>
          </a:p>
          <a:p>
            <a:pPr algn="just" eaLnBrk="0" hangingPunct="0"/>
            <a:r>
              <a:rPr lang="en-US" altLang="zh-CN" b="1" i="1" dirty="0">
                <a:solidFill>
                  <a:srgbClr val="000000"/>
                </a:solidFill>
                <a:latin typeface="Courier New" panose="02070309020205020404" pitchFamily="49" charset="0"/>
              </a:rPr>
              <a:t>5</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move(</a:t>
            </a:r>
            <a:r>
              <a:rPr lang="en-US" altLang="zh-CN" b="1" dirty="0" err="1">
                <a:solidFill>
                  <a:srgbClr val="000000"/>
                </a:solidFill>
                <a:latin typeface="Courier New" panose="02070309020205020404" pitchFamily="49" charset="0"/>
              </a:rPr>
              <a:t>x,n,z</a:t>
            </a:r>
            <a:r>
              <a:rPr lang="en-US" altLang="zh-CN" b="1" dirty="0">
                <a:solidFill>
                  <a:srgbClr val="000000"/>
                </a:solidFill>
                <a:latin typeface="Courier New" panose="02070309020205020404" pitchFamily="49" charset="0"/>
              </a:rPr>
              <a:t>);</a:t>
            </a:r>
          </a:p>
          <a:p>
            <a:pPr algn="just" eaLnBrk="0" hangingPunct="0"/>
            <a:r>
              <a:rPr lang="en-US" altLang="zh-CN" b="1" i="1" dirty="0">
                <a:solidFill>
                  <a:srgbClr val="000000"/>
                </a:solidFill>
                <a:latin typeface="Courier New" panose="02070309020205020404" pitchFamily="49" charset="0"/>
              </a:rPr>
              <a:t>6</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hanoi</a:t>
            </a:r>
            <a:r>
              <a:rPr lang="en-US" altLang="zh-CN" b="1" dirty="0">
                <a:solidFill>
                  <a:srgbClr val="000000"/>
                </a:solidFill>
                <a:latin typeface="Courier New" panose="02070309020205020404" pitchFamily="49" charset="0"/>
              </a:rPr>
              <a:t>(n–1,y,x,z);</a:t>
            </a:r>
          </a:p>
          <a:p>
            <a:pPr algn="just" eaLnBrk="0" hangingPunct="0"/>
            <a:r>
              <a:rPr lang="en-US" altLang="zh-CN" b="1" i="1" dirty="0">
                <a:solidFill>
                  <a:srgbClr val="000000"/>
                </a:solidFill>
                <a:latin typeface="Courier New" panose="02070309020205020404" pitchFamily="49" charset="0"/>
              </a:rPr>
              <a:t>7</a:t>
            </a:r>
            <a:r>
              <a:rPr lang="zh-CN" altLang="en-US" b="1" dirty="0">
                <a:solidFill>
                  <a:srgbClr val="000000"/>
                </a:solidFill>
                <a:latin typeface="Courier New" panose="02070309020205020404" pitchFamily="49" charset="0"/>
              </a:rPr>
              <a:t> </a:t>
            </a:r>
            <a:r>
              <a:rPr lang="en-US" altLang="zh-CN" b="1" dirty="0">
                <a:solidFill>
                  <a:srgbClr val="000000"/>
                </a:solidFill>
                <a:latin typeface="Courier New" panose="02070309020205020404" pitchFamily="49" charset="0"/>
              </a:rPr>
              <a:t> </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a:t>
            </a:r>
            <a:r>
              <a:rPr lang="en-US" altLang="zh-CN" b="1" dirty="0">
                <a:solidFill>
                  <a:srgbClr val="000000"/>
                </a:solidFill>
                <a:latin typeface="Courier New" panose="02070309020205020404" pitchFamily="49" charset="0"/>
              </a:rPr>
              <a:t> </a:t>
            </a:r>
          </a:p>
          <a:p>
            <a:pPr algn="just" eaLnBrk="0" hangingPunct="0"/>
            <a:r>
              <a:rPr lang="en-US" altLang="zh-CN" b="1" i="1" dirty="0">
                <a:solidFill>
                  <a:srgbClr val="000000"/>
                </a:solidFill>
                <a:latin typeface="Courier New" panose="02070309020205020404" pitchFamily="49" charset="0"/>
              </a:rPr>
              <a:t>8</a:t>
            </a:r>
            <a:r>
              <a:rPr lang="en-US" altLang="zh-CN" b="1" dirty="0">
                <a:solidFill>
                  <a:srgbClr val="0000CC"/>
                </a:solidFill>
                <a:effectLst>
                  <a:outerShdw blurRad="38100" dist="38100" dir="2700000" algn="tl">
                    <a:srgbClr val="000000">
                      <a:alpha val="43137"/>
                    </a:srgbClr>
                  </a:outerShdw>
                </a:effectLst>
                <a:latin typeface="Courier New" panose="02070309020205020404" pitchFamily="49" charset="0"/>
              </a:rPr>
              <a:t>}</a:t>
            </a:r>
          </a:p>
        </p:txBody>
      </p:sp>
      <p:sp>
        <p:nvSpPr>
          <p:cNvPr id="55300" name="直接连接符 10"/>
          <p:cNvSpPr>
            <a:spLocks noChangeShapeType="1"/>
          </p:cNvSpPr>
          <p:nvPr/>
        </p:nvSpPr>
        <p:spPr bwMode="auto">
          <a:xfrm>
            <a:off x="2662238" y="5340351"/>
            <a:ext cx="0" cy="1389063"/>
          </a:xfrm>
          <a:prstGeom prst="line">
            <a:avLst/>
          </a:prstGeom>
          <a:noFill/>
          <a:ln w="63500">
            <a:solidFill>
              <a:schemeClr val="tx1"/>
            </a:solidFill>
            <a:miter lim="800000"/>
          </a:ln>
        </p:spPr>
        <p:txBody>
          <a:bodyPr/>
          <a:lstStyle/>
          <a:p>
            <a:endParaRPr lang="zh-CN" altLang="en-US"/>
          </a:p>
        </p:txBody>
      </p:sp>
      <p:sp>
        <p:nvSpPr>
          <p:cNvPr id="55301" name="直接连接符 11"/>
          <p:cNvSpPr>
            <a:spLocks noChangeShapeType="1"/>
          </p:cNvSpPr>
          <p:nvPr/>
        </p:nvSpPr>
        <p:spPr bwMode="auto">
          <a:xfrm>
            <a:off x="4437063" y="5389563"/>
            <a:ext cx="0" cy="1325562"/>
          </a:xfrm>
          <a:prstGeom prst="line">
            <a:avLst/>
          </a:prstGeom>
          <a:noFill/>
          <a:ln w="63500">
            <a:solidFill>
              <a:schemeClr val="tx1"/>
            </a:solidFill>
            <a:miter lim="800000"/>
          </a:ln>
        </p:spPr>
        <p:txBody>
          <a:bodyPr/>
          <a:lstStyle/>
          <a:p>
            <a:endParaRPr lang="zh-CN" altLang="en-US"/>
          </a:p>
        </p:txBody>
      </p:sp>
      <p:sp>
        <p:nvSpPr>
          <p:cNvPr id="55302" name="直接连接符 12"/>
          <p:cNvSpPr>
            <a:spLocks noChangeShapeType="1"/>
          </p:cNvSpPr>
          <p:nvPr/>
        </p:nvSpPr>
        <p:spPr bwMode="auto">
          <a:xfrm>
            <a:off x="6192838" y="5389563"/>
            <a:ext cx="0" cy="1325562"/>
          </a:xfrm>
          <a:prstGeom prst="line">
            <a:avLst/>
          </a:prstGeom>
          <a:noFill/>
          <a:ln w="63500">
            <a:solidFill>
              <a:schemeClr val="tx1"/>
            </a:solidFill>
            <a:miter lim="800000"/>
          </a:ln>
        </p:spPr>
        <p:txBody>
          <a:bodyPr/>
          <a:lstStyle/>
          <a:p>
            <a:endParaRPr lang="zh-CN" altLang="en-US"/>
          </a:p>
        </p:txBody>
      </p:sp>
      <p:sp>
        <p:nvSpPr>
          <p:cNvPr id="19" name="文本框 16"/>
          <p:cNvSpPr>
            <a:spLocks noChangeArrowheads="1"/>
          </p:cNvSpPr>
          <p:nvPr/>
        </p:nvSpPr>
        <p:spPr bwMode="auto">
          <a:xfrm>
            <a:off x="2460625" y="4846639"/>
            <a:ext cx="433132" cy="584775"/>
          </a:xfrm>
          <a:prstGeom prst="rect">
            <a:avLst/>
          </a:prstGeom>
          <a:noFill/>
          <a:ln w="9525">
            <a:noFill/>
            <a:miter lim="800000"/>
          </a:ln>
        </p:spPr>
        <p:txBody>
          <a:bodyPr wrap="none">
            <a:spAutoFit/>
          </a:bodyPr>
          <a:lstStyle/>
          <a:p>
            <a:pPr>
              <a:buFont typeface="Arial" panose="020B0604020202020204" pitchFamily="34" charset="0"/>
              <a:buNone/>
            </a:pPr>
            <a:r>
              <a:rPr lang="en-US" altLang="zh-CN" sz="3200" b="1" dirty="0">
                <a:solidFill>
                  <a:srgbClr val="000000"/>
                </a:solidFill>
                <a:latin typeface="Calibri" panose="020F0502020204030204" pitchFamily="34" charset="0"/>
                <a:sym typeface="Calibri" panose="020F0502020204030204" pitchFamily="34" charset="0"/>
              </a:rPr>
              <a:t>A</a:t>
            </a:r>
            <a:endParaRPr lang="zh-CN" altLang="en-US" sz="3200" b="1" dirty="0">
              <a:solidFill>
                <a:srgbClr val="000000"/>
              </a:solidFill>
              <a:latin typeface="Calibri" panose="020F0502020204030204" pitchFamily="34" charset="0"/>
              <a:sym typeface="宋体" panose="02010600030101010101" pitchFamily="2" charset="-122"/>
            </a:endParaRPr>
          </a:p>
        </p:txBody>
      </p:sp>
      <p:sp>
        <p:nvSpPr>
          <p:cNvPr id="55307" name="文本框 20"/>
          <p:cNvSpPr>
            <a:spLocks noChangeArrowheads="1"/>
          </p:cNvSpPr>
          <p:nvPr/>
        </p:nvSpPr>
        <p:spPr bwMode="auto">
          <a:xfrm>
            <a:off x="5995988" y="4860926"/>
            <a:ext cx="402674" cy="584775"/>
          </a:xfrm>
          <a:prstGeom prst="rect">
            <a:avLst/>
          </a:prstGeom>
          <a:noFill/>
          <a:ln w="9525">
            <a:noFill/>
            <a:miter lim="800000"/>
          </a:ln>
        </p:spPr>
        <p:txBody>
          <a:bodyPr wrap="none">
            <a:spAutoFit/>
          </a:bodyPr>
          <a:lstStyle/>
          <a:p>
            <a:pPr>
              <a:buFont typeface="Arial" panose="020B0604020202020204" pitchFamily="34" charset="0"/>
              <a:buNone/>
            </a:pPr>
            <a:r>
              <a:rPr lang="en-US" altLang="zh-CN" sz="3200" b="1">
                <a:solidFill>
                  <a:srgbClr val="000000"/>
                </a:solidFill>
                <a:latin typeface="Calibri" panose="020F0502020204030204" pitchFamily="34" charset="0"/>
                <a:sym typeface="Calibri" panose="020F0502020204030204" pitchFamily="34" charset="0"/>
              </a:rPr>
              <a:t>C</a:t>
            </a:r>
            <a:endParaRPr lang="zh-CN" altLang="en-US" sz="3200" b="1">
              <a:solidFill>
                <a:srgbClr val="000000"/>
              </a:solidFill>
              <a:latin typeface="Calibri" panose="020F0502020204030204" pitchFamily="34" charset="0"/>
              <a:sym typeface="宋体" panose="02010600030101010101" pitchFamily="2" charset="-122"/>
            </a:endParaRPr>
          </a:p>
        </p:txBody>
      </p:sp>
      <p:sp>
        <p:nvSpPr>
          <p:cNvPr id="21" name="文本框 24"/>
          <p:cNvSpPr>
            <a:spLocks noChangeArrowheads="1"/>
          </p:cNvSpPr>
          <p:nvPr/>
        </p:nvSpPr>
        <p:spPr bwMode="auto">
          <a:xfrm>
            <a:off x="4251325" y="4840289"/>
            <a:ext cx="415498" cy="584775"/>
          </a:xfrm>
          <a:prstGeom prst="rect">
            <a:avLst/>
          </a:prstGeom>
          <a:noFill/>
          <a:ln w="9525">
            <a:noFill/>
            <a:miter lim="800000"/>
          </a:ln>
        </p:spPr>
        <p:txBody>
          <a:bodyPr wrap="none">
            <a:spAutoFit/>
          </a:bodyPr>
          <a:lstStyle/>
          <a:p>
            <a:pPr>
              <a:buFont typeface="Arial" panose="020B0604020202020204" pitchFamily="34" charset="0"/>
              <a:buNone/>
            </a:pPr>
            <a:r>
              <a:rPr lang="en-US" altLang="zh-CN" sz="3200" b="1">
                <a:solidFill>
                  <a:srgbClr val="000000"/>
                </a:solidFill>
                <a:latin typeface="Calibri" panose="020F0502020204030204" pitchFamily="34" charset="0"/>
                <a:sym typeface="Calibri" panose="020F0502020204030204" pitchFamily="34" charset="0"/>
              </a:rPr>
              <a:t>B</a:t>
            </a:r>
            <a:endParaRPr lang="zh-CN" altLang="en-US" sz="3200" b="1">
              <a:solidFill>
                <a:srgbClr val="000000"/>
              </a:solidFill>
              <a:latin typeface="Calibri" panose="020F0502020204030204" pitchFamily="34" charset="0"/>
              <a:sym typeface="宋体" panose="02010600030101010101" pitchFamily="2" charset="-122"/>
            </a:endParaRPr>
          </a:p>
        </p:txBody>
      </p:sp>
      <p:sp>
        <p:nvSpPr>
          <p:cNvPr id="49" name="文本框 16"/>
          <p:cNvSpPr>
            <a:spLocks noChangeArrowheads="1"/>
          </p:cNvSpPr>
          <p:nvPr/>
        </p:nvSpPr>
        <p:spPr bwMode="auto">
          <a:xfrm>
            <a:off x="1435392" y="4619359"/>
            <a:ext cx="1231427"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zh-CN" altLang="en-US"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第</a:t>
            </a:r>
            <a:r>
              <a:rPr lang="en-US" altLang="zh-CN"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0</a:t>
            </a:r>
            <a:r>
              <a:rPr lang="zh-CN" altLang="en-US"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层调用</a:t>
            </a:r>
          </a:p>
        </p:txBody>
      </p:sp>
      <p:sp>
        <p:nvSpPr>
          <p:cNvPr id="53" name="文本框 16"/>
          <p:cNvSpPr>
            <a:spLocks noChangeArrowheads="1"/>
          </p:cNvSpPr>
          <p:nvPr/>
        </p:nvSpPr>
        <p:spPr bwMode="auto">
          <a:xfrm>
            <a:off x="5531881" y="4663992"/>
            <a:ext cx="1231427" cy="369332"/>
          </a:xfrm>
          <a:prstGeom prst="rect">
            <a:avLst/>
          </a:prstGeom>
          <a:noFill/>
          <a:ln w="12700">
            <a:gradFill>
              <a:gsLst>
                <a:gs pos="7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miter lim="800000"/>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defRPr/>
            </a:pPr>
            <a:r>
              <a:rPr lang="zh-CN" altLang="en-US"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第</a:t>
            </a:r>
            <a:r>
              <a:rPr lang="en-US" altLang="zh-CN"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1</a:t>
            </a:r>
            <a:r>
              <a:rPr lang="zh-CN" altLang="en-US" b="1" dirty="0">
                <a:solidFill>
                  <a:srgbClr val="7030A0"/>
                </a:solidFill>
                <a:effectLst>
                  <a:outerShdw blurRad="38100" dist="38100" dir="2700000" algn="tl">
                    <a:srgbClr val="000000">
                      <a:alpha val="43137"/>
                    </a:srgbClr>
                  </a:outerShdw>
                </a:effectLst>
                <a:latin typeface="Calibri" panose="020F0502020204030204" pitchFamily="34" charset="0"/>
                <a:sym typeface="宋体" panose="02010600030101010101" pitchFamily="2" charset="-122"/>
              </a:rPr>
              <a:t>层调用</a:t>
            </a:r>
          </a:p>
        </p:txBody>
      </p:sp>
      <p:cxnSp>
        <p:nvCxnSpPr>
          <p:cNvPr id="55317" name="直接连接符 56"/>
          <p:cNvCxnSpPr>
            <a:cxnSpLocks noChangeShapeType="1"/>
          </p:cNvCxnSpPr>
          <p:nvPr/>
        </p:nvCxnSpPr>
        <p:spPr bwMode="auto">
          <a:xfrm flipV="1">
            <a:off x="4236789" y="1299370"/>
            <a:ext cx="0" cy="3218815"/>
          </a:xfrm>
          <a:prstGeom prst="line">
            <a:avLst/>
          </a:prstGeom>
          <a:noFill/>
          <a:ln w="19050" algn="ctr">
            <a:solidFill>
              <a:srgbClr val="7030A0"/>
            </a:solidFill>
            <a:round/>
          </a:ln>
        </p:spPr>
      </p:cxnSp>
      <p:cxnSp>
        <p:nvCxnSpPr>
          <p:cNvPr id="55318" name="直接箭头连接符 58"/>
          <p:cNvCxnSpPr>
            <a:cxnSpLocks noChangeShapeType="1"/>
          </p:cNvCxnSpPr>
          <p:nvPr/>
        </p:nvCxnSpPr>
        <p:spPr bwMode="auto">
          <a:xfrm>
            <a:off x="4226212" y="1295401"/>
            <a:ext cx="301720" cy="0"/>
          </a:xfrm>
          <a:prstGeom prst="straightConnector1">
            <a:avLst/>
          </a:prstGeom>
          <a:noFill/>
          <a:ln w="19050" algn="ctr">
            <a:solidFill>
              <a:srgbClr val="7030A0"/>
            </a:solidFill>
            <a:round/>
            <a:tailEnd type="triangle" w="med" len="med"/>
          </a:ln>
        </p:spPr>
      </p:cxnSp>
      <p:sp>
        <p:nvSpPr>
          <p:cNvPr id="55319" name="矩形 61"/>
          <p:cNvSpPr>
            <a:spLocks noChangeArrowheads="1"/>
          </p:cNvSpPr>
          <p:nvPr/>
        </p:nvSpPr>
        <p:spPr bwMode="auto">
          <a:xfrm>
            <a:off x="3808204" y="1155986"/>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3</a:t>
            </a:r>
            <a:endParaRPr lang="zh-CN" altLang="en-US" sz="2000" b="1" dirty="0">
              <a:solidFill>
                <a:srgbClr val="3333FF"/>
              </a:solidFill>
            </a:endParaRPr>
          </a:p>
        </p:txBody>
      </p:sp>
      <p:sp>
        <p:nvSpPr>
          <p:cNvPr id="55320" name="矩形 64"/>
          <p:cNvSpPr>
            <a:spLocks noChangeArrowheads="1"/>
          </p:cNvSpPr>
          <p:nvPr/>
        </p:nvSpPr>
        <p:spPr bwMode="auto">
          <a:xfrm>
            <a:off x="2293143" y="3408310"/>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2</a:t>
            </a:r>
            <a:endParaRPr lang="zh-CN" altLang="en-US" sz="2000" b="1" dirty="0">
              <a:solidFill>
                <a:srgbClr val="3333FF"/>
              </a:solidFill>
            </a:endParaRPr>
          </a:p>
        </p:txBody>
      </p:sp>
      <p:sp>
        <p:nvSpPr>
          <p:cNvPr id="55321" name="矩形 65"/>
          <p:cNvSpPr>
            <a:spLocks noChangeArrowheads="1"/>
          </p:cNvSpPr>
          <p:nvPr/>
        </p:nvSpPr>
        <p:spPr bwMode="auto">
          <a:xfrm>
            <a:off x="3811379" y="1446212"/>
            <a:ext cx="338554" cy="400110"/>
          </a:xfrm>
          <a:prstGeom prst="rect">
            <a:avLst/>
          </a:prstGeom>
          <a:noFill/>
          <a:ln w="9525">
            <a:noFill/>
            <a:miter lim="800000"/>
          </a:ln>
        </p:spPr>
        <p:txBody>
          <a:bodyPr wrap="none">
            <a:spAutoFit/>
          </a:bodyPr>
          <a:lstStyle/>
          <a:p>
            <a:pPr eaLnBrk="0" hangingPunct="0"/>
            <a:r>
              <a:rPr lang="en-US" altLang="zh-CN" sz="2000" b="1" i="1">
                <a:solidFill>
                  <a:srgbClr val="3333FF"/>
                </a:solidFill>
                <a:latin typeface="Courier New" panose="02070309020205020404" pitchFamily="49" charset="0"/>
                <a:ea typeface="楷体" panose="02010609060101010101" pitchFamily="49" charset="-122"/>
              </a:rPr>
              <a:t>A</a:t>
            </a:r>
            <a:endParaRPr lang="zh-CN" altLang="en-US" sz="2000" b="1">
              <a:solidFill>
                <a:srgbClr val="3333FF"/>
              </a:solidFill>
            </a:endParaRPr>
          </a:p>
        </p:txBody>
      </p:sp>
      <p:sp>
        <p:nvSpPr>
          <p:cNvPr id="55322" name="矩形 66"/>
          <p:cNvSpPr>
            <a:spLocks noChangeArrowheads="1"/>
          </p:cNvSpPr>
          <p:nvPr/>
        </p:nvSpPr>
        <p:spPr bwMode="auto">
          <a:xfrm>
            <a:off x="3811379" y="1968500"/>
            <a:ext cx="338554" cy="400110"/>
          </a:xfrm>
          <a:prstGeom prst="rect">
            <a:avLst/>
          </a:prstGeom>
          <a:noFill/>
          <a:ln w="9525">
            <a:noFill/>
            <a:miter lim="800000"/>
          </a:ln>
        </p:spPr>
        <p:txBody>
          <a:bodyPr wrap="none">
            <a:spAutoFit/>
          </a:bodyPr>
          <a:lstStyle/>
          <a:p>
            <a:pPr eaLnBrk="0" hangingPunct="0"/>
            <a:r>
              <a:rPr lang="en-US" altLang="zh-CN" sz="2000" b="1" i="1">
                <a:solidFill>
                  <a:srgbClr val="3333FF"/>
                </a:solidFill>
                <a:latin typeface="Courier New" panose="02070309020205020404" pitchFamily="49" charset="0"/>
                <a:ea typeface="楷体" panose="02010609060101010101" pitchFamily="49" charset="-122"/>
              </a:rPr>
              <a:t>C</a:t>
            </a:r>
            <a:endParaRPr lang="zh-CN" altLang="en-US" sz="2000" b="1">
              <a:solidFill>
                <a:srgbClr val="3333FF"/>
              </a:solidFill>
            </a:endParaRPr>
          </a:p>
        </p:txBody>
      </p:sp>
      <p:sp>
        <p:nvSpPr>
          <p:cNvPr id="55323" name="矩形 67"/>
          <p:cNvSpPr>
            <a:spLocks noChangeArrowheads="1"/>
          </p:cNvSpPr>
          <p:nvPr/>
        </p:nvSpPr>
        <p:spPr bwMode="auto">
          <a:xfrm>
            <a:off x="3811379" y="1706562"/>
            <a:ext cx="338554" cy="400110"/>
          </a:xfrm>
          <a:prstGeom prst="rect">
            <a:avLst/>
          </a:prstGeom>
          <a:noFill/>
          <a:ln w="9525">
            <a:noFill/>
            <a:miter lim="800000"/>
          </a:ln>
        </p:spPr>
        <p:txBody>
          <a:bodyPr wrap="none">
            <a:spAutoFit/>
          </a:bodyPr>
          <a:lstStyle/>
          <a:p>
            <a:pPr eaLnBrk="0" hangingPunct="0"/>
            <a:r>
              <a:rPr lang="en-US" altLang="zh-CN" sz="2000" b="1" i="1">
                <a:solidFill>
                  <a:srgbClr val="3333FF"/>
                </a:solidFill>
                <a:latin typeface="Courier New" panose="02070309020205020404" pitchFamily="49" charset="0"/>
                <a:ea typeface="楷体" panose="02010609060101010101" pitchFamily="49" charset="-122"/>
              </a:rPr>
              <a:t>B</a:t>
            </a:r>
            <a:endParaRPr lang="zh-CN" altLang="en-US" sz="2000" b="1">
              <a:solidFill>
                <a:srgbClr val="3333FF"/>
              </a:solidFill>
            </a:endParaRPr>
          </a:p>
        </p:txBody>
      </p:sp>
      <p:grpSp>
        <p:nvGrpSpPr>
          <p:cNvPr id="55324" name="Group 4"/>
          <p:cNvGrpSpPr>
            <a:grpSpLocks noChangeAspect="1"/>
          </p:cNvGrpSpPr>
          <p:nvPr/>
        </p:nvGrpSpPr>
        <p:grpSpPr bwMode="auto">
          <a:xfrm>
            <a:off x="3227179" y="1171575"/>
            <a:ext cx="841375" cy="1130300"/>
            <a:chOff x="1665" y="698"/>
            <a:chExt cx="530" cy="712"/>
          </a:xfrm>
        </p:grpSpPr>
        <p:sp>
          <p:nvSpPr>
            <p:cNvPr id="55398" name="AutoShape 3"/>
            <p:cNvSpPr>
              <a:spLocks noChangeAspect="1" noChangeArrowheads="1" noTextEdit="1"/>
            </p:cNvSpPr>
            <p:nvPr/>
          </p:nvSpPr>
          <p:spPr bwMode="auto">
            <a:xfrm>
              <a:off x="1665" y="698"/>
              <a:ext cx="530" cy="712"/>
            </a:xfrm>
            <a:prstGeom prst="rect">
              <a:avLst/>
            </a:prstGeom>
            <a:noFill/>
            <a:ln w="9525">
              <a:noFill/>
              <a:miter lim="800000"/>
            </a:ln>
          </p:spPr>
          <p:txBody>
            <a:bodyPr/>
            <a:lstStyle/>
            <a:p>
              <a:endParaRPr lang="zh-CN" altLang="en-US"/>
            </a:p>
          </p:txBody>
        </p:sp>
        <p:sp>
          <p:nvSpPr>
            <p:cNvPr id="55399" name="Freeform 9"/>
            <p:cNvSpPr>
              <a:spLocks noEditPoints="1"/>
            </p:cNvSpPr>
            <p:nvPr/>
          </p:nvSpPr>
          <p:spPr bwMode="auto">
            <a:xfrm>
              <a:off x="1679" y="809"/>
              <a:ext cx="430" cy="20"/>
            </a:xfrm>
            <a:custGeom>
              <a:avLst/>
              <a:gdLst>
                <a:gd name="T0" fmla="*/ 6 w 593"/>
                <a:gd name="T1" fmla="*/ 9 h 28"/>
                <a:gd name="T2" fmla="*/ 87 w 593"/>
                <a:gd name="T3" fmla="*/ 7 h 28"/>
                <a:gd name="T4" fmla="*/ 93 w 593"/>
                <a:gd name="T5" fmla="*/ 12 h 28"/>
                <a:gd name="T6" fmla="*/ 87 w 593"/>
                <a:gd name="T7" fmla="*/ 19 h 28"/>
                <a:gd name="T8" fmla="*/ 6 w 593"/>
                <a:gd name="T9" fmla="*/ 20 h 28"/>
                <a:gd name="T10" fmla="*/ 0 w 593"/>
                <a:gd name="T11" fmla="*/ 14 h 28"/>
                <a:gd name="T12" fmla="*/ 6 w 593"/>
                <a:gd name="T13" fmla="*/ 9 h 28"/>
                <a:gd name="T14" fmla="*/ 145 w 593"/>
                <a:gd name="T15" fmla="*/ 6 h 28"/>
                <a:gd name="T16" fmla="*/ 226 w 593"/>
                <a:gd name="T17" fmla="*/ 4 h 28"/>
                <a:gd name="T18" fmla="*/ 232 w 593"/>
                <a:gd name="T19" fmla="*/ 10 h 28"/>
                <a:gd name="T20" fmla="*/ 226 w 593"/>
                <a:gd name="T21" fmla="*/ 16 h 28"/>
                <a:gd name="T22" fmla="*/ 145 w 593"/>
                <a:gd name="T23" fmla="*/ 17 h 28"/>
                <a:gd name="T24" fmla="*/ 139 w 593"/>
                <a:gd name="T25" fmla="*/ 11 h 28"/>
                <a:gd name="T26" fmla="*/ 145 w 593"/>
                <a:gd name="T27" fmla="*/ 6 h 28"/>
                <a:gd name="T28" fmla="*/ 284 w 593"/>
                <a:gd name="T29" fmla="*/ 3 h 28"/>
                <a:gd name="T30" fmla="*/ 365 w 593"/>
                <a:gd name="T31" fmla="*/ 1 h 28"/>
                <a:gd name="T32" fmla="*/ 371 w 593"/>
                <a:gd name="T33" fmla="*/ 7 h 28"/>
                <a:gd name="T34" fmla="*/ 365 w 593"/>
                <a:gd name="T35" fmla="*/ 13 h 28"/>
                <a:gd name="T36" fmla="*/ 284 w 593"/>
                <a:gd name="T37" fmla="*/ 14 h 28"/>
                <a:gd name="T38" fmla="*/ 278 w 593"/>
                <a:gd name="T39" fmla="*/ 9 h 28"/>
                <a:gd name="T40" fmla="*/ 284 w 593"/>
                <a:gd name="T41" fmla="*/ 3 h 28"/>
                <a:gd name="T42" fmla="*/ 423 w 593"/>
                <a:gd name="T43" fmla="*/ 0 h 28"/>
                <a:gd name="T44" fmla="*/ 424 w 593"/>
                <a:gd name="T45" fmla="*/ 0 h 28"/>
                <a:gd name="T46" fmla="*/ 430 w 593"/>
                <a:gd name="T47" fmla="*/ 6 h 28"/>
                <a:gd name="T48" fmla="*/ 424 w 593"/>
                <a:gd name="T49" fmla="*/ 11 h 28"/>
                <a:gd name="T50" fmla="*/ 423 w 593"/>
                <a:gd name="T51" fmla="*/ 11 h 28"/>
                <a:gd name="T52" fmla="*/ 418 w 593"/>
                <a:gd name="T53" fmla="*/ 6 h 28"/>
                <a:gd name="T54" fmla="*/ 423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400" name="Freeform 10"/>
            <p:cNvSpPr/>
            <p:nvPr/>
          </p:nvSpPr>
          <p:spPr bwMode="auto">
            <a:xfrm>
              <a:off x="1685" y="797"/>
              <a:ext cx="26" cy="51"/>
            </a:xfrm>
            <a:custGeom>
              <a:avLst/>
              <a:gdLst>
                <a:gd name="T0" fmla="*/ 25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401" name="Rectangle 11"/>
            <p:cNvSpPr>
              <a:spLocks noChangeArrowheads="1"/>
            </p:cNvSpPr>
            <p:nvPr/>
          </p:nvSpPr>
          <p:spPr bwMode="auto">
            <a:xfrm>
              <a:off x="1770" y="739"/>
              <a:ext cx="248" cy="160"/>
            </a:xfrm>
            <a:prstGeom prst="rect">
              <a:avLst/>
            </a:prstGeom>
            <a:solidFill>
              <a:srgbClr val="FFFFFF"/>
            </a:solidFill>
            <a:ln w="9525">
              <a:noFill/>
              <a:miter lim="800000"/>
            </a:ln>
          </p:spPr>
          <p:txBody>
            <a:bodyPr/>
            <a:lstStyle/>
            <a:p>
              <a:pPr eaLnBrk="0" hangingPunct="0"/>
              <a:endParaRPr lang="zh-CN" altLang="en-US" sz="2000">
                <a:solidFill>
                  <a:srgbClr val="000000"/>
                </a:solidFill>
              </a:endParaRPr>
            </a:p>
          </p:txBody>
        </p:sp>
        <p:sp>
          <p:nvSpPr>
            <p:cNvPr id="55402" name="Rectangle 12"/>
            <p:cNvSpPr>
              <a:spLocks noChangeArrowheads="1"/>
            </p:cNvSpPr>
            <p:nvPr/>
          </p:nvSpPr>
          <p:spPr bwMode="auto">
            <a:xfrm>
              <a:off x="1750" y="713"/>
              <a:ext cx="291" cy="194"/>
            </a:xfrm>
            <a:prstGeom prst="rect">
              <a:avLst/>
            </a:prstGeom>
            <a:noFill/>
            <a:ln w="9525">
              <a:noFill/>
              <a:miter lim="800000"/>
            </a:ln>
          </p:spPr>
          <p:txBody>
            <a:bodyPr wrap="none" lIns="0" tIns="0" rIns="0" bIns="0">
              <a:spAutoFit/>
            </a:bodyPr>
            <a:lstStyle/>
            <a:p>
              <a:pPr eaLnBrk="0" hangingPunct="0"/>
              <a:r>
                <a:rPr lang="zh-CN" altLang="zh-CN" dirty="0">
                  <a:solidFill>
                    <a:schemeClr val="accent6">
                      <a:lumMod val="50000"/>
                    </a:schemeClr>
                  </a:solidFill>
                  <a:latin typeface="宋体" panose="02010600030101010101" pitchFamily="2" charset="-122"/>
                </a:rPr>
                <a:t>实参</a:t>
              </a:r>
              <a:endParaRPr lang="zh-CN" altLang="zh-CN" sz="2000" dirty="0">
                <a:solidFill>
                  <a:schemeClr val="accent6">
                    <a:lumMod val="50000"/>
                  </a:schemeClr>
                </a:solidFill>
              </a:endParaRPr>
            </a:p>
          </p:txBody>
        </p:sp>
        <p:sp>
          <p:nvSpPr>
            <p:cNvPr id="55403" name="Freeform 13"/>
            <p:cNvSpPr>
              <a:spLocks noEditPoints="1"/>
            </p:cNvSpPr>
            <p:nvPr/>
          </p:nvSpPr>
          <p:spPr bwMode="auto">
            <a:xfrm>
              <a:off x="1776" y="990"/>
              <a:ext cx="311" cy="12"/>
            </a:xfrm>
            <a:custGeom>
              <a:avLst/>
              <a:gdLst>
                <a:gd name="T0" fmla="*/ 6 w 429"/>
                <a:gd name="T1" fmla="*/ 0 h 16"/>
                <a:gd name="T2" fmla="*/ 87 w 429"/>
                <a:gd name="T3" fmla="*/ 0 h 16"/>
                <a:gd name="T4" fmla="*/ 93 w 429"/>
                <a:gd name="T5" fmla="*/ 6 h 16"/>
                <a:gd name="T6" fmla="*/ 87 w 429"/>
                <a:gd name="T7" fmla="*/ 12 h 16"/>
                <a:gd name="T8" fmla="*/ 6 w 429"/>
                <a:gd name="T9" fmla="*/ 12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2 h 16"/>
                <a:gd name="T22" fmla="*/ 145 w 429"/>
                <a:gd name="T23" fmla="*/ 12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2 h 16"/>
                <a:gd name="T36" fmla="*/ 284 w 429"/>
                <a:gd name="T37" fmla="*/ 12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404" name="Freeform 14"/>
            <p:cNvSpPr/>
            <p:nvPr/>
          </p:nvSpPr>
          <p:spPr bwMode="auto">
            <a:xfrm>
              <a:off x="1782" y="970"/>
              <a:ext cx="26" cy="51"/>
            </a:xfrm>
            <a:custGeom>
              <a:avLst/>
              <a:gdLst>
                <a:gd name="T0" fmla="*/ 26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405" name="Freeform 15"/>
            <p:cNvSpPr>
              <a:spLocks noEditPoints="1"/>
            </p:cNvSpPr>
            <p:nvPr/>
          </p:nvSpPr>
          <p:spPr bwMode="auto">
            <a:xfrm>
              <a:off x="1776" y="1163"/>
              <a:ext cx="311" cy="11"/>
            </a:xfrm>
            <a:custGeom>
              <a:avLst/>
              <a:gdLst>
                <a:gd name="T0" fmla="*/ 6 w 429"/>
                <a:gd name="T1" fmla="*/ 0 h 16"/>
                <a:gd name="T2" fmla="*/ 87 w 429"/>
                <a:gd name="T3" fmla="*/ 0 h 16"/>
                <a:gd name="T4" fmla="*/ 93 w 429"/>
                <a:gd name="T5" fmla="*/ 6 h 16"/>
                <a:gd name="T6" fmla="*/ 87 w 429"/>
                <a:gd name="T7" fmla="*/ 11 h 16"/>
                <a:gd name="T8" fmla="*/ 6 w 429"/>
                <a:gd name="T9" fmla="*/ 11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1 h 16"/>
                <a:gd name="T22" fmla="*/ 145 w 429"/>
                <a:gd name="T23" fmla="*/ 11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1 h 16"/>
                <a:gd name="T36" fmla="*/ 284 w 429"/>
                <a:gd name="T37" fmla="*/ 11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406" name="Freeform 16"/>
            <p:cNvSpPr/>
            <p:nvPr/>
          </p:nvSpPr>
          <p:spPr bwMode="auto">
            <a:xfrm>
              <a:off x="1782" y="1143"/>
              <a:ext cx="26" cy="51"/>
            </a:xfrm>
            <a:custGeom>
              <a:avLst/>
              <a:gdLst>
                <a:gd name="T0" fmla="*/ 26 w 26"/>
                <a:gd name="T1" fmla="*/ 0 h 51"/>
                <a:gd name="T2" fmla="*/ 0 w 26"/>
                <a:gd name="T3" fmla="*/ 26 h 51"/>
                <a:gd name="T4" fmla="*/ 26 w 26"/>
                <a:gd name="T5" fmla="*/ 51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407" name="Freeform 17"/>
            <p:cNvSpPr>
              <a:spLocks noEditPoints="1"/>
            </p:cNvSpPr>
            <p:nvPr/>
          </p:nvSpPr>
          <p:spPr bwMode="auto">
            <a:xfrm>
              <a:off x="1776" y="1313"/>
              <a:ext cx="311" cy="12"/>
            </a:xfrm>
            <a:custGeom>
              <a:avLst/>
              <a:gdLst>
                <a:gd name="T0" fmla="*/ 6 w 429"/>
                <a:gd name="T1" fmla="*/ 0 h 16"/>
                <a:gd name="T2" fmla="*/ 87 w 429"/>
                <a:gd name="T3" fmla="*/ 0 h 16"/>
                <a:gd name="T4" fmla="*/ 93 w 429"/>
                <a:gd name="T5" fmla="*/ 6 h 16"/>
                <a:gd name="T6" fmla="*/ 87 w 429"/>
                <a:gd name="T7" fmla="*/ 12 h 16"/>
                <a:gd name="T8" fmla="*/ 6 w 429"/>
                <a:gd name="T9" fmla="*/ 12 h 16"/>
                <a:gd name="T10" fmla="*/ 0 w 429"/>
                <a:gd name="T11" fmla="*/ 6 h 16"/>
                <a:gd name="T12" fmla="*/ 6 w 429"/>
                <a:gd name="T13" fmla="*/ 0 h 16"/>
                <a:gd name="T14" fmla="*/ 145 w 429"/>
                <a:gd name="T15" fmla="*/ 0 h 16"/>
                <a:gd name="T16" fmla="*/ 226 w 429"/>
                <a:gd name="T17" fmla="*/ 0 h 16"/>
                <a:gd name="T18" fmla="*/ 232 w 429"/>
                <a:gd name="T19" fmla="*/ 6 h 16"/>
                <a:gd name="T20" fmla="*/ 226 w 429"/>
                <a:gd name="T21" fmla="*/ 12 h 16"/>
                <a:gd name="T22" fmla="*/ 145 w 429"/>
                <a:gd name="T23" fmla="*/ 12 h 16"/>
                <a:gd name="T24" fmla="*/ 139 w 429"/>
                <a:gd name="T25" fmla="*/ 6 h 16"/>
                <a:gd name="T26" fmla="*/ 145 w 429"/>
                <a:gd name="T27" fmla="*/ 0 h 16"/>
                <a:gd name="T28" fmla="*/ 284 w 429"/>
                <a:gd name="T29" fmla="*/ 0 h 16"/>
                <a:gd name="T30" fmla="*/ 305 w 429"/>
                <a:gd name="T31" fmla="*/ 0 h 16"/>
                <a:gd name="T32" fmla="*/ 311 w 429"/>
                <a:gd name="T33" fmla="*/ 6 h 16"/>
                <a:gd name="T34" fmla="*/ 305 w 429"/>
                <a:gd name="T35" fmla="*/ 12 h 16"/>
                <a:gd name="T36" fmla="*/ 284 w 429"/>
                <a:gd name="T37" fmla="*/ 12 h 16"/>
                <a:gd name="T38" fmla="*/ 278 w 429"/>
                <a:gd name="T39" fmla="*/ 6 h 16"/>
                <a:gd name="T40" fmla="*/ 284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408" name="Freeform 18"/>
            <p:cNvSpPr/>
            <p:nvPr/>
          </p:nvSpPr>
          <p:spPr bwMode="auto">
            <a:xfrm>
              <a:off x="1782" y="1293"/>
              <a:ext cx="26" cy="52"/>
            </a:xfrm>
            <a:custGeom>
              <a:avLst/>
              <a:gdLst>
                <a:gd name="T0" fmla="*/ 26 w 26"/>
                <a:gd name="T1" fmla="*/ 0 h 52"/>
                <a:gd name="T2" fmla="*/ 0 w 26"/>
                <a:gd name="T3" fmla="*/ 26 h 52"/>
                <a:gd name="T4" fmla="*/ 26 w 26"/>
                <a:gd name="T5" fmla="*/ 52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grpSp>
      <p:grpSp>
        <p:nvGrpSpPr>
          <p:cNvPr id="55328" name="组合 117"/>
          <p:cNvGrpSpPr/>
          <p:nvPr/>
        </p:nvGrpSpPr>
        <p:grpSpPr bwMode="auto">
          <a:xfrm>
            <a:off x="7084975" y="1142207"/>
            <a:ext cx="841375" cy="1130300"/>
            <a:chOff x="7622548" y="2841221"/>
            <a:chExt cx="841375" cy="1130300"/>
          </a:xfrm>
        </p:grpSpPr>
        <p:sp>
          <p:nvSpPr>
            <p:cNvPr id="55387" name="AutoShape 3"/>
            <p:cNvSpPr>
              <a:spLocks noChangeAspect="1" noChangeArrowheads="1" noTextEdit="1"/>
            </p:cNvSpPr>
            <p:nvPr/>
          </p:nvSpPr>
          <p:spPr bwMode="auto">
            <a:xfrm>
              <a:off x="7622548" y="2841221"/>
              <a:ext cx="841375" cy="1130300"/>
            </a:xfrm>
            <a:prstGeom prst="rect">
              <a:avLst/>
            </a:prstGeom>
            <a:noFill/>
            <a:ln w="9525">
              <a:noFill/>
              <a:miter lim="800000"/>
            </a:ln>
          </p:spPr>
          <p:txBody>
            <a:bodyPr/>
            <a:lstStyle/>
            <a:p>
              <a:endParaRPr lang="zh-CN" altLang="en-US"/>
            </a:p>
          </p:txBody>
        </p:sp>
        <p:sp>
          <p:nvSpPr>
            <p:cNvPr id="55388" name="Freeform 9"/>
            <p:cNvSpPr>
              <a:spLocks noEditPoints="1"/>
            </p:cNvSpPr>
            <p:nvPr/>
          </p:nvSpPr>
          <p:spPr bwMode="auto">
            <a:xfrm>
              <a:off x="7644773" y="3017434"/>
              <a:ext cx="682625" cy="31750"/>
            </a:xfrm>
            <a:custGeom>
              <a:avLst/>
              <a:gdLst>
                <a:gd name="T0" fmla="*/ 9209 w 593"/>
                <a:gd name="T1" fmla="*/ 13607 h 28"/>
                <a:gd name="T2" fmla="*/ 138137 w 593"/>
                <a:gd name="T3" fmla="*/ 11339 h 28"/>
                <a:gd name="T4" fmla="*/ 147346 w 593"/>
                <a:gd name="T5" fmla="*/ 19277 h 28"/>
                <a:gd name="T6" fmla="*/ 138137 w 593"/>
                <a:gd name="T7" fmla="*/ 29482 h 28"/>
                <a:gd name="T8" fmla="*/ 9209 w 593"/>
                <a:gd name="T9" fmla="*/ 31750 h 28"/>
                <a:gd name="T10" fmla="*/ 0 w 593"/>
                <a:gd name="T11" fmla="*/ 22679 h 28"/>
                <a:gd name="T12" fmla="*/ 9209 w 593"/>
                <a:gd name="T13" fmla="*/ 13607 h 28"/>
                <a:gd name="T14" fmla="*/ 230228 w 593"/>
                <a:gd name="T15" fmla="*/ 9071 h 28"/>
                <a:gd name="T16" fmla="*/ 359155 w 593"/>
                <a:gd name="T17" fmla="*/ 6804 h 28"/>
                <a:gd name="T18" fmla="*/ 368364 w 593"/>
                <a:gd name="T19" fmla="*/ 15875 h 28"/>
                <a:gd name="T20" fmla="*/ 359155 w 593"/>
                <a:gd name="T21" fmla="*/ 24946 h 28"/>
                <a:gd name="T22" fmla="*/ 230228 w 593"/>
                <a:gd name="T23" fmla="*/ 27214 h 28"/>
                <a:gd name="T24" fmla="*/ 221019 w 593"/>
                <a:gd name="T25" fmla="*/ 18143 h 28"/>
                <a:gd name="T26" fmla="*/ 230228 w 593"/>
                <a:gd name="T27" fmla="*/ 9071 h 28"/>
                <a:gd name="T28" fmla="*/ 451246 w 593"/>
                <a:gd name="T29" fmla="*/ 4536 h 28"/>
                <a:gd name="T30" fmla="*/ 580174 w 593"/>
                <a:gd name="T31" fmla="*/ 2268 h 28"/>
                <a:gd name="T32" fmla="*/ 589383 w 593"/>
                <a:gd name="T33" fmla="*/ 11339 h 28"/>
                <a:gd name="T34" fmla="*/ 580174 w 593"/>
                <a:gd name="T35" fmla="*/ 20411 h 28"/>
                <a:gd name="T36" fmla="*/ 451246 w 593"/>
                <a:gd name="T37" fmla="*/ 22679 h 28"/>
                <a:gd name="T38" fmla="*/ 442037 w 593"/>
                <a:gd name="T39" fmla="*/ 13607 h 28"/>
                <a:gd name="T40" fmla="*/ 451246 w 593"/>
                <a:gd name="T41" fmla="*/ 4536 h 28"/>
                <a:gd name="T42" fmla="*/ 672265 w 593"/>
                <a:gd name="T43" fmla="*/ 0 h 28"/>
                <a:gd name="T44" fmla="*/ 673416 w 593"/>
                <a:gd name="T45" fmla="*/ 0 h 28"/>
                <a:gd name="T46" fmla="*/ 682625 w 593"/>
                <a:gd name="T47" fmla="*/ 9071 h 28"/>
                <a:gd name="T48" fmla="*/ 673416 w 593"/>
                <a:gd name="T49" fmla="*/ 18143 h 28"/>
                <a:gd name="T50" fmla="*/ 672265 w 593"/>
                <a:gd name="T51" fmla="*/ 18143 h 28"/>
                <a:gd name="T52" fmla="*/ 663056 w 593"/>
                <a:gd name="T53" fmla="*/ 10205 h 28"/>
                <a:gd name="T54" fmla="*/ 672265 w 593"/>
                <a:gd name="T55" fmla="*/ 0 h 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93"/>
                <a:gd name="T85" fmla="*/ 0 h 28"/>
                <a:gd name="T86" fmla="*/ 593 w 593"/>
                <a:gd name="T87" fmla="*/ 28 h 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93" h="28">
                  <a:moveTo>
                    <a:pt x="8" y="12"/>
                  </a:moveTo>
                  <a:lnTo>
                    <a:pt x="120" y="10"/>
                  </a:lnTo>
                  <a:cubicBezTo>
                    <a:pt x="124" y="9"/>
                    <a:pt x="128" y="13"/>
                    <a:pt x="128" y="17"/>
                  </a:cubicBezTo>
                  <a:cubicBezTo>
                    <a:pt x="128" y="22"/>
                    <a:pt x="125" y="25"/>
                    <a:pt x="120" y="26"/>
                  </a:cubicBezTo>
                  <a:lnTo>
                    <a:pt x="8" y="28"/>
                  </a:lnTo>
                  <a:cubicBezTo>
                    <a:pt x="4" y="28"/>
                    <a:pt x="0" y="24"/>
                    <a:pt x="0" y="20"/>
                  </a:cubicBezTo>
                  <a:cubicBezTo>
                    <a:pt x="0" y="16"/>
                    <a:pt x="3" y="12"/>
                    <a:pt x="8" y="12"/>
                  </a:cubicBezTo>
                  <a:close/>
                  <a:moveTo>
                    <a:pt x="200" y="8"/>
                  </a:moveTo>
                  <a:lnTo>
                    <a:pt x="312" y="6"/>
                  </a:lnTo>
                  <a:cubicBezTo>
                    <a:pt x="316" y="6"/>
                    <a:pt x="320" y="9"/>
                    <a:pt x="320" y="14"/>
                  </a:cubicBezTo>
                  <a:cubicBezTo>
                    <a:pt x="320" y="18"/>
                    <a:pt x="317" y="22"/>
                    <a:pt x="312" y="22"/>
                  </a:cubicBezTo>
                  <a:lnTo>
                    <a:pt x="200" y="24"/>
                  </a:lnTo>
                  <a:cubicBezTo>
                    <a:pt x="196" y="24"/>
                    <a:pt x="192" y="21"/>
                    <a:pt x="192" y="16"/>
                  </a:cubicBezTo>
                  <a:cubicBezTo>
                    <a:pt x="192" y="12"/>
                    <a:pt x="195" y="8"/>
                    <a:pt x="200" y="8"/>
                  </a:cubicBezTo>
                  <a:close/>
                  <a:moveTo>
                    <a:pt x="392" y="4"/>
                  </a:moveTo>
                  <a:lnTo>
                    <a:pt x="504" y="2"/>
                  </a:lnTo>
                  <a:cubicBezTo>
                    <a:pt x="508" y="2"/>
                    <a:pt x="512" y="5"/>
                    <a:pt x="512" y="10"/>
                  </a:cubicBezTo>
                  <a:cubicBezTo>
                    <a:pt x="512" y="14"/>
                    <a:pt x="509" y="18"/>
                    <a:pt x="504" y="18"/>
                  </a:cubicBezTo>
                  <a:lnTo>
                    <a:pt x="392" y="20"/>
                  </a:lnTo>
                  <a:cubicBezTo>
                    <a:pt x="388" y="20"/>
                    <a:pt x="384" y="17"/>
                    <a:pt x="384" y="12"/>
                  </a:cubicBezTo>
                  <a:cubicBezTo>
                    <a:pt x="384" y="8"/>
                    <a:pt x="387" y="4"/>
                    <a:pt x="392" y="4"/>
                  </a:cubicBezTo>
                  <a:close/>
                  <a:moveTo>
                    <a:pt x="584" y="0"/>
                  </a:moveTo>
                  <a:lnTo>
                    <a:pt x="585" y="0"/>
                  </a:lnTo>
                  <a:cubicBezTo>
                    <a:pt x="590" y="0"/>
                    <a:pt x="593" y="4"/>
                    <a:pt x="593" y="8"/>
                  </a:cubicBezTo>
                  <a:cubicBezTo>
                    <a:pt x="593" y="13"/>
                    <a:pt x="590" y="16"/>
                    <a:pt x="585" y="16"/>
                  </a:cubicBezTo>
                  <a:lnTo>
                    <a:pt x="584" y="16"/>
                  </a:lnTo>
                  <a:cubicBezTo>
                    <a:pt x="580" y="16"/>
                    <a:pt x="576" y="13"/>
                    <a:pt x="576" y="9"/>
                  </a:cubicBezTo>
                  <a:cubicBezTo>
                    <a:pt x="576" y="4"/>
                    <a:pt x="579" y="0"/>
                    <a:pt x="584"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389" name="Freeform 10"/>
            <p:cNvSpPr/>
            <p:nvPr/>
          </p:nvSpPr>
          <p:spPr bwMode="auto">
            <a:xfrm>
              <a:off x="7654298" y="2998384"/>
              <a:ext cx="41275" cy="80963"/>
            </a:xfrm>
            <a:custGeom>
              <a:avLst/>
              <a:gdLst>
                <a:gd name="T0" fmla="*/ 39688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5"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390" name="Rectangle 11"/>
            <p:cNvSpPr>
              <a:spLocks noChangeArrowheads="1"/>
            </p:cNvSpPr>
            <p:nvPr/>
          </p:nvSpPr>
          <p:spPr bwMode="auto">
            <a:xfrm>
              <a:off x="7789236" y="2906309"/>
              <a:ext cx="393700" cy="254000"/>
            </a:xfrm>
            <a:prstGeom prst="rect">
              <a:avLst/>
            </a:prstGeom>
            <a:solidFill>
              <a:srgbClr val="FFFFFF"/>
            </a:solidFill>
            <a:ln w="9525">
              <a:noFill/>
              <a:miter lim="800000"/>
            </a:ln>
          </p:spPr>
          <p:txBody>
            <a:bodyPr/>
            <a:lstStyle/>
            <a:p>
              <a:pPr eaLnBrk="0" hangingPunct="0"/>
              <a:endParaRPr lang="zh-CN" altLang="en-US" sz="2000">
                <a:solidFill>
                  <a:srgbClr val="000000"/>
                </a:solidFill>
              </a:endParaRPr>
            </a:p>
          </p:txBody>
        </p:sp>
        <p:sp>
          <p:nvSpPr>
            <p:cNvPr id="55391" name="Rectangle 12"/>
            <p:cNvSpPr>
              <a:spLocks noChangeArrowheads="1"/>
            </p:cNvSpPr>
            <p:nvPr/>
          </p:nvSpPr>
          <p:spPr bwMode="auto">
            <a:xfrm>
              <a:off x="7789236" y="2865607"/>
              <a:ext cx="461665" cy="307777"/>
            </a:xfrm>
            <a:prstGeom prst="rect">
              <a:avLst/>
            </a:prstGeom>
            <a:noFill/>
            <a:ln w="9525">
              <a:noFill/>
              <a:miter lim="800000"/>
            </a:ln>
          </p:spPr>
          <p:txBody>
            <a:bodyPr wrap="none" lIns="0" tIns="0" rIns="0" bIns="0">
              <a:spAutoFit/>
            </a:bodyPr>
            <a:lstStyle/>
            <a:p>
              <a:pPr eaLnBrk="0" hangingPunct="0"/>
              <a:r>
                <a:rPr lang="zh-CN" altLang="zh-CN" dirty="0">
                  <a:solidFill>
                    <a:schemeClr val="accent6">
                      <a:lumMod val="50000"/>
                    </a:schemeClr>
                  </a:solidFill>
                  <a:latin typeface="宋体" panose="02010600030101010101" pitchFamily="2" charset="-122"/>
                </a:rPr>
                <a:t>实参</a:t>
              </a:r>
              <a:endParaRPr lang="zh-CN" altLang="zh-CN" sz="2000" dirty="0">
                <a:solidFill>
                  <a:schemeClr val="accent6">
                    <a:lumMod val="50000"/>
                  </a:schemeClr>
                </a:solidFill>
              </a:endParaRPr>
            </a:p>
          </p:txBody>
        </p:sp>
        <p:sp>
          <p:nvSpPr>
            <p:cNvPr id="55392" name="Freeform 13"/>
            <p:cNvSpPr>
              <a:spLocks noEditPoints="1"/>
            </p:cNvSpPr>
            <p:nvPr/>
          </p:nvSpPr>
          <p:spPr bwMode="auto">
            <a:xfrm>
              <a:off x="7798761" y="3304771"/>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393" name="Freeform 14"/>
            <p:cNvSpPr/>
            <p:nvPr/>
          </p:nvSpPr>
          <p:spPr bwMode="auto">
            <a:xfrm>
              <a:off x="7808286" y="3273021"/>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394" name="Freeform 15"/>
            <p:cNvSpPr>
              <a:spLocks noEditPoints="1"/>
            </p:cNvSpPr>
            <p:nvPr/>
          </p:nvSpPr>
          <p:spPr bwMode="auto">
            <a:xfrm>
              <a:off x="7798761" y="3579409"/>
              <a:ext cx="493713" cy="17463"/>
            </a:xfrm>
            <a:custGeom>
              <a:avLst/>
              <a:gdLst>
                <a:gd name="T0" fmla="*/ 9207 w 429"/>
                <a:gd name="T1" fmla="*/ 0 h 16"/>
                <a:gd name="T2" fmla="*/ 138102 w 429"/>
                <a:gd name="T3" fmla="*/ 0 h 16"/>
                <a:gd name="T4" fmla="*/ 147308 w 429"/>
                <a:gd name="T5" fmla="*/ 8732 h 16"/>
                <a:gd name="T6" fmla="*/ 138102 w 429"/>
                <a:gd name="T7" fmla="*/ 17463 h 16"/>
                <a:gd name="T8" fmla="*/ 9207 w 429"/>
                <a:gd name="T9" fmla="*/ 17463 h 16"/>
                <a:gd name="T10" fmla="*/ 0 w 429"/>
                <a:gd name="T11" fmla="*/ 8732 h 16"/>
                <a:gd name="T12" fmla="*/ 9207 w 429"/>
                <a:gd name="T13" fmla="*/ 0 h 16"/>
                <a:gd name="T14" fmla="*/ 230169 w 429"/>
                <a:gd name="T15" fmla="*/ 0 h 16"/>
                <a:gd name="T16" fmla="*/ 359064 w 429"/>
                <a:gd name="T17" fmla="*/ 0 h 16"/>
                <a:gd name="T18" fmla="*/ 368271 w 429"/>
                <a:gd name="T19" fmla="*/ 8732 h 16"/>
                <a:gd name="T20" fmla="*/ 359064 w 429"/>
                <a:gd name="T21" fmla="*/ 17463 h 16"/>
                <a:gd name="T22" fmla="*/ 230169 w 429"/>
                <a:gd name="T23" fmla="*/ 17463 h 16"/>
                <a:gd name="T24" fmla="*/ 220962 w 429"/>
                <a:gd name="T25" fmla="*/ 8732 h 16"/>
                <a:gd name="T26" fmla="*/ 230169 w 429"/>
                <a:gd name="T27" fmla="*/ 0 h 16"/>
                <a:gd name="T28" fmla="*/ 451132 w 429"/>
                <a:gd name="T29" fmla="*/ 0 h 16"/>
                <a:gd name="T30" fmla="*/ 484506 w 429"/>
                <a:gd name="T31" fmla="*/ 0 h 16"/>
                <a:gd name="T32" fmla="*/ 493713 w 429"/>
                <a:gd name="T33" fmla="*/ 8732 h 16"/>
                <a:gd name="T34" fmla="*/ 484506 w 429"/>
                <a:gd name="T35" fmla="*/ 17463 h 16"/>
                <a:gd name="T36" fmla="*/ 451132 w 429"/>
                <a:gd name="T37" fmla="*/ 17463 h 16"/>
                <a:gd name="T38" fmla="*/ 441925 w 429"/>
                <a:gd name="T39" fmla="*/ 8732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3"/>
                    <a:pt x="128" y="8"/>
                  </a:cubicBezTo>
                  <a:cubicBezTo>
                    <a:pt x="128" y="12"/>
                    <a:pt x="124" y="16"/>
                    <a:pt x="120" y="16"/>
                  </a:cubicBezTo>
                  <a:lnTo>
                    <a:pt x="8" y="16"/>
                  </a:lnTo>
                  <a:cubicBezTo>
                    <a:pt x="4" y="16"/>
                    <a:pt x="0" y="12"/>
                    <a:pt x="0" y="8"/>
                  </a:cubicBezTo>
                  <a:cubicBezTo>
                    <a:pt x="0" y="3"/>
                    <a:pt x="4" y="0"/>
                    <a:pt x="8" y="0"/>
                  </a:cubicBezTo>
                  <a:close/>
                  <a:moveTo>
                    <a:pt x="200" y="0"/>
                  </a:moveTo>
                  <a:lnTo>
                    <a:pt x="312" y="0"/>
                  </a:lnTo>
                  <a:cubicBezTo>
                    <a:pt x="316" y="0"/>
                    <a:pt x="320" y="3"/>
                    <a:pt x="320" y="8"/>
                  </a:cubicBezTo>
                  <a:cubicBezTo>
                    <a:pt x="320" y="12"/>
                    <a:pt x="316" y="16"/>
                    <a:pt x="312" y="16"/>
                  </a:cubicBezTo>
                  <a:lnTo>
                    <a:pt x="200" y="16"/>
                  </a:lnTo>
                  <a:cubicBezTo>
                    <a:pt x="196" y="16"/>
                    <a:pt x="192" y="12"/>
                    <a:pt x="192" y="8"/>
                  </a:cubicBezTo>
                  <a:cubicBezTo>
                    <a:pt x="192" y="3"/>
                    <a:pt x="196" y="0"/>
                    <a:pt x="200" y="0"/>
                  </a:cubicBezTo>
                  <a:close/>
                  <a:moveTo>
                    <a:pt x="392" y="0"/>
                  </a:moveTo>
                  <a:lnTo>
                    <a:pt x="421" y="0"/>
                  </a:lnTo>
                  <a:cubicBezTo>
                    <a:pt x="426" y="0"/>
                    <a:pt x="429" y="3"/>
                    <a:pt x="429" y="8"/>
                  </a:cubicBezTo>
                  <a:cubicBezTo>
                    <a:pt x="429" y="12"/>
                    <a:pt x="426" y="16"/>
                    <a:pt x="421" y="16"/>
                  </a:cubicBezTo>
                  <a:lnTo>
                    <a:pt x="392" y="16"/>
                  </a:lnTo>
                  <a:cubicBezTo>
                    <a:pt x="388" y="16"/>
                    <a:pt x="384" y="12"/>
                    <a:pt x="384" y="8"/>
                  </a:cubicBezTo>
                  <a:cubicBezTo>
                    <a:pt x="384" y="3"/>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395" name="Freeform 16"/>
            <p:cNvSpPr/>
            <p:nvPr/>
          </p:nvSpPr>
          <p:spPr bwMode="auto">
            <a:xfrm>
              <a:off x="7808286" y="3547659"/>
              <a:ext cx="41275" cy="80963"/>
            </a:xfrm>
            <a:custGeom>
              <a:avLst/>
              <a:gdLst>
                <a:gd name="T0" fmla="*/ 41275 w 26"/>
                <a:gd name="T1" fmla="*/ 0 h 51"/>
                <a:gd name="T2" fmla="*/ 0 w 26"/>
                <a:gd name="T3" fmla="*/ 41275 h 51"/>
                <a:gd name="T4" fmla="*/ 41275 w 26"/>
                <a:gd name="T5" fmla="*/ 80963 h 51"/>
                <a:gd name="T6" fmla="*/ 0 60000 65536"/>
                <a:gd name="T7" fmla="*/ 0 60000 65536"/>
                <a:gd name="T8" fmla="*/ 0 60000 65536"/>
                <a:gd name="T9" fmla="*/ 0 w 26"/>
                <a:gd name="T10" fmla="*/ 0 h 51"/>
                <a:gd name="T11" fmla="*/ 26 w 26"/>
                <a:gd name="T12" fmla="*/ 51 h 51"/>
              </a:gdLst>
              <a:ahLst/>
              <a:cxnLst>
                <a:cxn ang="T6">
                  <a:pos x="T0" y="T1"/>
                </a:cxn>
                <a:cxn ang="T7">
                  <a:pos x="T2" y="T3"/>
                </a:cxn>
                <a:cxn ang="T8">
                  <a:pos x="T4" y="T5"/>
                </a:cxn>
              </a:cxnLst>
              <a:rect l="T9" t="T10" r="T11" b="T12"/>
              <a:pathLst>
                <a:path w="26" h="51">
                  <a:moveTo>
                    <a:pt x="26" y="0"/>
                  </a:moveTo>
                  <a:lnTo>
                    <a:pt x="0" y="26"/>
                  </a:lnTo>
                  <a:lnTo>
                    <a:pt x="26" y="51"/>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sp>
          <p:nvSpPr>
            <p:cNvPr id="55396" name="Freeform 17"/>
            <p:cNvSpPr>
              <a:spLocks noEditPoints="1"/>
            </p:cNvSpPr>
            <p:nvPr/>
          </p:nvSpPr>
          <p:spPr bwMode="auto">
            <a:xfrm>
              <a:off x="7798761" y="3817534"/>
              <a:ext cx="493713" cy="19050"/>
            </a:xfrm>
            <a:custGeom>
              <a:avLst/>
              <a:gdLst>
                <a:gd name="T0" fmla="*/ 9207 w 429"/>
                <a:gd name="T1" fmla="*/ 0 h 16"/>
                <a:gd name="T2" fmla="*/ 138102 w 429"/>
                <a:gd name="T3" fmla="*/ 0 h 16"/>
                <a:gd name="T4" fmla="*/ 147308 w 429"/>
                <a:gd name="T5" fmla="*/ 9525 h 16"/>
                <a:gd name="T6" fmla="*/ 138102 w 429"/>
                <a:gd name="T7" fmla="*/ 19050 h 16"/>
                <a:gd name="T8" fmla="*/ 9207 w 429"/>
                <a:gd name="T9" fmla="*/ 19050 h 16"/>
                <a:gd name="T10" fmla="*/ 0 w 429"/>
                <a:gd name="T11" fmla="*/ 9525 h 16"/>
                <a:gd name="T12" fmla="*/ 9207 w 429"/>
                <a:gd name="T13" fmla="*/ 0 h 16"/>
                <a:gd name="T14" fmla="*/ 230169 w 429"/>
                <a:gd name="T15" fmla="*/ 0 h 16"/>
                <a:gd name="T16" fmla="*/ 359064 w 429"/>
                <a:gd name="T17" fmla="*/ 0 h 16"/>
                <a:gd name="T18" fmla="*/ 368271 w 429"/>
                <a:gd name="T19" fmla="*/ 9525 h 16"/>
                <a:gd name="T20" fmla="*/ 359064 w 429"/>
                <a:gd name="T21" fmla="*/ 19050 h 16"/>
                <a:gd name="T22" fmla="*/ 230169 w 429"/>
                <a:gd name="T23" fmla="*/ 19050 h 16"/>
                <a:gd name="T24" fmla="*/ 220962 w 429"/>
                <a:gd name="T25" fmla="*/ 9525 h 16"/>
                <a:gd name="T26" fmla="*/ 230169 w 429"/>
                <a:gd name="T27" fmla="*/ 0 h 16"/>
                <a:gd name="T28" fmla="*/ 451132 w 429"/>
                <a:gd name="T29" fmla="*/ 0 h 16"/>
                <a:gd name="T30" fmla="*/ 484506 w 429"/>
                <a:gd name="T31" fmla="*/ 0 h 16"/>
                <a:gd name="T32" fmla="*/ 493713 w 429"/>
                <a:gd name="T33" fmla="*/ 9525 h 16"/>
                <a:gd name="T34" fmla="*/ 484506 w 429"/>
                <a:gd name="T35" fmla="*/ 19050 h 16"/>
                <a:gd name="T36" fmla="*/ 451132 w 429"/>
                <a:gd name="T37" fmla="*/ 19050 h 16"/>
                <a:gd name="T38" fmla="*/ 441925 w 429"/>
                <a:gd name="T39" fmla="*/ 9525 h 16"/>
                <a:gd name="T40" fmla="*/ 451132 w 429"/>
                <a:gd name="T41" fmla="*/ 0 h 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9"/>
                <a:gd name="T64" fmla="*/ 0 h 16"/>
                <a:gd name="T65" fmla="*/ 429 w 429"/>
                <a:gd name="T66" fmla="*/ 16 h 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9" h="16">
                  <a:moveTo>
                    <a:pt x="8" y="0"/>
                  </a:moveTo>
                  <a:lnTo>
                    <a:pt x="120" y="0"/>
                  </a:lnTo>
                  <a:cubicBezTo>
                    <a:pt x="124" y="0"/>
                    <a:pt x="128" y="4"/>
                    <a:pt x="128" y="8"/>
                  </a:cubicBezTo>
                  <a:cubicBezTo>
                    <a:pt x="128" y="13"/>
                    <a:pt x="124" y="16"/>
                    <a:pt x="120" y="16"/>
                  </a:cubicBezTo>
                  <a:lnTo>
                    <a:pt x="8" y="16"/>
                  </a:lnTo>
                  <a:cubicBezTo>
                    <a:pt x="4" y="16"/>
                    <a:pt x="0" y="13"/>
                    <a:pt x="0" y="8"/>
                  </a:cubicBezTo>
                  <a:cubicBezTo>
                    <a:pt x="0" y="4"/>
                    <a:pt x="4" y="0"/>
                    <a:pt x="8" y="0"/>
                  </a:cubicBezTo>
                  <a:close/>
                  <a:moveTo>
                    <a:pt x="200" y="0"/>
                  </a:moveTo>
                  <a:lnTo>
                    <a:pt x="312" y="0"/>
                  </a:lnTo>
                  <a:cubicBezTo>
                    <a:pt x="316" y="0"/>
                    <a:pt x="320" y="4"/>
                    <a:pt x="320" y="8"/>
                  </a:cubicBezTo>
                  <a:cubicBezTo>
                    <a:pt x="320" y="13"/>
                    <a:pt x="316" y="16"/>
                    <a:pt x="312" y="16"/>
                  </a:cubicBezTo>
                  <a:lnTo>
                    <a:pt x="200" y="16"/>
                  </a:lnTo>
                  <a:cubicBezTo>
                    <a:pt x="196" y="16"/>
                    <a:pt x="192" y="13"/>
                    <a:pt x="192" y="8"/>
                  </a:cubicBezTo>
                  <a:cubicBezTo>
                    <a:pt x="192" y="4"/>
                    <a:pt x="196" y="0"/>
                    <a:pt x="200" y="0"/>
                  </a:cubicBezTo>
                  <a:close/>
                  <a:moveTo>
                    <a:pt x="392" y="0"/>
                  </a:moveTo>
                  <a:lnTo>
                    <a:pt x="421" y="0"/>
                  </a:lnTo>
                  <a:cubicBezTo>
                    <a:pt x="426" y="0"/>
                    <a:pt x="429" y="4"/>
                    <a:pt x="429" y="8"/>
                  </a:cubicBezTo>
                  <a:cubicBezTo>
                    <a:pt x="429" y="13"/>
                    <a:pt x="426" y="16"/>
                    <a:pt x="421" y="16"/>
                  </a:cubicBezTo>
                  <a:lnTo>
                    <a:pt x="392" y="16"/>
                  </a:lnTo>
                  <a:cubicBezTo>
                    <a:pt x="388" y="16"/>
                    <a:pt x="384" y="13"/>
                    <a:pt x="384" y="8"/>
                  </a:cubicBezTo>
                  <a:cubicBezTo>
                    <a:pt x="384" y="4"/>
                    <a:pt x="388" y="0"/>
                    <a:pt x="392" y="0"/>
                  </a:cubicBezTo>
                  <a:close/>
                </a:path>
              </a:pathLst>
            </a:custGeom>
            <a:solidFill>
              <a:srgbClr val="000000"/>
            </a:solidFill>
            <a:ln w="9525">
              <a:solidFill>
                <a:srgbClr val="000000"/>
              </a:solidFill>
              <a:bevel/>
            </a:ln>
          </p:spPr>
          <p:txBody>
            <a:bodyPr/>
            <a:lstStyle/>
            <a:p>
              <a:pPr eaLnBrk="0" hangingPunct="0"/>
              <a:endParaRPr lang="zh-CN" altLang="en-US" sz="2000">
                <a:solidFill>
                  <a:srgbClr val="000000"/>
                </a:solidFill>
              </a:endParaRPr>
            </a:p>
          </p:txBody>
        </p:sp>
        <p:sp>
          <p:nvSpPr>
            <p:cNvPr id="55397" name="Freeform 18"/>
            <p:cNvSpPr/>
            <p:nvPr/>
          </p:nvSpPr>
          <p:spPr bwMode="auto">
            <a:xfrm>
              <a:off x="7808286" y="3785784"/>
              <a:ext cx="41275" cy="82550"/>
            </a:xfrm>
            <a:custGeom>
              <a:avLst/>
              <a:gdLst>
                <a:gd name="T0" fmla="*/ 41275 w 26"/>
                <a:gd name="T1" fmla="*/ 0 h 52"/>
                <a:gd name="T2" fmla="*/ 0 w 26"/>
                <a:gd name="T3" fmla="*/ 41275 h 52"/>
                <a:gd name="T4" fmla="*/ 41275 w 26"/>
                <a:gd name="T5" fmla="*/ 82550 h 52"/>
                <a:gd name="T6" fmla="*/ 0 60000 65536"/>
                <a:gd name="T7" fmla="*/ 0 60000 65536"/>
                <a:gd name="T8" fmla="*/ 0 60000 65536"/>
                <a:gd name="T9" fmla="*/ 0 w 26"/>
                <a:gd name="T10" fmla="*/ 0 h 52"/>
                <a:gd name="T11" fmla="*/ 26 w 26"/>
                <a:gd name="T12" fmla="*/ 52 h 52"/>
              </a:gdLst>
              <a:ahLst/>
              <a:cxnLst>
                <a:cxn ang="T6">
                  <a:pos x="T0" y="T1"/>
                </a:cxn>
                <a:cxn ang="T7">
                  <a:pos x="T2" y="T3"/>
                </a:cxn>
                <a:cxn ang="T8">
                  <a:pos x="T4" y="T5"/>
                </a:cxn>
              </a:cxnLst>
              <a:rect l="T9" t="T10" r="T11" b="T12"/>
              <a:pathLst>
                <a:path w="26" h="52">
                  <a:moveTo>
                    <a:pt x="26" y="0"/>
                  </a:moveTo>
                  <a:lnTo>
                    <a:pt x="0" y="26"/>
                  </a:lnTo>
                  <a:lnTo>
                    <a:pt x="26" y="52"/>
                  </a:lnTo>
                </a:path>
              </a:pathLst>
            </a:custGeom>
            <a:noFill/>
            <a:ln w="6350" cap="rnd">
              <a:solidFill>
                <a:srgbClr val="000000"/>
              </a:solidFill>
              <a:round/>
            </a:ln>
          </p:spPr>
          <p:txBody>
            <a:bodyPr/>
            <a:lstStyle/>
            <a:p>
              <a:pPr eaLnBrk="0" hangingPunct="0"/>
              <a:endParaRPr lang="zh-CN" altLang="en-US" sz="2000">
                <a:solidFill>
                  <a:srgbClr val="000000"/>
                </a:solidFill>
              </a:endParaRPr>
            </a:p>
          </p:txBody>
        </p:sp>
      </p:grpSp>
      <p:sp>
        <p:nvSpPr>
          <p:cNvPr id="55329" name="AutoShape 3"/>
          <p:cNvSpPr>
            <a:spLocks noChangeAspect="1" noChangeArrowheads="1" noTextEdit="1"/>
          </p:cNvSpPr>
          <p:nvPr/>
        </p:nvSpPr>
        <p:spPr bwMode="auto">
          <a:xfrm>
            <a:off x="7770814" y="149225"/>
            <a:ext cx="841375" cy="1130300"/>
          </a:xfrm>
          <a:prstGeom prst="rect">
            <a:avLst/>
          </a:prstGeom>
          <a:noFill/>
          <a:ln w="9525">
            <a:noFill/>
            <a:miter lim="800000"/>
          </a:ln>
        </p:spPr>
        <p:txBody>
          <a:bodyPr/>
          <a:lstStyle/>
          <a:p>
            <a:endParaRPr lang="zh-CN" altLang="en-US"/>
          </a:p>
        </p:txBody>
      </p:sp>
      <p:cxnSp>
        <p:nvCxnSpPr>
          <p:cNvPr id="55330" name="直接连接符 84"/>
          <p:cNvCxnSpPr>
            <a:cxnSpLocks noChangeShapeType="1"/>
          </p:cNvCxnSpPr>
          <p:nvPr/>
        </p:nvCxnSpPr>
        <p:spPr bwMode="auto">
          <a:xfrm>
            <a:off x="1318069" y="4503898"/>
            <a:ext cx="2918720" cy="0"/>
          </a:xfrm>
          <a:prstGeom prst="line">
            <a:avLst/>
          </a:prstGeom>
          <a:noFill/>
          <a:ln w="19050" algn="ctr">
            <a:solidFill>
              <a:srgbClr val="7030A0"/>
            </a:solidFill>
            <a:round/>
          </a:ln>
        </p:spPr>
      </p:cxnSp>
      <p:grpSp>
        <p:nvGrpSpPr>
          <p:cNvPr id="8" name="组合 7">
            <a:extLst>
              <a:ext uri="{FF2B5EF4-FFF2-40B4-BE49-F238E27FC236}">
                <a16:creationId xmlns:a16="http://schemas.microsoft.com/office/drawing/2014/main" id="{9D8F16DA-F106-468F-BA9C-AF868FEC0FFE}"/>
              </a:ext>
            </a:extLst>
          </p:cNvPr>
          <p:cNvGrpSpPr/>
          <p:nvPr/>
        </p:nvGrpSpPr>
        <p:grpSpPr>
          <a:xfrm>
            <a:off x="7481667" y="5262991"/>
            <a:ext cx="3773810" cy="509588"/>
            <a:chOff x="8021238" y="2910327"/>
            <a:chExt cx="3773810" cy="509588"/>
          </a:xfrm>
        </p:grpSpPr>
        <p:grpSp>
          <p:nvGrpSpPr>
            <p:cNvPr id="55347" name="组合 24"/>
            <p:cNvGrpSpPr/>
            <p:nvPr/>
          </p:nvGrpSpPr>
          <p:grpSpPr bwMode="auto">
            <a:xfrm>
              <a:off x="9418562" y="2910327"/>
              <a:ext cx="2295525" cy="471488"/>
              <a:chOff x="6713677" y="5355853"/>
              <a:chExt cx="2295992" cy="471395"/>
            </a:xfrm>
          </p:grpSpPr>
          <p:sp>
            <p:nvSpPr>
              <p:cNvPr id="55385" name="直接连接符 6"/>
              <p:cNvSpPr>
                <a:spLocks noChangeShapeType="1"/>
              </p:cNvSpPr>
              <p:nvPr/>
            </p:nvSpPr>
            <p:spPr bwMode="auto">
              <a:xfrm>
                <a:off x="6713677" y="5355853"/>
                <a:ext cx="2295992" cy="0"/>
              </a:xfrm>
              <a:prstGeom prst="line">
                <a:avLst/>
              </a:prstGeom>
              <a:noFill/>
              <a:ln w="63500">
                <a:solidFill>
                  <a:schemeClr val="tx1"/>
                </a:solidFill>
                <a:miter lim="800000"/>
              </a:ln>
            </p:spPr>
            <p:txBody>
              <a:bodyPr/>
              <a:lstStyle/>
              <a:p>
                <a:endParaRPr lang="zh-CN" altLang="en-US"/>
              </a:p>
            </p:txBody>
          </p:sp>
          <p:sp>
            <p:nvSpPr>
              <p:cNvPr id="55386" name="直接连接符 11"/>
              <p:cNvSpPr>
                <a:spLocks noChangeShapeType="1"/>
              </p:cNvSpPr>
              <p:nvPr/>
            </p:nvSpPr>
            <p:spPr bwMode="auto">
              <a:xfrm>
                <a:off x="7185566" y="5355853"/>
                <a:ext cx="0" cy="471395"/>
              </a:xfrm>
              <a:prstGeom prst="line">
                <a:avLst/>
              </a:prstGeom>
              <a:noFill/>
              <a:ln w="19050">
                <a:solidFill>
                  <a:schemeClr val="tx1"/>
                </a:solidFill>
                <a:prstDash val="dash"/>
                <a:miter lim="800000"/>
              </a:ln>
            </p:spPr>
            <p:txBody>
              <a:bodyPr/>
              <a:lstStyle/>
              <a:p>
                <a:endParaRPr lang="zh-CN" altLang="en-US"/>
              </a:p>
            </p:txBody>
          </p:sp>
        </p:grpSp>
        <p:sp>
          <p:nvSpPr>
            <p:cNvPr id="55356" name="矩形 129"/>
            <p:cNvSpPr>
              <a:spLocks noChangeArrowheads="1"/>
            </p:cNvSpPr>
            <p:nvPr/>
          </p:nvSpPr>
          <p:spPr bwMode="auto">
            <a:xfrm>
              <a:off x="9197898" y="3019865"/>
              <a:ext cx="2597150" cy="400050"/>
            </a:xfrm>
            <a:prstGeom prst="rect">
              <a:avLst/>
            </a:prstGeom>
            <a:noFill/>
            <a:ln w="9525">
              <a:noFill/>
              <a:miter lim="800000"/>
            </a:ln>
          </p:spPr>
          <p:txBody>
            <a:bodyPr>
              <a:spAutoFit/>
            </a:bodyPr>
            <a:lstStyle/>
            <a:p>
              <a:pPr algn="just" eaLnBrk="0" hangingPunct="0"/>
              <a:r>
                <a:rPr lang="en-US" altLang="zh-CN" sz="2000" b="1" i="1" dirty="0">
                  <a:solidFill>
                    <a:srgbClr val="3333FF"/>
                  </a:solidFill>
                  <a:latin typeface="Courier New" panose="02070309020205020404" pitchFamily="49" charset="0"/>
                </a:rPr>
                <a:t>     2, B, A, C</a:t>
              </a:r>
            </a:p>
          </p:txBody>
        </p:sp>
        <p:sp>
          <p:nvSpPr>
            <p:cNvPr id="114" name="文本框 16"/>
            <p:cNvSpPr>
              <a:spLocks noChangeArrowheads="1"/>
            </p:cNvSpPr>
            <p:nvPr/>
          </p:nvSpPr>
          <p:spPr bwMode="auto">
            <a:xfrm>
              <a:off x="8021238" y="2974196"/>
              <a:ext cx="1433406" cy="400110"/>
            </a:xfrm>
            <a:prstGeom prst="rect">
              <a:avLst/>
            </a:prstGeom>
            <a:noFill/>
            <a:ln w="12700">
              <a:noFill/>
              <a:miter lim="800000"/>
            </a:ln>
          </p:spPr>
          <p:txBody>
            <a:bodyPr wrap="none">
              <a:spAutoFit/>
            </a:bodyPr>
            <a:lstStyle/>
            <a:p>
              <a:pPr>
                <a:buFont typeface="Arial" panose="020B0604020202020204" pitchFamily="34" charset="0"/>
                <a:buNone/>
              </a:pPr>
              <a:r>
                <a:rPr lang="zh-CN" altLang="en-US" sz="2000" b="1" dirty="0">
                  <a:solidFill>
                    <a:srgbClr val="7030A0"/>
                  </a:solidFill>
                  <a:latin typeface="Calibri" panose="020F0502020204030204" pitchFamily="34" charset="0"/>
                  <a:sym typeface="宋体" panose="02010600030101010101" pitchFamily="2" charset="-122"/>
                </a:rPr>
                <a:t>第</a:t>
              </a:r>
              <a:r>
                <a:rPr lang="en-US" altLang="zh-CN" sz="2000" b="1" dirty="0">
                  <a:solidFill>
                    <a:srgbClr val="7030A0"/>
                  </a:solidFill>
                  <a:latin typeface="Calibri" panose="020F0502020204030204" pitchFamily="34" charset="0"/>
                  <a:sym typeface="宋体" panose="02010600030101010101" pitchFamily="2" charset="-122"/>
                </a:rPr>
                <a:t>1</a:t>
              </a:r>
              <a:r>
                <a:rPr lang="zh-CN" altLang="en-US" sz="2000" b="1" dirty="0">
                  <a:solidFill>
                    <a:srgbClr val="7030A0"/>
                  </a:solidFill>
                  <a:latin typeface="Calibri" panose="020F0502020204030204" pitchFamily="34" charset="0"/>
                  <a:sym typeface="宋体" panose="02010600030101010101" pitchFamily="2" charset="-122"/>
                </a:rPr>
                <a:t>层</a:t>
              </a:r>
              <a:r>
                <a:rPr lang="en-US" altLang="zh-CN" sz="2000" b="1" dirty="0" err="1">
                  <a:solidFill>
                    <a:srgbClr val="7030A0"/>
                  </a:solidFill>
                  <a:latin typeface="Calibri" panose="020F0502020204030204" pitchFamily="34" charset="0"/>
                  <a:sym typeface="宋体" panose="02010600030101010101" pitchFamily="2" charset="-122"/>
                </a:rPr>
                <a:t>hanoi</a:t>
              </a:r>
              <a:endParaRPr lang="zh-CN" altLang="en-US" sz="2000" b="1" dirty="0">
                <a:solidFill>
                  <a:srgbClr val="7030A0"/>
                </a:solidFill>
                <a:latin typeface="Calibri" panose="020F0502020204030204" pitchFamily="34" charset="0"/>
                <a:sym typeface="宋体" panose="02010600030101010101" pitchFamily="2" charset="-122"/>
              </a:endParaRPr>
            </a:p>
          </p:txBody>
        </p:sp>
      </p:grpSp>
      <p:grpSp>
        <p:nvGrpSpPr>
          <p:cNvPr id="7" name="组合 6">
            <a:extLst>
              <a:ext uri="{FF2B5EF4-FFF2-40B4-BE49-F238E27FC236}">
                <a16:creationId xmlns:a16="http://schemas.microsoft.com/office/drawing/2014/main" id="{12499804-4551-4123-86C3-A4D24D6280FC}"/>
              </a:ext>
            </a:extLst>
          </p:cNvPr>
          <p:cNvGrpSpPr/>
          <p:nvPr/>
        </p:nvGrpSpPr>
        <p:grpSpPr>
          <a:xfrm>
            <a:off x="7481667" y="4561242"/>
            <a:ext cx="3748410" cy="2130275"/>
            <a:chOff x="6840215" y="4393316"/>
            <a:chExt cx="3748410" cy="2130275"/>
          </a:xfrm>
        </p:grpSpPr>
        <p:sp>
          <p:nvSpPr>
            <p:cNvPr id="55348" name="直接连接符 6"/>
            <p:cNvSpPr>
              <a:spLocks noChangeShapeType="1"/>
            </p:cNvSpPr>
            <p:nvPr/>
          </p:nvSpPr>
          <p:spPr bwMode="auto">
            <a:xfrm>
              <a:off x="8239126" y="6501515"/>
              <a:ext cx="2297113" cy="0"/>
            </a:xfrm>
            <a:prstGeom prst="line">
              <a:avLst/>
            </a:prstGeom>
            <a:noFill/>
            <a:ln w="63500">
              <a:solidFill>
                <a:schemeClr val="tx1"/>
              </a:solidFill>
              <a:miter lim="800000"/>
            </a:ln>
          </p:spPr>
          <p:txBody>
            <a:bodyPr/>
            <a:lstStyle/>
            <a:p>
              <a:endParaRPr lang="zh-CN" altLang="en-US"/>
            </a:p>
          </p:txBody>
        </p:sp>
        <p:sp>
          <p:nvSpPr>
            <p:cNvPr id="55349" name="直接连接符 11"/>
            <p:cNvSpPr>
              <a:spLocks noChangeShapeType="1"/>
            </p:cNvSpPr>
            <p:nvPr/>
          </p:nvSpPr>
          <p:spPr bwMode="auto">
            <a:xfrm flipH="1">
              <a:off x="8224838" y="4393316"/>
              <a:ext cx="14287" cy="2130275"/>
            </a:xfrm>
            <a:prstGeom prst="line">
              <a:avLst/>
            </a:prstGeom>
            <a:noFill/>
            <a:ln w="63500">
              <a:solidFill>
                <a:schemeClr val="tx1"/>
              </a:solidFill>
              <a:miter lim="800000"/>
            </a:ln>
          </p:spPr>
          <p:txBody>
            <a:bodyPr/>
            <a:lstStyle/>
            <a:p>
              <a:endParaRPr lang="zh-CN" altLang="en-US"/>
            </a:p>
          </p:txBody>
        </p:sp>
        <p:sp>
          <p:nvSpPr>
            <p:cNvPr id="55350" name="直接连接符 12"/>
            <p:cNvSpPr>
              <a:spLocks noChangeShapeType="1"/>
            </p:cNvSpPr>
            <p:nvPr/>
          </p:nvSpPr>
          <p:spPr bwMode="auto">
            <a:xfrm>
              <a:off x="10536238" y="4393316"/>
              <a:ext cx="0" cy="2130275"/>
            </a:xfrm>
            <a:prstGeom prst="line">
              <a:avLst/>
            </a:prstGeom>
            <a:noFill/>
            <a:ln w="63500">
              <a:solidFill>
                <a:schemeClr val="tx1"/>
              </a:solidFill>
              <a:miter lim="800000"/>
            </a:ln>
          </p:spPr>
          <p:txBody>
            <a:bodyPr/>
            <a:lstStyle/>
            <a:p>
              <a:endParaRPr lang="zh-CN" altLang="en-US"/>
            </a:p>
          </p:txBody>
        </p:sp>
        <p:sp>
          <p:nvSpPr>
            <p:cNvPr id="55351" name="矩形 187"/>
            <p:cNvSpPr>
              <a:spLocks noChangeArrowheads="1"/>
            </p:cNvSpPr>
            <p:nvPr/>
          </p:nvSpPr>
          <p:spPr bwMode="auto">
            <a:xfrm>
              <a:off x="7991475" y="5622040"/>
              <a:ext cx="2597150" cy="400110"/>
            </a:xfrm>
            <a:prstGeom prst="rect">
              <a:avLst/>
            </a:prstGeom>
            <a:noFill/>
            <a:ln w="9525">
              <a:noFill/>
              <a:miter lim="800000"/>
            </a:ln>
          </p:spPr>
          <p:txBody>
            <a:bodyPr>
              <a:spAutoFit/>
            </a:bodyPr>
            <a:lstStyle/>
            <a:p>
              <a:pPr algn="just" eaLnBrk="0" hangingPunct="0"/>
              <a:r>
                <a:rPr lang="en-US" altLang="zh-CN" sz="2000" b="1" i="1" dirty="0">
                  <a:solidFill>
                    <a:srgbClr val="3333FF"/>
                  </a:solidFill>
                  <a:latin typeface="Courier New" panose="02070309020205020404" pitchFamily="49" charset="0"/>
                </a:rPr>
                <a:t> </a:t>
              </a:r>
              <a:r>
                <a:rPr lang="en-US" altLang="zh-CN" sz="2000" b="1" i="1" dirty="0">
                  <a:solidFill>
                    <a:srgbClr val="FF0000"/>
                  </a:solidFill>
                  <a:latin typeface="Courier New" panose="02070309020205020404" pitchFamily="49" charset="0"/>
                </a:rPr>
                <a:t>i+1</a:t>
              </a:r>
              <a:r>
                <a:rPr lang="en-US" altLang="zh-CN" sz="2000" b="1" i="1" dirty="0">
                  <a:solidFill>
                    <a:srgbClr val="3333FF"/>
                  </a:solidFill>
                  <a:latin typeface="Courier New" panose="02070309020205020404" pitchFamily="49" charset="0"/>
                </a:rPr>
                <a:t> 3, A, B, C</a:t>
              </a:r>
            </a:p>
          </p:txBody>
        </p:sp>
        <p:sp>
          <p:nvSpPr>
            <p:cNvPr id="55352" name="直接连接符 6"/>
            <p:cNvSpPr>
              <a:spLocks noChangeShapeType="1"/>
            </p:cNvSpPr>
            <p:nvPr/>
          </p:nvSpPr>
          <p:spPr bwMode="auto">
            <a:xfrm>
              <a:off x="8239126" y="5596640"/>
              <a:ext cx="2297113" cy="0"/>
            </a:xfrm>
            <a:prstGeom prst="line">
              <a:avLst/>
            </a:prstGeom>
            <a:noFill/>
            <a:ln w="63500">
              <a:solidFill>
                <a:schemeClr val="tx1"/>
              </a:solidFill>
              <a:miter lim="800000"/>
            </a:ln>
          </p:spPr>
          <p:txBody>
            <a:bodyPr/>
            <a:lstStyle/>
            <a:p>
              <a:endParaRPr lang="zh-CN" altLang="en-US"/>
            </a:p>
          </p:txBody>
        </p:sp>
        <p:sp>
          <p:nvSpPr>
            <p:cNvPr id="55353" name="直接连接符 11"/>
            <p:cNvSpPr>
              <a:spLocks noChangeShapeType="1"/>
            </p:cNvSpPr>
            <p:nvPr/>
          </p:nvSpPr>
          <p:spPr bwMode="auto">
            <a:xfrm>
              <a:off x="8710613" y="5596641"/>
              <a:ext cx="0" cy="471487"/>
            </a:xfrm>
            <a:prstGeom prst="line">
              <a:avLst/>
            </a:prstGeom>
            <a:noFill/>
            <a:ln w="19050">
              <a:solidFill>
                <a:schemeClr val="tx1"/>
              </a:solidFill>
              <a:prstDash val="dash"/>
              <a:miter lim="800000"/>
            </a:ln>
          </p:spPr>
          <p:txBody>
            <a:bodyPr/>
            <a:lstStyle/>
            <a:p>
              <a:endParaRPr lang="zh-CN" altLang="en-US"/>
            </a:p>
          </p:txBody>
        </p:sp>
        <p:sp>
          <p:nvSpPr>
            <p:cNvPr id="115" name="文本框 16"/>
            <p:cNvSpPr>
              <a:spLocks noChangeArrowheads="1"/>
            </p:cNvSpPr>
            <p:nvPr/>
          </p:nvSpPr>
          <p:spPr bwMode="auto">
            <a:xfrm>
              <a:off x="6840215" y="5574386"/>
              <a:ext cx="1433406" cy="400110"/>
            </a:xfrm>
            <a:prstGeom prst="rect">
              <a:avLst/>
            </a:prstGeom>
            <a:noFill/>
            <a:ln w="12700">
              <a:noFill/>
              <a:miter lim="800000"/>
            </a:ln>
          </p:spPr>
          <p:txBody>
            <a:bodyPr wrap="none">
              <a:spAutoFit/>
            </a:bodyPr>
            <a:lstStyle/>
            <a:p>
              <a:pPr>
                <a:buFont typeface="Arial" panose="020B0604020202020204" pitchFamily="34" charset="0"/>
                <a:buNone/>
              </a:pPr>
              <a:r>
                <a:rPr lang="zh-CN" altLang="en-US" sz="2000" b="1" dirty="0">
                  <a:solidFill>
                    <a:srgbClr val="7030A0"/>
                  </a:solidFill>
                  <a:latin typeface="Calibri" panose="020F0502020204030204" pitchFamily="34" charset="0"/>
                  <a:sym typeface="宋体" panose="02010600030101010101" pitchFamily="2" charset="-122"/>
                </a:rPr>
                <a:t>第</a:t>
              </a:r>
              <a:r>
                <a:rPr lang="en-US" altLang="zh-CN" sz="2000" b="1" dirty="0">
                  <a:solidFill>
                    <a:srgbClr val="7030A0"/>
                  </a:solidFill>
                  <a:latin typeface="Calibri" panose="020F0502020204030204" pitchFamily="34" charset="0"/>
                  <a:sym typeface="宋体" panose="02010600030101010101" pitchFamily="2" charset="-122"/>
                </a:rPr>
                <a:t>0</a:t>
              </a:r>
              <a:r>
                <a:rPr lang="zh-CN" altLang="en-US" sz="2000" b="1" dirty="0">
                  <a:solidFill>
                    <a:srgbClr val="7030A0"/>
                  </a:solidFill>
                  <a:latin typeface="Calibri" panose="020F0502020204030204" pitchFamily="34" charset="0"/>
                  <a:sym typeface="宋体" panose="02010600030101010101" pitchFamily="2" charset="-122"/>
                </a:rPr>
                <a:t>层</a:t>
              </a:r>
              <a:r>
                <a:rPr lang="en-US" altLang="zh-CN" sz="2000" b="1" dirty="0" err="1">
                  <a:solidFill>
                    <a:srgbClr val="7030A0"/>
                  </a:solidFill>
                  <a:latin typeface="Calibri" panose="020F0502020204030204" pitchFamily="34" charset="0"/>
                  <a:sym typeface="宋体" panose="02010600030101010101" pitchFamily="2" charset="-122"/>
                </a:rPr>
                <a:t>hanoi</a:t>
              </a:r>
              <a:endParaRPr lang="zh-CN" altLang="en-US" sz="2000" b="1" dirty="0">
                <a:solidFill>
                  <a:srgbClr val="7030A0"/>
                </a:solidFill>
                <a:latin typeface="Calibri" panose="020F0502020204030204" pitchFamily="34" charset="0"/>
                <a:sym typeface="宋体" panose="02010600030101010101" pitchFamily="2" charset="-122"/>
              </a:endParaRPr>
            </a:p>
          </p:txBody>
        </p:sp>
        <p:sp>
          <p:nvSpPr>
            <p:cNvPr id="174" name="直接连接符 6"/>
            <p:cNvSpPr>
              <a:spLocks noChangeShapeType="1"/>
            </p:cNvSpPr>
            <p:nvPr/>
          </p:nvSpPr>
          <p:spPr bwMode="auto">
            <a:xfrm>
              <a:off x="8239126" y="6052103"/>
              <a:ext cx="2297113" cy="0"/>
            </a:xfrm>
            <a:prstGeom prst="line">
              <a:avLst/>
            </a:prstGeom>
            <a:noFill/>
            <a:ln w="63500">
              <a:solidFill>
                <a:schemeClr val="tx1"/>
              </a:solidFill>
              <a:miter lim="800000"/>
            </a:ln>
          </p:spPr>
          <p:txBody>
            <a:bodyPr/>
            <a:lstStyle/>
            <a:p>
              <a:endParaRPr lang="zh-CN" altLang="en-US"/>
            </a:p>
          </p:txBody>
        </p:sp>
        <p:sp>
          <p:nvSpPr>
            <p:cNvPr id="175" name="直接连接符 11"/>
            <p:cNvSpPr>
              <a:spLocks noChangeShapeType="1"/>
            </p:cNvSpPr>
            <p:nvPr/>
          </p:nvSpPr>
          <p:spPr bwMode="auto">
            <a:xfrm>
              <a:off x="8710613" y="6052104"/>
              <a:ext cx="0" cy="471487"/>
            </a:xfrm>
            <a:prstGeom prst="line">
              <a:avLst/>
            </a:prstGeom>
            <a:noFill/>
            <a:ln w="19050">
              <a:solidFill>
                <a:schemeClr val="tx1"/>
              </a:solidFill>
              <a:prstDash val="dash"/>
              <a:miter lim="800000"/>
            </a:ln>
          </p:spPr>
          <p:txBody>
            <a:bodyPr/>
            <a:lstStyle/>
            <a:p>
              <a:endParaRPr lang="zh-CN" altLang="en-US"/>
            </a:p>
          </p:txBody>
        </p:sp>
        <p:sp>
          <p:nvSpPr>
            <p:cNvPr id="176" name="矩形 187"/>
            <p:cNvSpPr>
              <a:spLocks noChangeArrowheads="1"/>
            </p:cNvSpPr>
            <p:nvPr/>
          </p:nvSpPr>
          <p:spPr bwMode="auto">
            <a:xfrm>
              <a:off x="7991475" y="6107815"/>
              <a:ext cx="2597150" cy="400050"/>
            </a:xfrm>
            <a:prstGeom prst="rect">
              <a:avLst/>
            </a:prstGeom>
            <a:noFill/>
            <a:ln w="9525">
              <a:noFill/>
              <a:miter lim="800000"/>
            </a:ln>
          </p:spPr>
          <p:txBody>
            <a:bodyPr>
              <a:spAutoFit/>
            </a:bodyPr>
            <a:lstStyle/>
            <a:p>
              <a:pPr algn="just" eaLnBrk="0" hangingPunct="0"/>
              <a:r>
                <a:rPr lang="en-US" altLang="zh-CN" sz="2000" b="1" i="1" dirty="0">
                  <a:solidFill>
                    <a:srgbClr val="C00000"/>
                  </a:solidFill>
                  <a:latin typeface="Courier New" panose="02070309020205020404" pitchFamily="49" charset="0"/>
                </a:rPr>
                <a:t>  …</a:t>
              </a:r>
              <a:r>
                <a:rPr lang="en-US" altLang="zh-CN" sz="2000" i="1" dirty="0">
                  <a:solidFill>
                    <a:srgbClr val="3333FF"/>
                  </a:solidFill>
                  <a:latin typeface="Courier New" panose="02070309020205020404" pitchFamily="49" charset="0"/>
                </a:rPr>
                <a:t>      ……</a:t>
              </a:r>
            </a:p>
          </p:txBody>
        </p:sp>
        <p:sp>
          <p:nvSpPr>
            <p:cNvPr id="177" name="文本框 16"/>
            <p:cNvSpPr>
              <a:spLocks noChangeArrowheads="1"/>
            </p:cNvSpPr>
            <p:nvPr/>
          </p:nvSpPr>
          <p:spPr bwMode="auto">
            <a:xfrm>
              <a:off x="6897365" y="6097317"/>
              <a:ext cx="1236236" cy="400110"/>
            </a:xfrm>
            <a:prstGeom prst="rect">
              <a:avLst/>
            </a:prstGeom>
            <a:noFill/>
            <a:ln w="12700">
              <a:noFill/>
              <a:miter lim="800000"/>
            </a:ln>
          </p:spPr>
          <p:txBody>
            <a:bodyPr wrap="none">
              <a:spAutoFit/>
            </a:bodyPr>
            <a:lstStyle/>
            <a:p>
              <a:pPr>
                <a:buFont typeface="Arial" panose="020B0604020202020204" pitchFamily="34" charset="0"/>
                <a:buNone/>
              </a:pPr>
              <a:r>
                <a:rPr lang="en-US" altLang="zh-CN" sz="2000" b="1" dirty="0">
                  <a:solidFill>
                    <a:srgbClr val="7030A0"/>
                  </a:solidFill>
                  <a:latin typeface="Calibri" panose="020F0502020204030204" pitchFamily="34" charset="0"/>
                  <a:sym typeface="宋体" panose="02010600030101010101" pitchFamily="2" charset="-122"/>
                </a:rPr>
                <a:t>main</a:t>
              </a:r>
              <a:r>
                <a:rPr lang="zh-CN" altLang="en-US" sz="2000" b="1" dirty="0">
                  <a:solidFill>
                    <a:srgbClr val="7030A0"/>
                  </a:solidFill>
                  <a:latin typeface="Calibri" panose="020F0502020204030204" pitchFamily="34" charset="0"/>
                  <a:sym typeface="宋体" panose="02010600030101010101" pitchFamily="2" charset="-122"/>
                </a:rPr>
                <a:t>栈帧</a:t>
              </a:r>
            </a:p>
          </p:txBody>
        </p:sp>
      </p:grpSp>
      <p:sp>
        <p:nvSpPr>
          <p:cNvPr id="123" name="矩形 64">
            <a:extLst>
              <a:ext uri="{FF2B5EF4-FFF2-40B4-BE49-F238E27FC236}">
                <a16:creationId xmlns:a16="http://schemas.microsoft.com/office/drawing/2014/main" id="{BA738C11-1E09-429B-BF02-90957BBA3198}"/>
              </a:ext>
            </a:extLst>
          </p:cNvPr>
          <p:cNvSpPr>
            <a:spLocks noChangeArrowheads="1"/>
          </p:cNvSpPr>
          <p:nvPr/>
        </p:nvSpPr>
        <p:spPr bwMode="auto">
          <a:xfrm>
            <a:off x="2293766" y="3409342"/>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2</a:t>
            </a:r>
            <a:endParaRPr lang="zh-CN" altLang="en-US" sz="2000" b="1" dirty="0">
              <a:solidFill>
                <a:srgbClr val="3333FF"/>
              </a:solidFill>
            </a:endParaRPr>
          </a:p>
        </p:txBody>
      </p:sp>
      <p:sp>
        <p:nvSpPr>
          <p:cNvPr id="124" name="矩形 102">
            <a:extLst>
              <a:ext uri="{FF2B5EF4-FFF2-40B4-BE49-F238E27FC236}">
                <a16:creationId xmlns:a16="http://schemas.microsoft.com/office/drawing/2014/main" id="{FC44E3E4-66E1-4389-853C-E82DF1A36AE8}"/>
              </a:ext>
            </a:extLst>
          </p:cNvPr>
          <p:cNvSpPr>
            <a:spLocks noChangeArrowheads="1"/>
          </p:cNvSpPr>
          <p:nvPr/>
        </p:nvSpPr>
        <p:spPr bwMode="auto">
          <a:xfrm>
            <a:off x="2612229" y="3401185"/>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A</a:t>
            </a:r>
            <a:endParaRPr lang="zh-CN" altLang="en-US" sz="2000" b="1" dirty="0">
              <a:solidFill>
                <a:srgbClr val="3333FF"/>
              </a:solidFill>
            </a:endParaRPr>
          </a:p>
        </p:txBody>
      </p:sp>
      <p:sp>
        <p:nvSpPr>
          <p:cNvPr id="125" name="矩形 104">
            <a:extLst>
              <a:ext uri="{FF2B5EF4-FFF2-40B4-BE49-F238E27FC236}">
                <a16:creationId xmlns:a16="http://schemas.microsoft.com/office/drawing/2014/main" id="{36CD40FF-0996-4BC3-A7B9-FE5355474A85}"/>
              </a:ext>
            </a:extLst>
          </p:cNvPr>
          <p:cNvSpPr>
            <a:spLocks noChangeArrowheads="1"/>
          </p:cNvSpPr>
          <p:nvPr/>
        </p:nvSpPr>
        <p:spPr bwMode="auto">
          <a:xfrm>
            <a:off x="3248817" y="3410422"/>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B</a:t>
            </a:r>
            <a:endParaRPr lang="zh-CN" altLang="en-US" sz="2000" b="1" dirty="0">
              <a:solidFill>
                <a:srgbClr val="3333FF"/>
              </a:solidFill>
            </a:endParaRPr>
          </a:p>
        </p:txBody>
      </p:sp>
      <p:sp>
        <p:nvSpPr>
          <p:cNvPr id="126" name="矩形 105">
            <a:extLst>
              <a:ext uri="{FF2B5EF4-FFF2-40B4-BE49-F238E27FC236}">
                <a16:creationId xmlns:a16="http://schemas.microsoft.com/office/drawing/2014/main" id="{DBA01893-71F1-430E-B8D3-01051AEF3C13}"/>
              </a:ext>
            </a:extLst>
          </p:cNvPr>
          <p:cNvSpPr>
            <a:spLocks noChangeArrowheads="1"/>
          </p:cNvSpPr>
          <p:nvPr/>
        </p:nvSpPr>
        <p:spPr bwMode="auto">
          <a:xfrm>
            <a:off x="2915442" y="3401088"/>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C</a:t>
            </a:r>
            <a:endParaRPr lang="zh-CN" altLang="en-US" sz="2000" b="1" dirty="0">
              <a:solidFill>
                <a:srgbClr val="3333FF"/>
              </a:solidFill>
            </a:endParaRPr>
          </a:p>
        </p:txBody>
      </p:sp>
      <p:sp>
        <p:nvSpPr>
          <p:cNvPr id="133" name="矩形 64">
            <a:extLst>
              <a:ext uri="{FF2B5EF4-FFF2-40B4-BE49-F238E27FC236}">
                <a16:creationId xmlns:a16="http://schemas.microsoft.com/office/drawing/2014/main" id="{9DD76D49-9EF8-4B0F-97A5-713EA5E1AFD1}"/>
              </a:ext>
            </a:extLst>
          </p:cNvPr>
          <p:cNvSpPr>
            <a:spLocks noChangeArrowheads="1"/>
          </p:cNvSpPr>
          <p:nvPr/>
        </p:nvSpPr>
        <p:spPr bwMode="auto">
          <a:xfrm>
            <a:off x="3811782" y="1155988"/>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3</a:t>
            </a:r>
            <a:endParaRPr lang="zh-CN" altLang="en-US" sz="2000" b="1" dirty="0">
              <a:solidFill>
                <a:srgbClr val="3333FF"/>
              </a:solidFill>
            </a:endParaRPr>
          </a:p>
        </p:txBody>
      </p:sp>
      <p:sp>
        <p:nvSpPr>
          <p:cNvPr id="135" name="矩形 102">
            <a:extLst>
              <a:ext uri="{FF2B5EF4-FFF2-40B4-BE49-F238E27FC236}">
                <a16:creationId xmlns:a16="http://schemas.microsoft.com/office/drawing/2014/main" id="{F0004EDE-538F-420F-B44F-1ABB8EE94D5D}"/>
              </a:ext>
            </a:extLst>
          </p:cNvPr>
          <p:cNvSpPr>
            <a:spLocks noChangeArrowheads="1"/>
          </p:cNvSpPr>
          <p:nvPr/>
        </p:nvSpPr>
        <p:spPr bwMode="auto">
          <a:xfrm>
            <a:off x="3808677" y="1447295"/>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A</a:t>
            </a:r>
            <a:endParaRPr lang="zh-CN" altLang="en-US" sz="2000" b="1" dirty="0">
              <a:solidFill>
                <a:srgbClr val="3333FF"/>
              </a:solidFill>
            </a:endParaRPr>
          </a:p>
        </p:txBody>
      </p:sp>
      <p:sp>
        <p:nvSpPr>
          <p:cNvPr id="136" name="矩形 104">
            <a:extLst>
              <a:ext uri="{FF2B5EF4-FFF2-40B4-BE49-F238E27FC236}">
                <a16:creationId xmlns:a16="http://schemas.microsoft.com/office/drawing/2014/main" id="{5303462B-9614-43A5-8605-D32299570A77}"/>
              </a:ext>
            </a:extLst>
          </p:cNvPr>
          <p:cNvSpPr>
            <a:spLocks noChangeArrowheads="1"/>
          </p:cNvSpPr>
          <p:nvPr/>
        </p:nvSpPr>
        <p:spPr bwMode="auto">
          <a:xfrm>
            <a:off x="3820904" y="1707992"/>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B</a:t>
            </a:r>
            <a:endParaRPr lang="zh-CN" altLang="en-US" sz="2000" b="1" dirty="0">
              <a:solidFill>
                <a:srgbClr val="3333FF"/>
              </a:solidFill>
            </a:endParaRPr>
          </a:p>
        </p:txBody>
      </p:sp>
      <p:sp>
        <p:nvSpPr>
          <p:cNvPr id="138" name="矩形 105">
            <a:extLst>
              <a:ext uri="{FF2B5EF4-FFF2-40B4-BE49-F238E27FC236}">
                <a16:creationId xmlns:a16="http://schemas.microsoft.com/office/drawing/2014/main" id="{6B98055B-CFA5-40A0-BCA7-513842572F42}"/>
              </a:ext>
            </a:extLst>
          </p:cNvPr>
          <p:cNvSpPr>
            <a:spLocks noChangeArrowheads="1"/>
          </p:cNvSpPr>
          <p:nvPr/>
        </p:nvSpPr>
        <p:spPr bwMode="auto">
          <a:xfrm>
            <a:off x="3814684" y="1974676"/>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C</a:t>
            </a:r>
            <a:endParaRPr lang="zh-CN" altLang="en-US" sz="2000" b="1" dirty="0">
              <a:solidFill>
                <a:srgbClr val="3333FF"/>
              </a:solidFill>
            </a:endParaRPr>
          </a:p>
        </p:txBody>
      </p:sp>
      <p:sp>
        <p:nvSpPr>
          <p:cNvPr id="98" name="文本框 97">
            <a:extLst>
              <a:ext uri="{FF2B5EF4-FFF2-40B4-BE49-F238E27FC236}">
                <a16:creationId xmlns:a16="http://schemas.microsoft.com/office/drawing/2014/main" id="{D0816350-315A-484D-B4D4-224B032D5B20}"/>
              </a:ext>
            </a:extLst>
          </p:cNvPr>
          <p:cNvSpPr txBox="1"/>
          <p:nvPr/>
        </p:nvSpPr>
        <p:spPr>
          <a:xfrm>
            <a:off x="758238" y="3913418"/>
            <a:ext cx="457621" cy="369332"/>
          </a:xfrm>
          <a:prstGeom prst="rect">
            <a:avLst/>
          </a:prstGeom>
          <a:noFill/>
        </p:spPr>
        <p:txBody>
          <a:bodyPr wrap="square">
            <a:spAutoFit/>
          </a:bodyPr>
          <a:lstStyle/>
          <a:p>
            <a:r>
              <a:rPr lang="en-US" altLang="zh-CN" b="1" i="1" dirty="0">
                <a:solidFill>
                  <a:srgbClr val="FF0000"/>
                </a:solidFill>
                <a:latin typeface="Courier New" panose="02070309020205020404" pitchFamily="49" charset="0"/>
              </a:rPr>
              <a:t>5</a:t>
            </a:r>
            <a:endParaRPr lang="zh-CN" altLang="en-US" b="1" dirty="0">
              <a:solidFill>
                <a:srgbClr val="FF0000"/>
              </a:solidFill>
            </a:endParaRPr>
          </a:p>
        </p:txBody>
      </p:sp>
      <p:sp>
        <p:nvSpPr>
          <p:cNvPr id="137" name="直接连接符 6">
            <a:extLst>
              <a:ext uri="{FF2B5EF4-FFF2-40B4-BE49-F238E27FC236}">
                <a16:creationId xmlns:a16="http://schemas.microsoft.com/office/drawing/2014/main" id="{62004F5F-7BE9-49FD-A381-DBB678329C62}"/>
              </a:ext>
            </a:extLst>
          </p:cNvPr>
          <p:cNvSpPr>
            <a:spLocks noChangeShapeType="1"/>
          </p:cNvSpPr>
          <p:nvPr/>
        </p:nvSpPr>
        <p:spPr bwMode="auto">
          <a:xfrm>
            <a:off x="1595439" y="6729413"/>
            <a:ext cx="5691187" cy="0"/>
          </a:xfrm>
          <a:prstGeom prst="line">
            <a:avLst/>
          </a:prstGeom>
          <a:noFill/>
          <a:ln w="63500">
            <a:solidFill>
              <a:schemeClr val="tx1"/>
            </a:solidFill>
            <a:miter lim="800000"/>
          </a:ln>
        </p:spPr>
        <p:txBody>
          <a:bodyPr/>
          <a:lstStyle/>
          <a:p>
            <a:endParaRPr lang="zh-CN" altLang="en-US"/>
          </a:p>
        </p:txBody>
      </p:sp>
      <p:sp>
        <p:nvSpPr>
          <p:cNvPr id="29" name="文本框 28">
            <a:extLst>
              <a:ext uri="{FF2B5EF4-FFF2-40B4-BE49-F238E27FC236}">
                <a16:creationId xmlns:a16="http://schemas.microsoft.com/office/drawing/2014/main" id="{2FD8E05F-A8D0-550D-5828-09B64C2CEE2B}"/>
              </a:ext>
            </a:extLst>
          </p:cNvPr>
          <p:cNvSpPr txBox="1"/>
          <p:nvPr/>
        </p:nvSpPr>
        <p:spPr>
          <a:xfrm>
            <a:off x="750833" y="4461861"/>
            <a:ext cx="457621" cy="369332"/>
          </a:xfrm>
          <a:prstGeom prst="rect">
            <a:avLst/>
          </a:prstGeom>
          <a:noFill/>
        </p:spPr>
        <p:txBody>
          <a:bodyPr wrap="square">
            <a:spAutoFit/>
          </a:bodyPr>
          <a:lstStyle/>
          <a:p>
            <a:r>
              <a:rPr lang="en-US" altLang="zh-CN" b="1" i="1" dirty="0">
                <a:solidFill>
                  <a:srgbClr val="FF0000"/>
                </a:solidFill>
                <a:latin typeface="Courier New" panose="02070309020205020404" pitchFamily="49" charset="0"/>
              </a:rPr>
              <a:t>7</a:t>
            </a:r>
            <a:endParaRPr lang="zh-CN" altLang="en-US" b="1" dirty="0">
              <a:solidFill>
                <a:srgbClr val="FF0000"/>
              </a:solidFill>
            </a:endParaRPr>
          </a:p>
        </p:txBody>
      </p:sp>
      <p:grpSp>
        <p:nvGrpSpPr>
          <p:cNvPr id="37" name="组合 36">
            <a:extLst>
              <a:ext uri="{FF2B5EF4-FFF2-40B4-BE49-F238E27FC236}">
                <a16:creationId xmlns:a16="http://schemas.microsoft.com/office/drawing/2014/main" id="{7D04870F-ACB5-9BEC-4B5D-C61F2510B9E9}"/>
              </a:ext>
            </a:extLst>
          </p:cNvPr>
          <p:cNvGrpSpPr/>
          <p:nvPr/>
        </p:nvGrpSpPr>
        <p:grpSpPr bwMode="auto">
          <a:xfrm>
            <a:off x="3858827" y="6248698"/>
            <a:ext cx="1122362" cy="461665"/>
            <a:chOff x="552030" y="5887358"/>
            <a:chExt cx="1189038" cy="461675"/>
          </a:xfrm>
        </p:grpSpPr>
        <p:sp>
          <p:nvSpPr>
            <p:cNvPr id="38" name="矩形 18">
              <a:extLst>
                <a:ext uri="{FF2B5EF4-FFF2-40B4-BE49-F238E27FC236}">
                  <a16:creationId xmlns:a16="http://schemas.microsoft.com/office/drawing/2014/main" id="{62044C5A-031D-1C9C-7018-4C144ABD7CF6}"/>
                </a:ext>
              </a:extLst>
            </p:cNvPr>
            <p:cNvSpPr>
              <a:spLocks noChangeArrowheads="1"/>
            </p:cNvSpPr>
            <p:nvPr/>
          </p:nvSpPr>
          <p:spPr bwMode="auto">
            <a:xfrm>
              <a:off x="552030" y="5950243"/>
              <a:ext cx="1189038" cy="360987"/>
            </a:xfrm>
            <a:prstGeom prst="rect">
              <a:avLst/>
            </a:prstGeom>
            <a:gradFill flip="none" rotWithShape="1">
              <a:gsLst>
                <a:gs pos="0">
                  <a:schemeClr val="accent4">
                    <a:lumMod val="40000"/>
                    <a:lumOff val="60000"/>
                    <a:shade val="30000"/>
                    <a:satMod val="115000"/>
                  </a:schemeClr>
                </a:gs>
                <a:gs pos="50000">
                  <a:schemeClr val="accent4">
                    <a:lumMod val="40000"/>
                    <a:lumOff val="60000"/>
                    <a:shade val="67500"/>
                    <a:satMod val="115000"/>
                  </a:schemeClr>
                </a:gs>
                <a:gs pos="100000">
                  <a:schemeClr val="accent4">
                    <a:lumMod val="40000"/>
                    <a:lumOff val="60000"/>
                    <a:shade val="100000"/>
                    <a:satMod val="115000"/>
                  </a:schemeClr>
                </a:gs>
              </a:gsLst>
              <a:lin ang="10800000" scaled="1"/>
              <a:tileRect/>
            </a:gradFill>
            <a:ln w="63500">
              <a:solidFill>
                <a:srgbClr val="7030A0"/>
              </a:solidFill>
              <a:miter lim="800000"/>
            </a:ln>
          </p:spPr>
          <p:txBody>
            <a:bodyPr anchor="ctr"/>
            <a:lstStyle/>
            <a:p>
              <a:pPr algn="ctr">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39" name="文本框 22">
              <a:extLst>
                <a:ext uri="{FF2B5EF4-FFF2-40B4-BE49-F238E27FC236}">
                  <a16:creationId xmlns:a16="http://schemas.microsoft.com/office/drawing/2014/main" id="{D75CA884-EE07-5F33-3414-CA59111D08C5}"/>
                </a:ext>
              </a:extLst>
            </p:cNvPr>
            <p:cNvSpPr>
              <a:spLocks noChangeArrowheads="1"/>
            </p:cNvSpPr>
            <p:nvPr/>
          </p:nvSpPr>
          <p:spPr bwMode="auto">
            <a:xfrm>
              <a:off x="652209" y="5887358"/>
              <a:ext cx="206674" cy="461675"/>
            </a:xfrm>
            <a:prstGeom prst="rect">
              <a:avLst/>
            </a:prstGeom>
            <a:noFill/>
            <a:ln w="9525">
              <a:noFill/>
              <a:miter lim="800000"/>
            </a:ln>
          </p:spPr>
          <p:txBody>
            <a:bodyPr>
              <a:spAutoFit/>
            </a:bodyPr>
            <a:lstStyle/>
            <a:p>
              <a:pPr>
                <a:buFont typeface="Arial" panose="020B0604020202020204" pitchFamily="34" charset="0"/>
                <a:buNone/>
              </a:pPr>
              <a:r>
                <a:rPr lang="en-US" altLang="zh-CN" sz="2400" b="1">
                  <a:solidFill>
                    <a:srgbClr val="0070C0"/>
                  </a:solidFill>
                  <a:latin typeface="Calibri" panose="020F0502020204030204" pitchFamily="34" charset="0"/>
                  <a:sym typeface="Calibri" panose="020F0502020204030204" pitchFamily="34" charset="0"/>
                </a:rPr>
                <a:t>2</a:t>
              </a:r>
              <a:endParaRPr lang="zh-CN" altLang="en-US" sz="2400" b="1">
                <a:solidFill>
                  <a:srgbClr val="0070C0"/>
                </a:solidFill>
                <a:latin typeface="Calibri" panose="020F0502020204030204" pitchFamily="34" charset="0"/>
                <a:sym typeface="宋体" panose="02010600030101010101" pitchFamily="2" charset="-122"/>
              </a:endParaRPr>
            </a:p>
          </p:txBody>
        </p:sp>
      </p:grpSp>
      <p:grpSp>
        <p:nvGrpSpPr>
          <p:cNvPr id="4" name="组合 21">
            <a:extLst>
              <a:ext uri="{FF2B5EF4-FFF2-40B4-BE49-F238E27FC236}">
                <a16:creationId xmlns:a16="http://schemas.microsoft.com/office/drawing/2014/main" id="{612CACEF-ACAF-6DDB-71FD-441AC8CBD785}"/>
              </a:ext>
            </a:extLst>
          </p:cNvPr>
          <p:cNvGrpSpPr/>
          <p:nvPr/>
        </p:nvGrpSpPr>
        <p:grpSpPr bwMode="auto">
          <a:xfrm>
            <a:off x="4097199" y="5906564"/>
            <a:ext cx="676275" cy="461665"/>
            <a:chOff x="764381" y="5526623"/>
            <a:chExt cx="747713" cy="462387"/>
          </a:xfrm>
        </p:grpSpPr>
        <p:sp>
          <p:nvSpPr>
            <p:cNvPr id="5" name="矩形 19">
              <a:extLst>
                <a:ext uri="{FF2B5EF4-FFF2-40B4-BE49-F238E27FC236}">
                  <a16:creationId xmlns:a16="http://schemas.microsoft.com/office/drawing/2014/main" id="{28D0B185-A707-2071-0F4E-525E2F68420E}"/>
                </a:ext>
              </a:extLst>
            </p:cNvPr>
            <p:cNvSpPr>
              <a:spLocks noChangeArrowheads="1"/>
            </p:cNvSpPr>
            <p:nvPr/>
          </p:nvSpPr>
          <p:spPr bwMode="auto">
            <a:xfrm>
              <a:off x="764381" y="5555979"/>
              <a:ext cx="747713" cy="360386"/>
            </a:xfrm>
            <a:prstGeom prst="rect">
              <a:avLst/>
            </a:prstGeom>
            <a:gradFill flip="none" rotWithShape="1">
              <a:gsLst>
                <a:gs pos="0">
                  <a:schemeClr val="accent4">
                    <a:lumMod val="20000"/>
                    <a:lumOff val="80000"/>
                    <a:shade val="30000"/>
                    <a:satMod val="115000"/>
                  </a:schemeClr>
                </a:gs>
                <a:gs pos="50000">
                  <a:schemeClr val="accent4">
                    <a:lumMod val="20000"/>
                    <a:lumOff val="80000"/>
                    <a:shade val="67500"/>
                    <a:satMod val="115000"/>
                  </a:schemeClr>
                </a:gs>
                <a:gs pos="100000">
                  <a:schemeClr val="accent4">
                    <a:lumMod val="20000"/>
                    <a:lumOff val="80000"/>
                    <a:shade val="100000"/>
                    <a:satMod val="115000"/>
                  </a:schemeClr>
                </a:gs>
              </a:gsLst>
              <a:lin ang="10800000" scaled="1"/>
              <a:tileRect/>
            </a:gradFill>
            <a:ln w="63500">
              <a:solidFill>
                <a:srgbClr val="7030A0"/>
              </a:solidFill>
              <a:miter lim="800000"/>
            </a:ln>
          </p:spPr>
          <p:txBody>
            <a:bodyPr anchor="ctr"/>
            <a:lstStyle/>
            <a:p>
              <a:pPr algn="ctr">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6" name="文本框 21">
              <a:extLst>
                <a:ext uri="{FF2B5EF4-FFF2-40B4-BE49-F238E27FC236}">
                  <a16:creationId xmlns:a16="http://schemas.microsoft.com/office/drawing/2014/main" id="{251A86AC-9789-224C-048B-D2C083D287B8}"/>
                </a:ext>
              </a:extLst>
            </p:cNvPr>
            <p:cNvSpPr>
              <a:spLocks noChangeArrowheads="1"/>
            </p:cNvSpPr>
            <p:nvPr/>
          </p:nvSpPr>
          <p:spPr bwMode="auto">
            <a:xfrm>
              <a:off x="789945" y="5526623"/>
              <a:ext cx="206883" cy="462387"/>
            </a:xfrm>
            <a:prstGeom prst="rect">
              <a:avLst/>
            </a:prstGeom>
            <a:noFill/>
            <a:ln w="9525">
              <a:noFill/>
              <a:miter lim="800000"/>
            </a:ln>
          </p:spPr>
          <p:txBody>
            <a:bodyPr>
              <a:spAutoFit/>
            </a:bodyPr>
            <a:lstStyle/>
            <a:p>
              <a:pPr>
                <a:buFont typeface="Arial" panose="020B0604020202020204" pitchFamily="34" charset="0"/>
                <a:buNone/>
              </a:pPr>
              <a:r>
                <a:rPr lang="en-US" altLang="zh-CN" sz="2400" b="1" dirty="0">
                  <a:solidFill>
                    <a:srgbClr val="0070C0"/>
                  </a:solidFill>
                  <a:latin typeface="Calibri" panose="020F0502020204030204" pitchFamily="34" charset="0"/>
                  <a:sym typeface="Calibri" panose="020F0502020204030204" pitchFamily="34" charset="0"/>
                </a:rPr>
                <a:t>1</a:t>
              </a:r>
              <a:endParaRPr lang="zh-CN" altLang="en-US" sz="2400" b="1" dirty="0">
                <a:solidFill>
                  <a:srgbClr val="0070C0"/>
                </a:solidFill>
                <a:latin typeface="Calibri" panose="020F0502020204030204" pitchFamily="34" charset="0"/>
                <a:sym typeface="宋体" panose="02010600030101010101" pitchFamily="2" charset="-122"/>
              </a:endParaRPr>
            </a:p>
          </p:txBody>
        </p:sp>
      </p:grpSp>
      <p:cxnSp>
        <p:nvCxnSpPr>
          <p:cNvPr id="12" name="直接箭头连接符 58">
            <a:extLst>
              <a:ext uri="{FF2B5EF4-FFF2-40B4-BE49-F238E27FC236}">
                <a16:creationId xmlns:a16="http://schemas.microsoft.com/office/drawing/2014/main" id="{4C30F236-BD21-DD6C-5873-F7172EB39662}"/>
              </a:ext>
            </a:extLst>
          </p:cNvPr>
          <p:cNvCxnSpPr>
            <a:cxnSpLocks noChangeShapeType="1"/>
          </p:cNvCxnSpPr>
          <p:nvPr/>
        </p:nvCxnSpPr>
        <p:spPr bwMode="auto">
          <a:xfrm flipH="1">
            <a:off x="2136278" y="1724025"/>
            <a:ext cx="1722549" cy="2299568"/>
          </a:xfrm>
          <a:prstGeom prst="straightConnector1">
            <a:avLst/>
          </a:prstGeom>
          <a:noFill/>
          <a:ln w="25400" algn="ctr">
            <a:solidFill>
              <a:srgbClr val="C00000"/>
            </a:solidFill>
            <a:round/>
            <a:tailEnd type="arrow" w="lg" len="lg"/>
          </a:ln>
        </p:spPr>
      </p:cxnSp>
      <p:cxnSp>
        <p:nvCxnSpPr>
          <p:cNvPr id="23" name="直接箭头连接符 58">
            <a:extLst>
              <a:ext uri="{FF2B5EF4-FFF2-40B4-BE49-F238E27FC236}">
                <a16:creationId xmlns:a16="http://schemas.microsoft.com/office/drawing/2014/main" id="{366993AF-4221-D912-C0E0-1C846B19C530}"/>
              </a:ext>
            </a:extLst>
          </p:cNvPr>
          <p:cNvCxnSpPr>
            <a:cxnSpLocks noChangeShapeType="1"/>
          </p:cNvCxnSpPr>
          <p:nvPr/>
        </p:nvCxnSpPr>
        <p:spPr bwMode="auto">
          <a:xfrm flipH="1">
            <a:off x="2703962" y="2238641"/>
            <a:ext cx="1269472" cy="1795514"/>
          </a:xfrm>
          <a:prstGeom prst="straightConnector1">
            <a:avLst/>
          </a:prstGeom>
          <a:noFill/>
          <a:ln w="25400" algn="ctr">
            <a:solidFill>
              <a:srgbClr val="C00000"/>
            </a:solidFill>
            <a:round/>
            <a:tailEnd type="arrow" w="lg" len="lg"/>
          </a:ln>
        </p:spPr>
      </p:cxnSp>
      <p:cxnSp>
        <p:nvCxnSpPr>
          <p:cNvPr id="45" name="直接箭头连接符 58">
            <a:extLst>
              <a:ext uri="{FF2B5EF4-FFF2-40B4-BE49-F238E27FC236}">
                <a16:creationId xmlns:a16="http://schemas.microsoft.com/office/drawing/2014/main" id="{6252AFAE-8553-932F-27AF-37DDE879A87D}"/>
              </a:ext>
            </a:extLst>
          </p:cNvPr>
          <p:cNvCxnSpPr>
            <a:cxnSpLocks noChangeShapeType="1"/>
          </p:cNvCxnSpPr>
          <p:nvPr/>
        </p:nvCxnSpPr>
        <p:spPr bwMode="auto">
          <a:xfrm flipH="1">
            <a:off x="2430932" y="1454124"/>
            <a:ext cx="1407930" cy="2580031"/>
          </a:xfrm>
          <a:prstGeom prst="straightConnector1">
            <a:avLst/>
          </a:prstGeom>
          <a:noFill/>
          <a:ln w="25400" algn="ctr">
            <a:solidFill>
              <a:srgbClr val="C00000"/>
            </a:solidFill>
            <a:round/>
            <a:tailEnd type="arrow" w="lg" len="lg"/>
          </a:ln>
        </p:spPr>
      </p:cxnSp>
      <p:grpSp>
        <p:nvGrpSpPr>
          <p:cNvPr id="10" name="组合 5">
            <a:extLst>
              <a:ext uri="{FF2B5EF4-FFF2-40B4-BE49-F238E27FC236}">
                <a16:creationId xmlns:a16="http://schemas.microsoft.com/office/drawing/2014/main" id="{E0DC6643-68B4-7DDB-8054-4531E6A6FDE9}"/>
              </a:ext>
            </a:extLst>
          </p:cNvPr>
          <p:cNvGrpSpPr/>
          <p:nvPr/>
        </p:nvGrpSpPr>
        <p:grpSpPr bwMode="auto">
          <a:xfrm>
            <a:off x="5397884" y="6256989"/>
            <a:ext cx="1587500" cy="830997"/>
            <a:chOff x="-32606" y="-31897"/>
            <a:chExt cx="2275840" cy="1150781"/>
          </a:xfrm>
        </p:grpSpPr>
        <p:sp>
          <p:nvSpPr>
            <p:cNvPr id="11" name="矩形 17">
              <a:extLst>
                <a:ext uri="{FF2B5EF4-FFF2-40B4-BE49-F238E27FC236}">
                  <a16:creationId xmlns:a16="http://schemas.microsoft.com/office/drawing/2014/main" id="{624DE823-6078-A3B4-5EC8-66AFD0A3D3FF}"/>
                </a:ext>
              </a:extLst>
            </p:cNvPr>
            <p:cNvSpPr>
              <a:spLocks noChangeArrowheads="1"/>
            </p:cNvSpPr>
            <p:nvPr/>
          </p:nvSpPr>
          <p:spPr bwMode="auto">
            <a:xfrm>
              <a:off x="-32606" y="50892"/>
              <a:ext cx="2275840" cy="498055"/>
            </a:xfrm>
            <a:prstGeom prst="rect">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10800000" scaled="1"/>
              <a:tileRect/>
            </a:gradFill>
            <a:ln w="63500">
              <a:solidFill>
                <a:srgbClr val="7030A0"/>
              </a:solidFill>
              <a:miter lim="800000"/>
            </a:ln>
          </p:spPr>
          <p:txBody>
            <a:bodyPr anchor="ctr"/>
            <a:lstStyle/>
            <a:p>
              <a:pPr algn="ctr">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17" name="文本框 23">
              <a:extLst>
                <a:ext uri="{FF2B5EF4-FFF2-40B4-BE49-F238E27FC236}">
                  <a16:creationId xmlns:a16="http://schemas.microsoft.com/office/drawing/2014/main" id="{BDDB3212-8DE5-E294-B0BC-661B1A956B77}"/>
                </a:ext>
              </a:extLst>
            </p:cNvPr>
            <p:cNvSpPr>
              <a:spLocks noChangeArrowheads="1"/>
            </p:cNvSpPr>
            <p:nvPr/>
          </p:nvSpPr>
          <p:spPr bwMode="auto">
            <a:xfrm>
              <a:off x="232313" y="-31897"/>
              <a:ext cx="275492" cy="1150781"/>
            </a:xfrm>
            <a:prstGeom prst="rect">
              <a:avLst/>
            </a:prstGeom>
            <a:noFill/>
            <a:ln w="9525">
              <a:noFill/>
              <a:miter lim="800000"/>
            </a:ln>
          </p:spPr>
          <p:txBody>
            <a:bodyPr>
              <a:spAutoFit/>
            </a:bodyPr>
            <a:lstStyle/>
            <a:p>
              <a:pPr>
                <a:buFont typeface="Arial" panose="020B0604020202020204" pitchFamily="34" charset="0"/>
                <a:buNone/>
              </a:pPr>
              <a:r>
                <a:rPr lang="en-US" altLang="zh-CN" sz="2400" b="1">
                  <a:solidFill>
                    <a:srgbClr val="0070C0"/>
                  </a:solidFill>
                  <a:latin typeface="Calibri" panose="020F0502020204030204" pitchFamily="34" charset="0"/>
                  <a:sym typeface="Calibri" panose="020F0502020204030204" pitchFamily="34" charset="0"/>
                </a:rPr>
                <a:t>3</a:t>
              </a:r>
              <a:endParaRPr lang="zh-CN" altLang="en-US" sz="2400" b="1">
                <a:solidFill>
                  <a:srgbClr val="0070C0"/>
                </a:solidFill>
                <a:latin typeface="Calibri" panose="020F0502020204030204" pitchFamily="34" charset="0"/>
                <a:sym typeface="Calibri" panose="020F0502020204030204" pitchFamily="34" charset="0"/>
              </a:endParaRPr>
            </a:p>
            <a:p>
              <a:pPr>
                <a:buFont typeface="Arial" panose="020B0604020202020204" pitchFamily="34" charset="0"/>
                <a:buNone/>
              </a:pPr>
              <a:endParaRPr lang="zh-CN" altLang="en-US" sz="2400" b="1">
                <a:solidFill>
                  <a:srgbClr val="0070C0"/>
                </a:solidFill>
                <a:latin typeface="Calibri" panose="020F0502020204030204" pitchFamily="34" charset="0"/>
                <a:sym typeface="宋体" panose="02010600030101010101" pitchFamily="2" charset="-122"/>
              </a:endParaRPr>
            </a:p>
          </p:txBody>
        </p:sp>
      </p:grpSp>
      <p:cxnSp>
        <p:nvCxnSpPr>
          <p:cNvPr id="18" name="直接箭头连接符 58">
            <a:extLst>
              <a:ext uri="{FF2B5EF4-FFF2-40B4-BE49-F238E27FC236}">
                <a16:creationId xmlns:a16="http://schemas.microsoft.com/office/drawing/2014/main" id="{37B3C3E4-785A-6DA8-119E-3ADE19FE093C}"/>
              </a:ext>
            </a:extLst>
          </p:cNvPr>
          <p:cNvCxnSpPr>
            <a:cxnSpLocks noChangeShapeType="1"/>
          </p:cNvCxnSpPr>
          <p:nvPr/>
        </p:nvCxnSpPr>
        <p:spPr bwMode="auto">
          <a:xfrm>
            <a:off x="477848" y="4083003"/>
            <a:ext cx="336286" cy="0"/>
          </a:xfrm>
          <a:prstGeom prst="straightConnector1">
            <a:avLst/>
          </a:prstGeom>
          <a:noFill/>
          <a:ln w="19050" algn="ctr">
            <a:solidFill>
              <a:srgbClr val="990000"/>
            </a:solidFill>
            <a:round/>
            <a:tailEnd type="triangle" w="med" len="med"/>
          </a:ln>
        </p:spPr>
      </p:cxnSp>
      <p:sp>
        <p:nvSpPr>
          <p:cNvPr id="102" name="矩形 122">
            <a:extLst>
              <a:ext uri="{FF2B5EF4-FFF2-40B4-BE49-F238E27FC236}">
                <a16:creationId xmlns:a16="http://schemas.microsoft.com/office/drawing/2014/main" id="{5FF56406-E7AE-4483-9D5A-BAE7466F84E8}"/>
              </a:ext>
            </a:extLst>
          </p:cNvPr>
          <p:cNvSpPr>
            <a:spLocks noChangeArrowheads="1"/>
          </p:cNvSpPr>
          <p:nvPr/>
        </p:nvSpPr>
        <p:spPr bwMode="auto">
          <a:xfrm>
            <a:off x="2328265" y="4015353"/>
            <a:ext cx="338554" cy="400110"/>
          </a:xfrm>
          <a:prstGeom prst="rect">
            <a:avLst/>
          </a:prstGeom>
          <a:noFill/>
          <a:ln w="9525">
            <a:noFill/>
            <a:miter lim="800000"/>
          </a:ln>
        </p:spPr>
        <p:txBody>
          <a:bodyPr wrap="squar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2</a:t>
            </a:r>
            <a:endParaRPr lang="zh-CN" altLang="en-US" sz="2000" b="1" dirty="0">
              <a:solidFill>
                <a:srgbClr val="3333FF"/>
              </a:solidFill>
            </a:endParaRPr>
          </a:p>
        </p:txBody>
      </p:sp>
      <p:sp>
        <p:nvSpPr>
          <p:cNvPr id="27" name="矩形 122">
            <a:extLst>
              <a:ext uri="{FF2B5EF4-FFF2-40B4-BE49-F238E27FC236}">
                <a16:creationId xmlns:a16="http://schemas.microsoft.com/office/drawing/2014/main" id="{2620020F-1B0C-AF97-5CD9-561132AE1BA4}"/>
              </a:ext>
            </a:extLst>
          </p:cNvPr>
          <p:cNvSpPr>
            <a:spLocks noChangeArrowheads="1"/>
          </p:cNvSpPr>
          <p:nvPr/>
        </p:nvSpPr>
        <p:spPr bwMode="auto">
          <a:xfrm>
            <a:off x="2328265" y="4017319"/>
            <a:ext cx="338554" cy="400110"/>
          </a:xfrm>
          <a:prstGeom prst="rect">
            <a:avLst/>
          </a:prstGeom>
          <a:noFill/>
          <a:ln w="9525">
            <a:noFill/>
            <a:miter lim="800000"/>
          </a:ln>
        </p:spPr>
        <p:txBody>
          <a:bodyPr wrap="squar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2</a:t>
            </a:r>
            <a:endParaRPr lang="zh-CN" altLang="en-US" sz="2000" b="1" dirty="0">
              <a:solidFill>
                <a:srgbClr val="3333FF"/>
              </a:solidFill>
            </a:endParaRPr>
          </a:p>
        </p:txBody>
      </p:sp>
      <p:sp>
        <p:nvSpPr>
          <p:cNvPr id="28" name="矩形 125">
            <a:extLst>
              <a:ext uri="{FF2B5EF4-FFF2-40B4-BE49-F238E27FC236}">
                <a16:creationId xmlns:a16="http://schemas.microsoft.com/office/drawing/2014/main" id="{BEAA32B4-83CD-4613-605F-0852E8EAFA79}"/>
              </a:ext>
            </a:extLst>
          </p:cNvPr>
          <p:cNvSpPr>
            <a:spLocks noChangeArrowheads="1"/>
          </p:cNvSpPr>
          <p:nvPr/>
        </p:nvSpPr>
        <p:spPr bwMode="auto">
          <a:xfrm>
            <a:off x="2637500" y="4023510"/>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B</a:t>
            </a:r>
            <a:endParaRPr lang="zh-CN" altLang="en-US" sz="2000" b="1" dirty="0">
              <a:solidFill>
                <a:srgbClr val="3333FF"/>
              </a:solidFill>
            </a:endParaRPr>
          </a:p>
        </p:txBody>
      </p:sp>
      <p:sp>
        <p:nvSpPr>
          <p:cNvPr id="31" name="矩形 132">
            <a:extLst>
              <a:ext uri="{FF2B5EF4-FFF2-40B4-BE49-F238E27FC236}">
                <a16:creationId xmlns:a16="http://schemas.microsoft.com/office/drawing/2014/main" id="{4257342A-F300-D717-19F9-1F9E8496335F}"/>
              </a:ext>
            </a:extLst>
          </p:cNvPr>
          <p:cNvSpPr>
            <a:spLocks noChangeArrowheads="1"/>
          </p:cNvSpPr>
          <p:nvPr/>
        </p:nvSpPr>
        <p:spPr bwMode="auto">
          <a:xfrm>
            <a:off x="3186706" y="4007312"/>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C</a:t>
            </a:r>
            <a:endParaRPr lang="zh-CN" altLang="en-US" sz="2000" b="1" dirty="0">
              <a:solidFill>
                <a:srgbClr val="3333FF"/>
              </a:solidFill>
            </a:endParaRPr>
          </a:p>
        </p:txBody>
      </p:sp>
      <p:sp>
        <p:nvSpPr>
          <p:cNvPr id="32" name="矩形 135">
            <a:extLst>
              <a:ext uri="{FF2B5EF4-FFF2-40B4-BE49-F238E27FC236}">
                <a16:creationId xmlns:a16="http://schemas.microsoft.com/office/drawing/2014/main" id="{F57ED9AF-EAAF-5D4B-A822-F4905C9E8691}"/>
              </a:ext>
            </a:extLst>
          </p:cNvPr>
          <p:cNvSpPr>
            <a:spLocks noChangeArrowheads="1"/>
          </p:cNvSpPr>
          <p:nvPr/>
        </p:nvSpPr>
        <p:spPr bwMode="auto">
          <a:xfrm>
            <a:off x="2900855" y="4014402"/>
            <a:ext cx="338554" cy="400110"/>
          </a:xfrm>
          <a:prstGeom prst="rect">
            <a:avLst/>
          </a:prstGeom>
          <a:noFill/>
          <a:ln w="9525">
            <a:noFill/>
            <a:miter lim="800000"/>
          </a:ln>
        </p:spPr>
        <p:txBody>
          <a:bodyPr wrap="none">
            <a:spAutoFit/>
          </a:bodyPr>
          <a:lstStyle/>
          <a:p>
            <a:pPr eaLnBrk="0" hangingPunct="0"/>
            <a:r>
              <a:rPr lang="en-US" altLang="zh-CN" sz="2000" b="1" i="1" dirty="0">
                <a:solidFill>
                  <a:srgbClr val="3333FF"/>
                </a:solidFill>
                <a:latin typeface="Courier New" panose="02070309020205020404" pitchFamily="49" charset="0"/>
                <a:ea typeface="楷体" panose="02010609060101010101" pitchFamily="49" charset="-122"/>
              </a:rPr>
              <a:t>A</a:t>
            </a:r>
            <a:endParaRPr lang="zh-CN" altLang="en-US" sz="2000" b="1" dirty="0">
              <a:solidFill>
                <a:srgbClr val="3333FF"/>
              </a:solidFill>
            </a:endParaRPr>
          </a:p>
        </p:txBody>
      </p:sp>
      <p:sp>
        <p:nvSpPr>
          <p:cNvPr id="94" name="Rectangle 2">
            <a:extLst>
              <a:ext uri="{FF2B5EF4-FFF2-40B4-BE49-F238E27FC236}">
                <a16:creationId xmlns:a16="http://schemas.microsoft.com/office/drawing/2014/main" id="{7E0789A7-4F6E-4E2C-8412-C09979D1BB02}"/>
              </a:ext>
            </a:extLst>
          </p:cNvPr>
          <p:cNvSpPr txBox="1">
            <a:spLocks noChangeArrowheads="1"/>
          </p:cNvSpPr>
          <p:nvPr/>
        </p:nvSpPr>
        <p:spPr>
          <a:xfrm>
            <a:off x="446434" y="226888"/>
            <a:ext cx="4723043" cy="621265"/>
          </a:xfrm>
          <a:prstGeom prst="rect">
            <a:avLst/>
          </a:prstGeom>
          <a:solidFill>
            <a:schemeClr val="tx2">
              <a:lumMod val="10000"/>
              <a:lumOff val="9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gn="ctr">
              <a:defRPr/>
            </a:pPr>
            <a:r>
              <a:rPr lang="en-US" altLang="zh-CN" sz="2400"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微软雅黑" panose="020B0503020204020204" pitchFamily="34" charset="-122"/>
              </a:rPr>
              <a:t>hanoi(3, A, B, C)</a:t>
            </a:r>
            <a:r>
              <a:rPr lang="zh-CN" altLang="en-US" sz="2400" b="1">
                <a:solidFill>
                  <a:srgbClr val="3333FF"/>
                </a:solidFill>
                <a:effectLst>
                  <a:outerShdw blurRad="38100" dist="38100" dir="2700000" algn="tl">
                    <a:srgbClr val="000000">
                      <a:alpha val="43137"/>
                    </a:srgbClr>
                  </a:outerShdw>
                </a:effectLst>
                <a:latin typeface="黑体" panose="02010609060101010101" pitchFamily="49" charset="-122"/>
                <a:sym typeface="微软雅黑" panose="020B0503020204020204" pitchFamily="34" charset="-122"/>
              </a:rPr>
              <a:t>执行过程</a:t>
            </a:r>
            <a:endParaRPr lang="zh-CN" altLang="en-US" sz="2400" b="1" dirty="0">
              <a:solidFill>
                <a:srgbClr val="3333FF"/>
              </a:solidFill>
              <a:effectLst>
                <a:outerShdw blurRad="38100" dist="38100" dir="2700000" algn="tl">
                  <a:srgbClr val="000000">
                    <a:alpha val="43137"/>
                  </a:srgbClr>
                </a:outerShdw>
              </a:effectLst>
              <a:latin typeface="黑体" panose="02010609060101010101" pitchFamily="49" charset="-122"/>
              <a:sym typeface="微软雅黑" panose="020B0503020204020204" pitchFamily="34" charset="-122"/>
            </a:endParaRPr>
          </a:p>
        </p:txBody>
      </p:sp>
    </p:spTree>
    <p:extLst>
      <p:ext uri="{BB962C8B-B14F-4D97-AF65-F5344CB8AC3E}">
        <p14:creationId xmlns:p14="http://schemas.microsoft.com/office/powerpoint/2010/main" val="98920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p:cTn id="6" dur="indefinite"/>
                                        <p:tgtEl>
                                          <p:spTgt spid="10"/>
                                        </p:tgtEl>
                                        <p:attrNameLst>
                                          <p:attrName>style.opacity</p:attrName>
                                        </p:attrNameLst>
                                      </p:cBhvr>
                                      <p:to>
                                        <p:strVal val="0.75"/>
                                      </p:to>
                                    </p:set>
                                    <p:animEffect filter="image" prLst="opacity: 0.75">
                                      <p:cBhvr rctx="IE">
                                        <p:cTn id="7" dur="indefinite"/>
                                        <p:tgtEl>
                                          <p:spTgt spid="10"/>
                                        </p:tgtEl>
                                      </p:cBhvr>
                                    </p:animEffect>
                                  </p:childTnLst>
                                </p:cTn>
                              </p:par>
                              <p:par>
                                <p:cTn id="8" presetID="9" presetClass="emph" presetSubtype="0" nodeType="withEffect">
                                  <p:stCondLst>
                                    <p:cond delay="0"/>
                                  </p:stCondLst>
                                  <p:childTnLst>
                                    <p:set>
                                      <p:cBhvr>
                                        <p:cTn id="9" dur="indefinite"/>
                                        <p:tgtEl>
                                          <p:spTgt spid="4"/>
                                        </p:tgtEl>
                                        <p:attrNameLst>
                                          <p:attrName>style.opacity</p:attrName>
                                        </p:attrNameLst>
                                      </p:cBhvr>
                                      <p:to>
                                        <p:strVal val="0.75"/>
                                      </p:to>
                                    </p:set>
                                    <p:animEffect filter="image" prLst="opacity: 0.75">
                                      <p:cBhvr rctx="IE">
                                        <p:cTn id="10" dur="indefinite"/>
                                        <p:tgtEl>
                                          <p:spTgt spid="4"/>
                                        </p:tgtEl>
                                      </p:cBhvr>
                                    </p:animEffect>
                                  </p:childTnLst>
                                </p:cTn>
                              </p:par>
                              <p:par>
                                <p:cTn id="11" presetID="9" presetClass="emph" presetSubtype="0" nodeType="withEffect">
                                  <p:stCondLst>
                                    <p:cond delay="0"/>
                                  </p:stCondLst>
                                  <p:childTnLst>
                                    <p:set>
                                      <p:cBhvr>
                                        <p:cTn id="12" dur="indefinite"/>
                                        <p:tgtEl>
                                          <p:spTgt spid="37"/>
                                        </p:tgtEl>
                                        <p:attrNameLst>
                                          <p:attrName>style.opacity</p:attrName>
                                        </p:attrNameLst>
                                      </p:cBhvr>
                                      <p:to>
                                        <p:strVal val="0.75"/>
                                      </p:to>
                                    </p:set>
                                    <p:animEffect filter="image" prLst="opacity: 0.75">
                                      <p:cBhvr rctx="IE">
                                        <p:cTn id="13" dur="indefinite"/>
                                        <p:tgtEl>
                                          <p:spTgt spid="37"/>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nodeType="clickEffect">
                                  <p:stCondLst>
                                    <p:cond delay="0"/>
                                  </p:stCondLst>
                                  <p:childTnLst>
                                    <p:animMotion origin="layout" path="M -4.79167E-6 -3.7037E-7 L 0.00027 0.04352 " pathEditMode="relative" rAng="0" ptsTypes="AA">
                                      <p:cBhvr>
                                        <p:cTn id="17" dur="2000" fill="hold"/>
                                        <p:tgtEl>
                                          <p:spTgt spid="18"/>
                                        </p:tgtEl>
                                        <p:attrNameLst>
                                          <p:attrName>ppt_x</p:attrName>
                                          <p:attrName>ppt_y</p:attrName>
                                        </p:attrNameLst>
                                      </p:cBhvr>
                                      <p:rCtr x="13" y="2176"/>
                                    </p:animMotion>
                                  </p:childTnLst>
                                </p:cTn>
                              </p:par>
                              <p:par>
                                <p:cTn id="18" presetID="10" presetClass="exit" presetSubtype="0" fill="hold" nodeType="withEffect">
                                  <p:stCondLst>
                                    <p:cond delay="0"/>
                                  </p:stCondLst>
                                  <p:childTnLst>
                                    <p:animEffect transition="out" filter="fade">
                                      <p:cBhvr>
                                        <p:cTn id="19" dur="500"/>
                                        <p:tgtEl>
                                          <p:spTgt spid="12"/>
                                        </p:tgtEl>
                                      </p:cBhvr>
                                    </p:animEffect>
                                    <p:set>
                                      <p:cBhvr>
                                        <p:cTn id="20" dur="1" fill="hold">
                                          <p:stCondLst>
                                            <p:cond delay="499"/>
                                          </p:stCondLst>
                                        </p:cTn>
                                        <p:tgtEl>
                                          <p:spTgt spid="12"/>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23"/>
                                        </p:tgtEl>
                                      </p:cBhvr>
                                    </p:animEffect>
                                    <p:set>
                                      <p:cBhvr>
                                        <p:cTn id="23" dur="1" fill="hold">
                                          <p:stCondLst>
                                            <p:cond delay="499"/>
                                          </p:stCondLst>
                                        </p:cTn>
                                        <p:tgtEl>
                                          <p:spTgt spid="23"/>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45"/>
                                        </p:tgtEl>
                                      </p:cBhvr>
                                    </p:animEffect>
                                    <p:set>
                                      <p:cBhvr>
                                        <p:cTn id="26" dur="1" fill="hold">
                                          <p:stCondLst>
                                            <p:cond delay="499"/>
                                          </p:stCondLst>
                                        </p:cTn>
                                        <p:tgtEl>
                                          <p:spTgt spid="4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grpId="0" nodeType="clickEffect">
                                  <p:stCondLst>
                                    <p:cond delay="0"/>
                                  </p:stCondLst>
                                  <p:childTnLst>
                                    <p:animMotion origin="layout" path="M -2.29167E-6 4.81481E-6 L -0.13854 0.41898 " pathEditMode="relative" rAng="0" ptsTypes="AA">
                                      <p:cBhvr>
                                        <p:cTn id="30" dur="2000" fill="hold"/>
                                        <p:tgtEl>
                                          <p:spTgt spid="133"/>
                                        </p:tgtEl>
                                        <p:attrNameLst>
                                          <p:attrName>ppt_x</p:attrName>
                                          <p:attrName>ppt_y</p:attrName>
                                        </p:attrNameLst>
                                      </p:cBhvr>
                                      <p:rCtr x="-6927" y="20949"/>
                                    </p:animMotion>
                                  </p:childTnLst>
                                </p:cTn>
                              </p:par>
                              <p:par>
                                <p:cTn id="31" presetID="42" presetClass="path" presetSubtype="0" accel="50000" decel="50000" fill="hold" grpId="0" nodeType="withEffect">
                                  <p:stCondLst>
                                    <p:cond delay="0"/>
                                  </p:stCondLst>
                                  <p:childTnLst>
                                    <p:animMotion origin="layout" path="M -1.875E-6 2.22222E-6 L -0.07265 0.37616 " pathEditMode="relative" rAng="0" ptsTypes="AA">
                                      <p:cBhvr>
                                        <p:cTn id="32" dur="2000" fill="hold"/>
                                        <p:tgtEl>
                                          <p:spTgt spid="135"/>
                                        </p:tgtEl>
                                        <p:attrNameLst>
                                          <p:attrName>ppt_x</p:attrName>
                                          <p:attrName>ppt_y</p:attrName>
                                        </p:attrNameLst>
                                      </p:cBhvr>
                                      <p:rCtr x="-3633" y="18796"/>
                                    </p:animMotion>
                                  </p:childTnLst>
                                </p:cTn>
                              </p:par>
                              <p:par>
                                <p:cTn id="33" presetID="42" presetClass="path" presetSubtype="0" accel="50000" decel="50000" fill="hold" grpId="0" nodeType="withEffect">
                                  <p:stCondLst>
                                    <p:cond delay="0"/>
                                  </p:stCondLst>
                                  <p:childTnLst>
                                    <p:animMotion origin="layout" path="M -3.54167E-6 -7.40741E-7 L -0.09726 0.3375 " pathEditMode="relative" rAng="0" ptsTypes="AA">
                                      <p:cBhvr>
                                        <p:cTn id="34" dur="2000" fill="hold"/>
                                        <p:tgtEl>
                                          <p:spTgt spid="136"/>
                                        </p:tgtEl>
                                        <p:attrNameLst>
                                          <p:attrName>ppt_x</p:attrName>
                                          <p:attrName>ppt_y</p:attrName>
                                        </p:attrNameLst>
                                      </p:cBhvr>
                                      <p:rCtr x="-4870" y="16875"/>
                                    </p:animMotion>
                                  </p:childTnLst>
                                </p:cTn>
                              </p:par>
                              <p:par>
                                <p:cTn id="35" presetID="42" presetClass="path" presetSubtype="0" accel="50000" decel="50000" fill="hold" grpId="0" nodeType="withEffect">
                                  <p:stCondLst>
                                    <p:cond delay="0"/>
                                  </p:stCondLst>
                                  <p:childTnLst>
                                    <p:animMotion origin="layout" path="M -2.70833E-6 3.7037E-7 L -0.05143 0.29815 " pathEditMode="relative" rAng="0" ptsTypes="AA">
                                      <p:cBhvr>
                                        <p:cTn id="36" dur="2000" fill="hold"/>
                                        <p:tgtEl>
                                          <p:spTgt spid="138"/>
                                        </p:tgtEl>
                                        <p:attrNameLst>
                                          <p:attrName>ppt_x</p:attrName>
                                          <p:attrName>ppt_y</p:attrName>
                                        </p:attrNameLst>
                                      </p:cBhvr>
                                      <p:rCtr x="-2578" y="14907"/>
                                    </p:animMotion>
                                  </p:childTnLst>
                                </p:cTn>
                              </p:par>
                            </p:childTnLst>
                          </p:cTn>
                        </p:par>
                        <p:par>
                          <p:cTn id="37" fill="hold">
                            <p:stCondLst>
                              <p:cond delay="2000"/>
                            </p:stCondLst>
                            <p:childTnLst>
                              <p:par>
                                <p:cTn id="38" presetID="10" presetClass="exit" presetSubtype="0" fill="hold" grpId="1" nodeType="afterEffect">
                                  <p:stCondLst>
                                    <p:cond delay="0"/>
                                  </p:stCondLst>
                                  <p:childTnLst>
                                    <p:animEffect transition="out" filter="fade">
                                      <p:cBhvr>
                                        <p:cTn id="39" dur="500"/>
                                        <p:tgtEl>
                                          <p:spTgt spid="133"/>
                                        </p:tgtEl>
                                      </p:cBhvr>
                                    </p:animEffect>
                                    <p:set>
                                      <p:cBhvr>
                                        <p:cTn id="40" dur="1" fill="hold">
                                          <p:stCondLst>
                                            <p:cond delay="499"/>
                                          </p:stCondLst>
                                        </p:cTn>
                                        <p:tgtEl>
                                          <p:spTgt spid="133"/>
                                        </p:tgtEl>
                                        <p:attrNameLst>
                                          <p:attrName>style.visibility</p:attrName>
                                        </p:attrNameLst>
                                      </p:cBhvr>
                                      <p:to>
                                        <p:strVal val="hidden"/>
                                      </p:to>
                                    </p:set>
                                  </p:childTnLst>
                                </p:cTn>
                              </p:par>
                            </p:childTnLst>
                          </p:cTn>
                        </p:par>
                        <p:par>
                          <p:cTn id="41" fill="hold">
                            <p:stCondLst>
                              <p:cond delay="2500"/>
                            </p:stCondLst>
                            <p:childTnLst>
                              <p:par>
                                <p:cTn id="42" presetID="10" presetClass="entr" presetSubtype="0" fill="hold" grpId="0" nodeType="afterEffect">
                                  <p:stCondLst>
                                    <p:cond delay="0"/>
                                  </p:stCondLst>
                                  <p:childTnLst>
                                    <p:set>
                                      <p:cBhvr>
                                        <p:cTn id="43" dur="1" fill="hold">
                                          <p:stCondLst>
                                            <p:cond delay="0"/>
                                          </p:stCondLst>
                                        </p:cTn>
                                        <p:tgtEl>
                                          <p:spTgt spid="102"/>
                                        </p:tgtEl>
                                        <p:attrNameLst>
                                          <p:attrName>style.visibility</p:attrName>
                                        </p:attrNameLst>
                                      </p:cBhvr>
                                      <p:to>
                                        <p:strVal val="visible"/>
                                      </p:to>
                                    </p:set>
                                    <p:animEffect transition="in" filter="fade">
                                      <p:cBhvr>
                                        <p:cTn id="44" dur="500"/>
                                        <p:tgtEl>
                                          <p:spTgt spid="10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55330"/>
                                        </p:tgtEl>
                                        <p:attrNameLst>
                                          <p:attrName>style.visibility</p:attrName>
                                        </p:attrNameLst>
                                      </p:cBhvr>
                                      <p:to>
                                        <p:strVal val="visible"/>
                                      </p:to>
                                    </p:set>
                                    <p:animEffect transition="in" filter="wipe(left)">
                                      <p:cBhvr>
                                        <p:cTn id="49" dur="500"/>
                                        <p:tgtEl>
                                          <p:spTgt spid="55330"/>
                                        </p:tgtEl>
                                      </p:cBhvr>
                                    </p:animEffect>
                                  </p:childTnLst>
                                </p:cTn>
                              </p:par>
                            </p:childTnLst>
                          </p:cTn>
                        </p:par>
                        <p:par>
                          <p:cTn id="50" fill="hold">
                            <p:stCondLst>
                              <p:cond delay="500"/>
                            </p:stCondLst>
                            <p:childTnLst>
                              <p:par>
                                <p:cTn id="51" presetID="22" presetClass="entr" presetSubtype="4" fill="hold" nodeType="afterEffect">
                                  <p:stCondLst>
                                    <p:cond delay="0"/>
                                  </p:stCondLst>
                                  <p:childTnLst>
                                    <p:set>
                                      <p:cBhvr>
                                        <p:cTn id="52" dur="1" fill="hold">
                                          <p:stCondLst>
                                            <p:cond delay="0"/>
                                          </p:stCondLst>
                                        </p:cTn>
                                        <p:tgtEl>
                                          <p:spTgt spid="55317"/>
                                        </p:tgtEl>
                                        <p:attrNameLst>
                                          <p:attrName>style.visibility</p:attrName>
                                        </p:attrNameLst>
                                      </p:cBhvr>
                                      <p:to>
                                        <p:strVal val="visible"/>
                                      </p:to>
                                    </p:set>
                                    <p:animEffect transition="in" filter="wipe(down)">
                                      <p:cBhvr>
                                        <p:cTn id="53" dur="500"/>
                                        <p:tgtEl>
                                          <p:spTgt spid="55317"/>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55318"/>
                                        </p:tgtEl>
                                        <p:attrNameLst>
                                          <p:attrName>style.visibility</p:attrName>
                                        </p:attrNameLst>
                                      </p:cBhvr>
                                      <p:to>
                                        <p:strVal val="visible"/>
                                      </p:to>
                                    </p:set>
                                    <p:animEffect transition="in" filter="wipe(left)">
                                      <p:cBhvr>
                                        <p:cTn id="57" dur="500"/>
                                        <p:tgtEl>
                                          <p:spTgt spid="55318"/>
                                        </p:tgtEl>
                                      </p:cBhvr>
                                    </p:animEffect>
                                  </p:childTnLst>
                                </p:cTn>
                              </p:par>
                            </p:childTnLst>
                          </p:cTn>
                        </p:par>
                        <p:par>
                          <p:cTn id="58" fill="hold">
                            <p:stCondLst>
                              <p:cond delay="1500"/>
                            </p:stCondLst>
                            <p:childTnLst>
                              <p:par>
                                <p:cTn id="59" presetID="42" presetClass="entr" presetSubtype="0" fill="hold" grpId="0" nodeType="after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fade">
                                      <p:cBhvr>
                                        <p:cTn id="61" dur="1000"/>
                                        <p:tgtEl>
                                          <p:spTgt spid="52"/>
                                        </p:tgtEl>
                                      </p:cBhvr>
                                    </p:animEffect>
                                    <p:anim calcmode="lin" valueType="num">
                                      <p:cBhvr>
                                        <p:cTn id="62" dur="1000" fill="hold"/>
                                        <p:tgtEl>
                                          <p:spTgt spid="52"/>
                                        </p:tgtEl>
                                        <p:attrNameLst>
                                          <p:attrName>ppt_x</p:attrName>
                                        </p:attrNameLst>
                                      </p:cBhvr>
                                      <p:tavLst>
                                        <p:tav tm="0">
                                          <p:val>
                                            <p:strVal val="#ppt_x"/>
                                          </p:val>
                                        </p:tav>
                                        <p:tav tm="100000">
                                          <p:val>
                                            <p:strVal val="#ppt_x"/>
                                          </p:val>
                                        </p:tav>
                                      </p:tavLst>
                                    </p:anim>
                                    <p:anim calcmode="lin" valueType="num">
                                      <p:cBhvr>
                                        <p:cTn id="63" dur="1000" fill="hold"/>
                                        <p:tgtEl>
                                          <p:spTgt spid="52"/>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1000"/>
                                        <p:tgtEl>
                                          <p:spTgt spid="53"/>
                                        </p:tgtEl>
                                      </p:cBhvr>
                                    </p:animEffect>
                                    <p:anim calcmode="lin" valueType="num">
                                      <p:cBhvr>
                                        <p:cTn id="67" dur="1000" fill="hold"/>
                                        <p:tgtEl>
                                          <p:spTgt spid="53"/>
                                        </p:tgtEl>
                                        <p:attrNameLst>
                                          <p:attrName>ppt_x</p:attrName>
                                        </p:attrNameLst>
                                      </p:cBhvr>
                                      <p:tavLst>
                                        <p:tav tm="0">
                                          <p:val>
                                            <p:strVal val="#ppt_x"/>
                                          </p:val>
                                        </p:tav>
                                        <p:tav tm="100000">
                                          <p:val>
                                            <p:strVal val="#ppt_x"/>
                                          </p:val>
                                        </p:tav>
                                      </p:tavLst>
                                    </p:anim>
                                    <p:anim calcmode="lin" valueType="num">
                                      <p:cBhvr>
                                        <p:cTn id="68"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childTnLst>
                                </p:cTn>
                              </p:par>
                              <p:par>
                                <p:cTn id="80" presetID="42" presetClass="path" presetSubtype="0" accel="50000" decel="50000" fill="hold" grpId="1" nodeType="withEffect">
                                  <p:stCondLst>
                                    <p:cond delay="0"/>
                                  </p:stCondLst>
                                  <p:childTnLst>
                                    <p:animMotion origin="layout" path="M 2.29167E-6 3.7037E-6 L 0.44765 -0.42547 " pathEditMode="relative" rAng="0" ptsTypes="AA">
                                      <p:cBhvr>
                                        <p:cTn id="81" dur="2000" fill="hold"/>
                                        <p:tgtEl>
                                          <p:spTgt spid="27"/>
                                        </p:tgtEl>
                                        <p:attrNameLst>
                                          <p:attrName>ppt_x</p:attrName>
                                          <p:attrName>ppt_y</p:attrName>
                                        </p:attrNameLst>
                                      </p:cBhvr>
                                      <p:rCtr x="22383" y="-21273"/>
                                    </p:animMotion>
                                  </p:childTnLst>
                                </p:cTn>
                              </p:par>
                              <p:par>
                                <p:cTn id="82" presetID="42" presetClass="path" presetSubtype="0" accel="50000" decel="50000" fill="hold" grpId="1" nodeType="withEffect">
                                  <p:stCondLst>
                                    <p:cond delay="0"/>
                                  </p:stCondLst>
                                  <p:childTnLst>
                                    <p:animMotion origin="layout" path="M 1.66667E-6 -7.40741E-7 L 0.42226 -0.38704 " pathEditMode="relative" rAng="0" ptsTypes="AA">
                                      <p:cBhvr>
                                        <p:cTn id="83" dur="2000" fill="hold"/>
                                        <p:tgtEl>
                                          <p:spTgt spid="28"/>
                                        </p:tgtEl>
                                        <p:attrNameLst>
                                          <p:attrName>ppt_x</p:attrName>
                                          <p:attrName>ppt_y</p:attrName>
                                        </p:attrNameLst>
                                      </p:cBhvr>
                                      <p:rCtr x="21107" y="-19352"/>
                                    </p:animMotion>
                                  </p:childTnLst>
                                </p:cTn>
                              </p:par>
                              <p:par>
                                <p:cTn id="84" presetID="42" presetClass="path" presetSubtype="0" accel="50000" decel="50000" fill="hold" grpId="1" nodeType="withEffect">
                                  <p:stCondLst>
                                    <p:cond delay="0"/>
                                  </p:stCondLst>
                                  <p:childTnLst>
                                    <p:animMotion origin="layout" path="M -4.16667E-7 4.07407E-6 L 0.37487 -0.30024 " pathEditMode="relative" rAng="0" ptsTypes="AA">
                                      <p:cBhvr>
                                        <p:cTn id="85" dur="2000" fill="hold"/>
                                        <p:tgtEl>
                                          <p:spTgt spid="31"/>
                                        </p:tgtEl>
                                        <p:attrNameLst>
                                          <p:attrName>ppt_x</p:attrName>
                                          <p:attrName>ppt_y</p:attrName>
                                        </p:attrNameLst>
                                      </p:cBhvr>
                                      <p:rCtr x="18737" y="-15023"/>
                                    </p:animMotion>
                                  </p:childTnLst>
                                </p:cTn>
                              </p:par>
                              <p:par>
                                <p:cTn id="86" presetID="42" presetClass="path" presetSubtype="0" accel="50000" decel="50000" fill="hold" grpId="1" nodeType="withEffect">
                                  <p:stCondLst>
                                    <p:cond delay="0"/>
                                  </p:stCondLst>
                                  <p:childTnLst>
                                    <p:animMotion origin="layout" path="M -2.91667E-6 -3.33333E-6 L 0.39831 -0.34027 " pathEditMode="relative" rAng="0" ptsTypes="AA">
                                      <p:cBhvr>
                                        <p:cTn id="87" dur="2000" fill="hold"/>
                                        <p:tgtEl>
                                          <p:spTgt spid="32"/>
                                        </p:tgtEl>
                                        <p:attrNameLst>
                                          <p:attrName>ppt_x</p:attrName>
                                          <p:attrName>ppt_y</p:attrName>
                                        </p:attrNameLst>
                                      </p:cBhvr>
                                      <p:rCtr x="19909" y="-17014"/>
                                    </p:animMotion>
                                  </p:childTnLst>
                                </p:cTn>
                              </p:par>
                            </p:childTnLst>
                          </p:cTn>
                        </p:par>
                        <p:par>
                          <p:cTn id="88" fill="hold">
                            <p:stCondLst>
                              <p:cond delay="2000"/>
                            </p:stCondLst>
                            <p:childTnLst>
                              <p:par>
                                <p:cTn id="89" presetID="22" presetClass="entr" presetSubtype="2" fill="hold" nodeType="afterEffect">
                                  <p:stCondLst>
                                    <p:cond delay="0"/>
                                  </p:stCondLst>
                                  <p:childTnLst>
                                    <p:set>
                                      <p:cBhvr>
                                        <p:cTn id="90" dur="1" fill="hold">
                                          <p:stCondLst>
                                            <p:cond delay="0"/>
                                          </p:stCondLst>
                                        </p:cTn>
                                        <p:tgtEl>
                                          <p:spTgt spid="55328"/>
                                        </p:tgtEl>
                                        <p:attrNameLst>
                                          <p:attrName>style.visibility</p:attrName>
                                        </p:attrNameLst>
                                      </p:cBhvr>
                                      <p:to>
                                        <p:strVal val="visible"/>
                                      </p:to>
                                    </p:set>
                                    <p:animEffect transition="in" filter="wipe(right)">
                                      <p:cBhvr>
                                        <p:cTn id="91" dur="500"/>
                                        <p:tgtEl>
                                          <p:spTgt spid="55328"/>
                                        </p:tgtEl>
                                      </p:cBhvr>
                                    </p:animEffect>
                                  </p:childTnLst>
                                </p:cTn>
                              </p:par>
                            </p:childTnLst>
                          </p:cTn>
                        </p:par>
                      </p:childTnLst>
                    </p:cTn>
                  </p:par>
                  <p:par>
                    <p:cTn id="92" fill="hold">
                      <p:stCondLst>
                        <p:cond delay="indefinite"/>
                      </p:stCondLst>
                      <p:childTnLst>
                        <p:par>
                          <p:cTn id="93" fill="hold">
                            <p:stCondLst>
                              <p:cond delay="0"/>
                            </p:stCondLst>
                            <p:childTnLst>
                              <p:par>
                                <p:cTn id="94" presetID="47" presetClass="entr" presetSubtype="0" fill="hold" nodeType="clickEffect">
                                  <p:stCondLst>
                                    <p:cond delay="0"/>
                                  </p:stCondLst>
                                  <p:childTnLst>
                                    <p:set>
                                      <p:cBhvr>
                                        <p:cTn id="95" dur="1" fill="hold">
                                          <p:stCondLst>
                                            <p:cond delay="0"/>
                                          </p:stCondLst>
                                        </p:cTn>
                                        <p:tgtEl>
                                          <p:spTgt spid="8"/>
                                        </p:tgtEl>
                                        <p:attrNameLst>
                                          <p:attrName>style.visibility</p:attrName>
                                        </p:attrNameLst>
                                      </p:cBhvr>
                                      <p:to>
                                        <p:strVal val="visible"/>
                                      </p:to>
                                    </p:set>
                                    <p:animEffect transition="in" filter="fade">
                                      <p:cBhvr>
                                        <p:cTn id="96" dur="1000"/>
                                        <p:tgtEl>
                                          <p:spTgt spid="8"/>
                                        </p:tgtEl>
                                      </p:cBhvr>
                                    </p:animEffect>
                                    <p:anim calcmode="lin" valueType="num">
                                      <p:cBhvr>
                                        <p:cTn id="97" dur="1000" fill="hold"/>
                                        <p:tgtEl>
                                          <p:spTgt spid="8"/>
                                        </p:tgtEl>
                                        <p:attrNameLst>
                                          <p:attrName>ppt_x</p:attrName>
                                        </p:attrNameLst>
                                      </p:cBhvr>
                                      <p:tavLst>
                                        <p:tav tm="0">
                                          <p:val>
                                            <p:strVal val="#ppt_x"/>
                                          </p:val>
                                        </p:tav>
                                        <p:tav tm="100000">
                                          <p:val>
                                            <p:strVal val="#ppt_x"/>
                                          </p:val>
                                        </p:tav>
                                      </p:tavLst>
                                    </p:anim>
                                    <p:anim calcmode="lin" valueType="num">
                                      <p:cBhvr>
                                        <p:cTn id="9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1" nodeType="clickEffect">
                                  <p:stCondLst>
                                    <p:cond delay="0"/>
                                  </p:stCondLst>
                                  <p:childTnLst>
                                    <p:set>
                                      <p:cBhvr>
                                        <p:cTn id="102" dur="1" fill="hold">
                                          <p:stCondLst>
                                            <p:cond delay="0"/>
                                          </p:stCondLst>
                                        </p:cTn>
                                        <p:tgtEl>
                                          <p:spTgt spid="29"/>
                                        </p:tgtEl>
                                        <p:attrNameLst>
                                          <p:attrName>style.visibility</p:attrName>
                                        </p:attrNameLst>
                                      </p:cBhvr>
                                      <p:to>
                                        <p:strVal val="visible"/>
                                      </p:to>
                                    </p:set>
                                  </p:childTnLst>
                                </p:cTn>
                              </p:par>
                              <p:par>
                                <p:cTn id="103" presetID="42" presetClass="path" presetSubtype="0" accel="50000" decel="50000" fill="hold" grpId="0" nodeType="withEffect">
                                  <p:stCondLst>
                                    <p:cond delay="0"/>
                                  </p:stCondLst>
                                  <p:childTnLst>
                                    <p:animMotion origin="layout" path="M 1.45833E-6 3.7037E-6 L 0.67096 0.1287 " pathEditMode="relative" rAng="0" ptsTypes="AA">
                                      <p:cBhvr>
                                        <p:cTn id="104" dur="2000" fill="hold"/>
                                        <p:tgtEl>
                                          <p:spTgt spid="29"/>
                                        </p:tgtEl>
                                        <p:attrNameLst>
                                          <p:attrName>ppt_x</p:attrName>
                                          <p:attrName>ppt_y</p:attrName>
                                        </p:attrNameLst>
                                      </p:cBhvr>
                                      <p:rCtr x="33542" y="64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animBg="1"/>
      <p:bldP spid="133" grpId="0"/>
      <p:bldP spid="133" grpId="1"/>
      <p:bldP spid="135" grpId="0"/>
      <p:bldP spid="136" grpId="0"/>
      <p:bldP spid="138" grpId="0"/>
      <p:bldP spid="29" grpId="0"/>
      <p:bldP spid="29" grpId="1"/>
      <p:bldP spid="102" grpId="0"/>
      <p:bldP spid="27" grpId="0"/>
      <p:bldP spid="27" grpId="1"/>
      <p:bldP spid="28" grpId="0"/>
      <p:bldP spid="28" grpId="1"/>
      <p:bldP spid="31" grpId="0"/>
      <p:bldP spid="31" grpId="1"/>
      <p:bldP spid="32" grpId="0"/>
      <p:bldP spid="32"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959113B-A506-E190-9F19-CF293B39D442}"/>
              </a:ext>
            </a:extLst>
          </p:cNvPr>
          <p:cNvSpPr>
            <a:spLocks noGrp="1"/>
          </p:cNvSpPr>
          <p:nvPr>
            <p:ph type="sldNum" sz="quarter" idx="12"/>
          </p:nvPr>
        </p:nvSpPr>
        <p:spPr/>
        <p:txBody>
          <a:bodyPr/>
          <a:lstStyle/>
          <a:p>
            <a:fld id="{D7C0FE0B-717B-41AE-9FA2-CA4BF851D1C3}" type="slidenum">
              <a:rPr lang="zh-CN" altLang="en-US" smtClean="0"/>
              <a:t>14</a:t>
            </a:fld>
            <a:endParaRPr lang="zh-CN" altLang="en-US"/>
          </a:p>
        </p:txBody>
      </p:sp>
      <p:sp>
        <p:nvSpPr>
          <p:cNvPr id="3" name="Rectangle 2">
            <a:extLst>
              <a:ext uri="{FF2B5EF4-FFF2-40B4-BE49-F238E27FC236}">
                <a16:creationId xmlns:a16="http://schemas.microsoft.com/office/drawing/2014/main" id="{DDFE5769-3B13-A584-3FC0-4B58D21EA0F2}"/>
              </a:ext>
            </a:extLst>
          </p:cNvPr>
          <p:cNvSpPr>
            <a:spLocks noChangeArrowheads="1"/>
          </p:cNvSpPr>
          <p:nvPr/>
        </p:nvSpPr>
        <p:spPr bwMode="auto">
          <a:xfrm>
            <a:off x="1352144" y="933692"/>
            <a:ext cx="9121891" cy="3292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20000"/>
              </a:lnSpc>
              <a:spcBef>
                <a:spcPts val="1200"/>
              </a:spcBef>
              <a:spcAft>
                <a:spcPct val="0"/>
              </a:spcAft>
              <a:buClrTx/>
              <a:buSzTx/>
              <a:buFontTx/>
              <a:buNone/>
              <a:tabLst/>
            </a:pPr>
            <a:r>
              <a:rPr kumimoji="0" lang="en-US" altLang="zh-CN" sz="2400"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3.4.1  </a:t>
            </a:r>
            <a:r>
              <a:rPr kumimoji="0" lang="zh-CN" altLang="en-US" sz="2400"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抽象数据类型队列的定义</a:t>
            </a:r>
            <a:endParaRPr kumimoji="0" lang="zh-CN" altLang="en-US" sz="2400" i="0" u="none" strike="noStrike" cap="none" normalizeH="0" baseline="0" dirty="0">
              <a:ln>
                <a:noFill/>
              </a:ln>
              <a:solidFill>
                <a:srgbClr val="C00000"/>
              </a:solidFill>
              <a:effectLst>
                <a:outerShdw blurRad="38100" dist="38100" dir="2700000" algn="tl">
                  <a:srgbClr val="000000">
                    <a:alpha val="43137"/>
                  </a:srgbClr>
                </a:outerShdw>
              </a:effectLst>
            </a:endParaRPr>
          </a:p>
          <a:p>
            <a:pPr marL="0" marR="0" lvl="0" indent="0" algn="just" defTabSz="914400" rtl="0" eaLnBrk="0" fontAlgn="base" latinLnBrk="0" hangingPunct="0">
              <a:lnSpc>
                <a:spcPct val="120000"/>
              </a:lnSpc>
              <a:spcBef>
                <a:spcPts val="12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和栈相反，</a:t>
            </a: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rPr>
              <a:t>队列</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queue</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）是一种</a:t>
            </a: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rPr>
              <a:t>先进先出</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lang="en-US" altLang="zh-CN" b="1" dirty="0">
                <a:latin typeface="+mn-lt"/>
                <a:ea typeface="宋体" panose="02010600030101010101" pitchFamily="2" charset="-122"/>
                <a:cs typeface="Times New Roman" panose="02020603050405020304" pitchFamily="18" charset="0"/>
              </a:rPr>
              <a:t>first in first out</a:t>
            </a:r>
            <a:r>
              <a:rPr lang="zh-CN" altLang="en-US" b="1" dirty="0">
                <a:latin typeface="+mn-lt"/>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缩写为</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FIFO</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）的线性表。只允许在表的一端进行插入，而在另一端删除元素。这和日常生活中的排队是一致的，最早进入队列的元素最早离开。</a:t>
            </a:r>
            <a:endPar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20000"/>
              </a:lnSpc>
              <a:spcBef>
                <a:spcPts val="12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在队列中，允许插入的一端叫做</a:t>
            </a: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rPr>
              <a:t>队尾</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lang="en-US" altLang="zh-CN" b="1" dirty="0">
                <a:latin typeface="+mn-lt"/>
                <a:ea typeface="宋体" panose="02010600030101010101" pitchFamily="2" charset="-122"/>
                <a:cs typeface="Times New Roman" panose="02020603050405020304" pitchFamily="18" charset="0"/>
              </a:rPr>
              <a:t>rear</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），允许删除的一端则称为</a:t>
            </a:r>
            <a:r>
              <a:rPr lang="zh-CN" altLang="en-US" b="1" dirty="0">
                <a:solidFill>
                  <a:srgbClr val="C00000"/>
                </a:solidFill>
                <a:effectLst>
                  <a:outerShdw blurRad="38100" dist="38100" dir="2700000" algn="tl">
                    <a:srgbClr val="000000">
                      <a:alpha val="43137"/>
                    </a:srgbClr>
                  </a:outerShdw>
                </a:effectLst>
                <a:latin typeface="+mn-lt"/>
                <a:ea typeface="黑体" panose="02010609060101010101" pitchFamily="49" charset="-122"/>
                <a:cs typeface="Times New Roman" panose="02020603050405020304" pitchFamily="18" charset="0"/>
              </a:rPr>
              <a:t>队头</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lang="en-US" altLang="zh-CN" b="1" dirty="0">
                <a:latin typeface="+mn-lt"/>
                <a:ea typeface="宋体" panose="02010600030101010101" pitchFamily="2" charset="-122"/>
                <a:cs typeface="Times New Roman" panose="02020603050405020304" pitchFamily="18" charset="0"/>
              </a:rPr>
              <a:t>front</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。对于队列</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Q</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 ( </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1</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2</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1" i="1"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n </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1</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就是队头元素，</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1" i="1"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则是队尾元素。</a:t>
            </a:r>
            <a:endPar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20000"/>
              </a:lnSpc>
              <a:spcBef>
                <a:spcPts val="12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队列中的元素是按照</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0"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1</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0"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0"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2</a:t>
            </a: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0"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0" i="1"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的顺序进入的，退出队列也只能按照这个次序依次退出；也就是说，只有在</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1</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1" u="none" strike="noStrike" cap="none" normalizeH="0" baseline="0" dirty="0" err="1">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1" i="0" u="none" strike="noStrike" cap="none" normalizeH="0" baseline="-30000" dirty="0" err="1">
                <a:ln>
                  <a:noFill/>
                </a:ln>
                <a:solidFill>
                  <a:schemeClr val="tx1"/>
                </a:solidFill>
                <a:effectLst/>
                <a:latin typeface="+mn-lt"/>
                <a:ea typeface="宋体" panose="02010600030101010101" pitchFamily="2" charset="-122"/>
                <a:cs typeface="Times New Roman" panose="02020603050405020304" pitchFamily="18" charset="0"/>
              </a:rPr>
              <a:t>2</a:t>
            </a:r>
            <a:r>
              <a:rPr kumimoji="0" lang="en-US" altLang="zh-CN" b="1"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1" i="1"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en-US" altLang="zh-CN" b="1" i="0"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-1</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都离开队列之后，</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a</a:t>
            </a:r>
            <a:r>
              <a:rPr kumimoji="0" lang="en-US" altLang="zh-CN" b="1" i="1" u="none" strike="noStrike" cap="none" normalizeH="0" baseline="-3000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才能退出队列。</a:t>
            </a:r>
            <a:endPar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endParaRPr>
          </a:p>
        </p:txBody>
      </p:sp>
      <p:pic>
        <p:nvPicPr>
          <p:cNvPr id="1025" name="Picture 1">
            <a:extLst>
              <a:ext uri="{FF2B5EF4-FFF2-40B4-BE49-F238E27FC236}">
                <a16:creationId xmlns:a16="http://schemas.microsoft.com/office/drawing/2014/main" id="{1478794F-3740-7B3E-AF3F-9C8764D76EB5}"/>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414515" y="4420759"/>
            <a:ext cx="5359095" cy="16733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C1959CE-E333-A4B0-19FA-1FCDBB67607F}"/>
              </a:ext>
            </a:extLst>
          </p:cNvPr>
          <p:cNvSpPr>
            <a:spLocks noChangeArrowheads="1"/>
          </p:cNvSpPr>
          <p:nvPr/>
        </p:nvSpPr>
        <p:spPr bwMode="auto">
          <a:xfrm>
            <a:off x="4957581" y="6171684"/>
            <a:ext cx="23775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b="0" i="0" u="none" strike="noStrike" cap="none" normalizeH="0" baseline="0" dirty="0">
                <a:ln>
                  <a:noFill/>
                </a:ln>
                <a:solidFill>
                  <a:schemeClr val="tx1"/>
                </a:solidFill>
                <a:effectLst/>
                <a:latin typeface="+mj-ea"/>
                <a:ea typeface="+mj-ea"/>
                <a:cs typeface="Times New Roman" panose="02020603050405020304" pitchFamily="18" charset="0"/>
              </a:rPr>
              <a:t>3.8  </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队列的示意图</a:t>
            </a:r>
            <a:endParaRPr kumimoji="0" lang="zh-CN" altLang="en-US" b="0" i="0" u="none" strike="noStrike" cap="none" normalizeH="0" baseline="0" dirty="0">
              <a:ln>
                <a:noFill/>
              </a:ln>
              <a:solidFill>
                <a:schemeClr val="tx1"/>
              </a:solidFill>
              <a:effectLst/>
              <a:latin typeface="Arial" panose="020B0604020202020204" pitchFamily="34" charset="0"/>
            </a:endParaRPr>
          </a:p>
        </p:txBody>
      </p:sp>
      <p:sp>
        <p:nvSpPr>
          <p:cNvPr id="6" name="文本框 5">
            <a:extLst>
              <a:ext uri="{FF2B5EF4-FFF2-40B4-BE49-F238E27FC236}">
                <a16:creationId xmlns:a16="http://schemas.microsoft.com/office/drawing/2014/main" id="{4DB29344-DD11-8368-05B8-1A59AAA67D98}"/>
              </a:ext>
            </a:extLst>
          </p:cNvPr>
          <p:cNvSpPr txBox="1"/>
          <p:nvPr/>
        </p:nvSpPr>
        <p:spPr>
          <a:xfrm>
            <a:off x="1078056" y="241361"/>
            <a:ext cx="2413289" cy="523220"/>
          </a:xfrm>
          <a:prstGeom prst="rect">
            <a:avLst/>
          </a:prstGeom>
          <a:noFill/>
        </p:spPr>
        <p:txBody>
          <a:bodyPr wrap="square">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1" i="0" u="none" strike="noStrike" cap="none" normalizeH="0" baseline="0" dirty="0">
                <a:ln>
                  <a:noFill/>
                </a:ln>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3.4  </a:t>
            </a:r>
            <a:r>
              <a:rPr kumimoji="0" lang="zh-CN" altLang="en-US" sz="2800" b="1" i="0" u="none" strike="noStrike" cap="none" normalizeH="0" baseline="0" dirty="0">
                <a:ln>
                  <a:noFill/>
                </a:ln>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队 列</a:t>
            </a:r>
            <a:endParaRPr kumimoji="0" lang="zh-CN" altLang="en-US" sz="2800" b="0" i="0" u="none" strike="noStrike" cap="none" normalizeH="0" baseline="0" dirty="0">
              <a:ln>
                <a:noFill/>
              </a:ln>
              <a:solidFill>
                <a:srgbClr val="041ABC"/>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1011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025"/>
                                        </p:tgtEl>
                                        <p:attrNameLst>
                                          <p:attrName>style.visibility</p:attrName>
                                        </p:attrNameLst>
                                      </p:cBhvr>
                                      <p:to>
                                        <p:strVal val="visible"/>
                                      </p:to>
                                    </p:set>
                                    <p:animEffect transition="in" filter="fade">
                                      <p:cBhvr>
                                        <p:cTn id="24" dur="1000"/>
                                        <p:tgtEl>
                                          <p:spTgt spid="1025"/>
                                        </p:tgtEl>
                                      </p:cBhvr>
                                    </p:animEffect>
                                    <p:anim calcmode="lin" valueType="num">
                                      <p:cBhvr>
                                        <p:cTn id="25" dur="1000" fill="hold"/>
                                        <p:tgtEl>
                                          <p:spTgt spid="1025"/>
                                        </p:tgtEl>
                                        <p:attrNameLst>
                                          <p:attrName>ppt_x</p:attrName>
                                        </p:attrNameLst>
                                      </p:cBhvr>
                                      <p:tavLst>
                                        <p:tav tm="0">
                                          <p:val>
                                            <p:strVal val="#ppt_x"/>
                                          </p:val>
                                        </p:tav>
                                        <p:tav tm="100000">
                                          <p:val>
                                            <p:strVal val="#ppt_x"/>
                                          </p:val>
                                        </p:tav>
                                      </p:tavLst>
                                    </p:anim>
                                    <p:anim calcmode="lin" valueType="num">
                                      <p:cBhvr>
                                        <p:cTn id="26" dur="1000" fill="hold"/>
                                        <p:tgtEl>
                                          <p:spTgt spid="102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1000"/>
                                        <p:tgtEl>
                                          <p:spTgt spid="4"/>
                                        </p:tgtEl>
                                      </p:cBhvr>
                                    </p:animEffect>
                                    <p:anim calcmode="lin" valueType="num">
                                      <p:cBhvr>
                                        <p:cTn id="30" dur="1000" fill="hold"/>
                                        <p:tgtEl>
                                          <p:spTgt spid="4"/>
                                        </p:tgtEl>
                                        <p:attrNameLst>
                                          <p:attrName>ppt_x</p:attrName>
                                        </p:attrNameLst>
                                      </p:cBhvr>
                                      <p:tavLst>
                                        <p:tav tm="0">
                                          <p:val>
                                            <p:strVal val="#ppt_x"/>
                                          </p:val>
                                        </p:tav>
                                        <p:tav tm="100000">
                                          <p:val>
                                            <p:strVal val="#ppt_x"/>
                                          </p:val>
                                        </p:tav>
                                      </p:tavLst>
                                    </p:anim>
                                    <p:anim calcmode="lin" valueType="num">
                                      <p:cBhvr>
                                        <p:cTn id="3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5FA3EFD-81DB-CB79-89B0-0B5541BFB31C}"/>
              </a:ext>
            </a:extLst>
          </p:cNvPr>
          <p:cNvSpPr>
            <a:spLocks noGrp="1"/>
          </p:cNvSpPr>
          <p:nvPr>
            <p:ph type="sldNum" sz="quarter" idx="12"/>
          </p:nvPr>
        </p:nvSpPr>
        <p:spPr/>
        <p:txBody>
          <a:bodyPr/>
          <a:lstStyle/>
          <a:p>
            <a:fld id="{D7C0FE0B-717B-41AE-9FA2-CA4BF851D1C3}" type="slidenum">
              <a:rPr lang="zh-CN" altLang="en-US" smtClean="0"/>
              <a:t>15</a:t>
            </a:fld>
            <a:endParaRPr lang="zh-CN" altLang="en-US"/>
          </a:p>
        </p:txBody>
      </p:sp>
      <p:sp>
        <p:nvSpPr>
          <p:cNvPr id="4" name="文本框 3">
            <a:extLst>
              <a:ext uri="{FF2B5EF4-FFF2-40B4-BE49-F238E27FC236}">
                <a16:creationId xmlns:a16="http://schemas.microsoft.com/office/drawing/2014/main" id="{7C1B4B6D-47AE-D350-BD96-61B528933D25}"/>
              </a:ext>
            </a:extLst>
          </p:cNvPr>
          <p:cNvSpPr txBox="1"/>
          <p:nvPr/>
        </p:nvSpPr>
        <p:spPr>
          <a:xfrm>
            <a:off x="241156" y="875823"/>
            <a:ext cx="6856267" cy="5663089"/>
          </a:xfrm>
          <a:prstGeom prst="rect">
            <a:avLst/>
          </a:prstGeom>
          <a:noFill/>
        </p:spPr>
        <p:txBody>
          <a:bodyPr wrap="square">
            <a:spAutoFit/>
          </a:bodyPr>
          <a:lstStyle/>
          <a:p>
            <a:pPr algn="just">
              <a:spcBef>
                <a:spcPts val="600"/>
              </a:spcBef>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ADT Queue {</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kern="100" dirty="0">
                <a:effectLst/>
                <a:latin typeface="Courier New" panose="02070309020205020404" pitchFamily="49" charset="0"/>
                <a:ea typeface="黑体" panose="02010609060101010101" pitchFamily="49" charset="-122"/>
                <a:cs typeface="Courier New" panose="02070309020205020404" pitchFamily="49" charset="0"/>
              </a:rPr>
              <a:t>  </a:t>
            </a:r>
            <a:r>
              <a:rPr lang="zh-CN" altLang="zh-CN" kern="100" dirty="0">
                <a:effectLst/>
                <a:latin typeface="Courier New" panose="02070309020205020404" pitchFamily="49" charset="0"/>
                <a:ea typeface="黑体" panose="02010609060101010101" pitchFamily="49" charset="-122"/>
                <a:cs typeface="Courier New" panose="02070309020205020404" pitchFamily="49" charset="0"/>
              </a:rPr>
              <a:t>数据对象：</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a:t>
            </a:r>
            <a:r>
              <a:rPr lang="en-US" altLang="zh-CN"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ElemSet,i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=1,2,</a:t>
            </a:r>
            <a:r>
              <a:rPr lang="zh-CN" altLang="zh-CN" kern="100" dirty="0">
                <a:effectLst/>
                <a:latin typeface="等线" panose="02010600030101010101" pitchFamily="2" charset="-122"/>
                <a:ea typeface="等线" panose="02010600030101010101" pitchFamily="2" charset="-122"/>
                <a:cs typeface="Courier New" panose="02070309020205020404" pitchFamily="49"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,n,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n≥0</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kern="100" dirty="0">
                <a:effectLst/>
                <a:latin typeface="Courier New" panose="02070309020205020404" pitchFamily="49" charset="0"/>
                <a:ea typeface="黑体" panose="02010609060101010101" pitchFamily="49" charset="-122"/>
                <a:cs typeface="Courier New" panose="02070309020205020404" pitchFamily="49" charset="0"/>
              </a:rPr>
              <a:t>  </a:t>
            </a:r>
            <a:r>
              <a:rPr lang="zh-CN" altLang="zh-CN" kern="100" dirty="0">
                <a:effectLst/>
                <a:latin typeface="Courier New" panose="02070309020205020404" pitchFamily="49" charset="0"/>
                <a:ea typeface="黑体" panose="02010609060101010101" pitchFamily="49" charset="-122"/>
                <a:cs typeface="Courier New" panose="02070309020205020404" pitchFamily="49" charset="0"/>
              </a:rPr>
              <a:t>数据关系：</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R1</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&lt;a</a:t>
            </a:r>
            <a:r>
              <a:rPr lang="en-US" altLang="zh-CN"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1</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&gt; |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i-1</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D</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=2,</a:t>
            </a:r>
            <a:r>
              <a:rPr lang="zh-CN" altLang="zh-CN" kern="100" dirty="0">
                <a:effectLst/>
                <a:latin typeface="等线" panose="02010600030101010101" pitchFamily="2" charset="-122"/>
                <a:ea typeface="等线" panose="02010600030101010101" pitchFamily="2" charset="-122"/>
                <a:cs typeface="Courier New" panose="02070309020205020404" pitchFamily="49" charset="0"/>
              </a:rPr>
              <a:t>…</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,n </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t>
            </a:r>
          </a:p>
          <a:p>
            <a:pPr algn="just">
              <a:buNone/>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约定其中</a:t>
            </a:r>
            <a:r>
              <a:rPr lang="en-US" altLang="zh-CN"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kern="100" baseline="-25000" dirty="0" err="1">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端为队列头，</a:t>
            </a:r>
            <a:r>
              <a:rPr lang="en-US" altLang="zh-CN" kern="100" dirty="0">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kern="100" baseline="-250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kern="100" dirty="0">
                <a:effectLst/>
                <a:latin typeface="Courier New" panose="02070309020205020404" pitchFamily="49" charset="0"/>
                <a:ea typeface="宋体" panose="02010600030101010101" pitchFamily="2" charset="-122"/>
                <a:cs typeface="Courier New" panose="02070309020205020404" pitchFamily="49" charset="0"/>
              </a:rPr>
              <a:t>端为队列尾。</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kern="100" dirty="0">
                <a:effectLst/>
                <a:latin typeface="Courier New" panose="02070309020205020404" pitchFamily="49" charset="0"/>
                <a:ea typeface="黑体" panose="02010609060101010101" pitchFamily="49" charset="-122"/>
                <a:cs typeface="Courier New" panose="02070309020205020404" pitchFamily="49" charset="0"/>
              </a:rPr>
              <a:t>  </a:t>
            </a:r>
            <a:r>
              <a:rPr lang="zh-CN" altLang="zh-CN" kern="100" dirty="0">
                <a:effectLst/>
                <a:latin typeface="Courier New" panose="02070309020205020404" pitchFamily="49" charset="0"/>
                <a:ea typeface="黑体" panose="02010609060101010101" pitchFamily="49" charset="-122"/>
                <a:cs typeface="Courier New" panose="02070309020205020404" pitchFamily="49" charset="0"/>
              </a:rPr>
              <a:t>基本操作：</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InitQueue</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(Q)</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effectLst/>
                <a:latin typeface="Courier New" panose="02070309020205020404" pitchFamily="49" charset="0"/>
                <a:ea typeface="宋体" panose="02010600030101010101" pitchFamily="2" charset="-122"/>
                <a:cs typeface="Courier New" panose="02070309020205020404" pitchFamily="49" charset="0"/>
              </a:rPr>
              <a:t>操作结果：构造一个空队列</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Q</a:t>
            </a:r>
            <a:r>
              <a:rPr lang="zh-CN" altLang="zh-CN" sz="1600" b="1"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spcBef>
                <a:spcPts val="600"/>
              </a:spcBef>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FreeQueue</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(Q);</a:t>
            </a:r>
            <a:endParaRPr lang="zh-CN" altLang="zh-CN" b="1" kern="100" dirty="0">
              <a:latin typeface="Courier New" panose="02070309020205020404" pitchFamily="49" charset="0"/>
              <a:ea typeface="宋体" panose="02010600030101010101" pitchFamily="2" charset="-122"/>
              <a:cs typeface="Times New Roman" panose="02020603050405020304" pitchFamily="18" charset="0"/>
            </a:endParaRPr>
          </a:p>
          <a:p>
            <a:pPr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初始条件：队列</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已存在。</a:t>
            </a:r>
          </a:p>
          <a:p>
            <a:pPr algn="just"/>
            <a:r>
              <a:rPr lang="en-US" altLang="zh-CN" kern="100" dirty="0">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操作结果：队列</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被回收，不再存在，返回</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NULL</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a:t>
            </a:r>
          </a:p>
          <a:p>
            <a:pPr algn="just">
              <a:spcBef>
                <a:spcPts val="600"/>
              </a:spcBef>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ClearQueue</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(Q);</a:t>
            </a:r>
            <a:endParaRPr lang="zh-CN" altLang="zh-CN" b="1" kern="100" dirty="0">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初始条件：队列</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已存在。</a:t>
            </a:r>
          </a:p>
          <a:p>
            <a:pPr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操作结果：将</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清为空队列。</a:t>
            </a:r>
          </a:p>
          <a:p>
            <a:pPr algn="just">
              <a:spcBef>
                <a:spcPts val="600"/>
              </a:spcBef>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QueueEmpty</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(Q);</a:t>
            </a:r>
            <a:endParaRPr lang="zh-CN" altLang="zh-CN" b="1" kern="100" dirty="0">
              <a:latin typeface="Courier New" panose="02070309020205020404" pitchFamily="49" charset="0"/>
              <a:ea typeface="宋体" panose="02010600030101010101" pitchFamily="2" charset="-122"/>
              <a:cs typeface="Times New Roman" panose="02020603050405020304" pitchFamily="18" charset="0"/>
            </a:endParaRPr>
          </a:p>
          <a:p>
            <a:pPr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初始条件：队列</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已存在。</a:t>
            </a:r>
          </a:p>
          <a:p>
            <a:pPr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操作结果：若</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为空队列，则返回</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TRUE</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，否则</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FALSE</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a:t>
            </a:r>
          </a:p>
          <a:p>
            <a:pPr algn="just">
              <a:spcBef>
                <a:spcPts val="600"/>
              </a:spcBef>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QueueLen</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(Q);</a:t>
            </a:r>
            <a:endParaRPr lang="zh-CN" altLang="zh-CN" b="1" kern="100" dirty="0">
              <a:latin typeface="Courier New" panose="02070309020205020404" pitchFamily="49" charset="0"/>
              <a:ea typeface="宋体" panose="02010600030101010101" pitchFamily="2" charset="-122"/>
              <a:cs typeface="Times New Roman" panose="02020603050405020304" pitchFamily="18" charset="0"/>
            </a:endParaRPr>
          </a:p>
          <a:p>
            <a:pPr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初始条件：队列</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已存在。</a:t>
            </a:r>
          </a:p>
          <a:p>
            <a:pPr algn="just">
              <a:buNone/>
            </a:pPr>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操作结果：返回</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的元素个数，即队列的长度。</a:t>
            </a:r>
          </a:p>
        </p:txBody>
      </p:sp>
      <p:sp>
        <p:nvSpPr>
          <p:cNvPr id="6" name="文本框 5">
            <a:extLst>
              <a:ext uri="{FF2B5EF4-FFF2-40B4-BE49-F238E27FC236}">
                <a16:creationId xmlns:a16="http://schemas.microsoft.com/office/drawing/2014/main" id="{A6CE554B-54C9-4F4C-9D8A-BFB7AB4D9753}"/>
              </a:ext>
            </a:extLst>
          </p:cNvPr>
          <p:cNvSpPr txBox="1"/>
          <p:nvPr/>
        </p:nvSpPr>
        <p:spPr>
          <a:xfrm>
            <a:off x="5933208" y="2247619"/>
            <a:ext cx="6017636" cy="4201150"/>
          </a:xfrm>
          <a:prstGeom prst="rect">
            <a:avLst/>
          </a:prstGeom>
          <a:noFill/>
        </p:spPr>
        <p:txBody>
          <a:bodyPr wrap="square">
            <a:spAutoFit/>
          </a:bodyPr>
          <a:lstStyle/>
          <a:p>
            <a:pPr algn="just"/>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GetHead</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(Q);</a:t>
            </a:r>
          </a:p>
          <a:p>
            <a:pPr algn="just"/>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初始条件：</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为非空队列。</a:t>
            </a:r>
            <a:endParaRPr lang="en-US" altLang="zh-CN" sz="1600" b="1" kern="100" dirty="0">
              <a:latin typeface="Courier New" panose="02070309020205020404" pitchFamily="49" charset="0"/>
              <a:ea typeface="宋体" panose="02010600030101010101" pitchFamily="2" charset="-122"/>
              <a:cs typeface="Courier New" panose="02070309020205020404" pitchFamily="49" charset="0"/>
            </a:endParaRPr>
          </a:p>
          <a:p>
            <a:pPr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操作结果：返回</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的队头元素。</a:t>
            </a:r>
          </a:p>
          <a:p>
            <a:pPr algn="just">
              <a:spcBef>
                <a:spcPts val="600"/>
              </a:spcBef>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EnQueue</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(Q, e);</a:t>
            </a:r>
          </a:p>
          <a:p>
            <a:pPr algn="just"/>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初始条件：队列</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已存在。</a:t>
            </a:r>
            <a:endParaRPr lang="en-US" altLang="zh-CN" sz="1600" b="1" kern="100" dirty="0">
              <a:latin typeface="Courier New" panose="02070309020205020404" pitchFamily="49" charset="0"/>
              <a:ea typeface="宋体" panose="02010600030101010101" pitchFamily="2" charset="-122"/>
              <a:cs typeface="Courier New" panose="02070309020205020404" pitchFamily="49" charset="0"/>
            </a:endParaRPr>
          </a:p>
          <a:p>
            <a:pPr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操作结果：插入元素</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e</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为</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的新的队尾元素。</a:t>
            </a:r>
          </a:p>
          <a:p>
            <a:pPr algn="just">
              <a:spcBef>
                <a:spcPts val="600"/>
              </a:spcBef>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DeQueue</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(Q);</a:t>
            </a:r>
          </a:p>
          <a:p>
            <a:pPr algn="just"/>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初始条件：</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为非空队列。</a:t>
            </a:r>
            <a:endParaRPr lang="en-US" altLang="zh-CN" sz="1600" b="1" kern="100" dirty="0">
              <a:latin typeface="Courier New" panose="02070309020205020404" pitchFamily="49" charset="0"/>
              <a:ea typeface="宋体" panose="02010600030101010101" pitchFamily="2" charset="-122"/>
              <a:cs typeface="Courier New" panose="02070309020205020404" pitchFamily="49" charset="0"/>
            </a:endParaRPr>
          </a:p>
          <a:p>
            <a:pPr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操作结果：删除</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的队头元素，并返回其值。</a:t>
            </a:r>
          </a:p>
          <a:p>
            <a:pPr algn="just">
              <a:spcBef>
                <a:spcPts val="600"/>
              </a:spcBef>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QueueTrav</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(Q, visit()); </a:t>
            </a:r>
          </a:p>
          <a:p>
            <a:pPr algn="just"/>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初始条件：</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已存在且非空。</a:t>
            </a:r>
            <a:endParaRPr lang="en-US" altLang="zh-CN" sz="1600" b="1" kern="100" dirty="0">
              <a:latin typeface="Courier New" panose="02070309020205020404" pitchFamily="49" charset="0"/>
              <a:ea typeface="宋体" panose="02010600030101010101" pitchFamily="2" charset="-122"/>
              <a:cs typeface="Courier New" panose="02070309020205020404" pitchFamily="49" charset="0"/>
            </a:endParaRPr>
          </a:p>
          <a:p>
            <a:pPr algn="just"/>
            <a:r>
              <a:rPr lang="en-US" altLang="zh-CN"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操作结果：从队头起依次对</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Q</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每个数据元素调用函数</a:t>
            </a:r>
            <a:endParaRPr lang="en-US" altLang="zh-CN" sz="1600" b="1" kern="100" dirty="0">
              <a:latin typeface="Courier New" panose="02070309020205020404" pitchFamily="49" charset="0"/>
              <a:ea typeface="宋体" panose="02010600030101010101" pitchFamily="2" charset="-122"/>
              <a:cs typeface="Courier New" panose="02070309020205020404" pitchFamily="49" charset="0"/>
            </a:endParaRPr>
          </a:p>
          <a:p>
            <a:pPr algn="just"/>
            <a:r>
              <a:rPr lang="en-US" altLang="zh-CN" kern="100" dirty="0">
                <a:latin typeface="Courier New" panose="02070309020205020404" pitchFamily="49" charset="0"/>
                <a:ea typeface="宋体" panose="02010600030101010101" pitchFamily="2" charset="-122"/>
                <a:cs typeface="Courier New" panose="02070309020205020404" pitchFamily="49" charset="0"/>
              </a:rPr>
              <a:t>            </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visit()</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。一旦</a:t>
            </a:r>
            <a:r>
              <a:rPr lang="en-US" altLang="zh-CN" sz="1600" b="1" kern="100" dirty="0">
                <a:latin typeface="Courier New" panose="02070309020205020404" pitchFamily="49" charset="0"/>
                <a:ea typeface="宋体" panose="02010600030101010101" pitchFamily="2" charset="-122"/>
                <a:cs typeface="Courier New" panose="02070309020205020404" pitchFamily="49" charset="0"/>
              </a:rPr>
              <a:t>visit()</a:t>
            </a:r>
            <a:r>
              <a:rPr lang="zh-CN" altLang="zh-CN" sz="1600" b="1" kern="100" dirty="0">
                <a:latin typeface="Courier New" panose="02070309020205020404" pitchFamily="49" charset="0"/>
                <a:ea typeface="宋体" panose="02010600030101010101" pitchFamily="2" charset="-122"/>
                <a:cs typeface="Courier New" panose="02070309020205020404" pitchFamily="49" charset="0"/>
              </a:rPr>
              <a:t>失败、则操作失败。</a:t>
            </a:r>
            <a:endParaRPr lang="en-US" altLang="zh-CN" sz="1600" b="1" kern="100" dirty="0">
              <a:latin typeface="Courier New" panose="02070309020205020404" pitchFamily="49" charset="0"/>
              <a:ea typeface="宋体" panose="02010600030101010101" pitchFamily="2" charset="-122"/>
              <a:cs typeface="Courier New" panose="02070309020205020404" pitchFamily="49" charset="0"/>
            </a:endParaRPr>
          </a:p>
          <a:p>
            <a:pPr algn="just"/>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}ADT Queue</a:t>
            </a:r>
            <a:endParaRPr lang="zh-CN" altLang="en-US" dirty="0"/>
          </a:p>
        </p:txBody>
      </p:sp>
      <p:sp>
        <p:nvSpPr>
          <p:cNvPr id="8" name="文本框 7">
            <a:extLst>
              <a:ext uri="{FF2B5EF4-FFF2-40B4-BE49-F238E27FC236}">
                <a16:creationId xmlns:a16="http://schemas.microsoft.com/office/drawing/2014/main" id="{59305DAD-5124-B83B-0BEE-5A065D6E2E58}"/>
              </a:ext>
            </a:extLst>
          </p:cNvPr>
          <p:cNvSpPr txBox="1"/>
          <p:nvPr/>
        </p:nvSpPr>
        <p:spPr>
          <a:xfrm>
            <a:off x="1339128" y="280327"/>
            <a:ext cx="3825154" cy="461665"/>
          </a:xfrm>
          <a:prstGeom prst="rect">
            <a:avLst/>
          </a:prstGeom>
          <a:noFill/>
        </p:spPr>
        <p:txBody>
          <a:bodyPr wrap="square">
            <a:spAutoFit/>
          </a:bodyPr>
          <a:lstStyle/>
          <a:p>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队列的抽象数据类型定义</a:t>
            </a:r>
            <a:endParaRPr lang="zh-CN" altLang="en-US" sz="2400" b="1" dirty="0">
              <a:solidFill>
                <a:srgbClr val="C00000"/>
              </a:solidFill>
              <a:effectLst>
                <a:outerShdw blurRad="38100" dist="38100" dir="2700000" algn="tl">
                  <a:srgbClr val="000000">
                    <a:alpha val="43137"/>
                  </a:srgbClr>
                </a:outerShdw>
              </a:effectLst>
            </a:endParaRPr>
          </a:p>
        </p:txBody>
      </p:sp>
      <p:sp>
        <p:nvSpPr>
          <p:cNvPr id="12" name="文本框 11">
            <a:extLst>
              <a:ext uri="{FF2B5EF4-FFF2-40B4-BE49-F238E27FC236}">
                <a16:creationId xmlns:a16="http://schemas.microsoft.com/office/drawing/2014/main" id="{F0CF259F-A8D9-A995-48E1-48191F121E1F}"/>
              </a:ext>
            </a:extLst>
          </p:cNvPr>
          <p:cNvSpPr txBox="1"/>
          <p:nvPr/>
        </p:nvSpPr>
        <p:spPr>
          <a:xfrm>
            <a:off x="8111836" y="875823"/>
            <a:ext cx="3422073" cy="1164999"/>
          </a:xfrm>
          <a:prstGeom prst="rect">
            <a:avLst/>
          </a:prstGeom>
          <a:solidFill>
            <a:schemeClr val="tx2">
              <a:lumMod val="10000"/>
              <a:lumOff val="90000"/>
            </a:schemeClr>
          </a:solidFill>
        </p:spPr>
        <p:txBody>
          <a:bodyPr wrap="square">
            <a:spAutoFit/>
          </a:bodyPr>
          <a:lstStyle/>
          <a:p>
            <a:pPr algn="just">
              <a:lnSpc>
                <a:spcPct val="120000"/>
              </a:lnSpc>
            </a:pPr>
            <a:r>
              <a:rPr lang="zh-CN" altLang="zh-CN" sz="20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队列</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的操作与栈的操作类似，也有</a:t>
            </a:r>
            <a:r>
              <a:rPr lang="en-US" altLang="zh-CN" sz="2000" b="1"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9</a:t>
            </a:r>
            <a:r>
              <a:rPr lang="zh-CN" altLang="zh-CN" sz="2000" b="1" dirty="0">
                <a:effectLst/>
                <a:latin typeface="Times New Roman" panose="02020603050405020304" pitchFamily="18" charset="0"/>
                <a:ea typeface="宋体" panose="02010600030101010101" pitchFamily="2" charset="-122"/>
                <a:cs typeface="Times New Roman" panose="02020603050405020304" pitchFamily="18" charset="0"/>
              </a:rPr>
              <a:t>个，不同的是删除是在表的头部（即队头）进行。</a:t>
            </a:r>
            <a:endParaRPr lang="zh-CN" altLang="en-US" sz="2000" b="1" dirty="0"/>
          </a:p>
        </p:txBody>
      </p:sp>
    </p:spTree>
    <p:extLst>
      <p:ext uri="{BB962C8B-B14F-4D97-AF65-F5344CB8AC3E}">
        <p14:creationId xmlns:p14="http://schemas.microsoft.com/office/powerpoint/2010/main" val="96128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3C70AF3-13DB-DB4C-E32E-3FFF547B4952}"/>
              </a:ext>
            </a:extLst>
          </p:cNvPr>
          <p:cNvSpPr>
            <a:spLocks noGrp="1"/>
          </p:cNvSpPr>
          <p:nvPr>
            <p:ph type="sldNum" sz="quarter" idx="12"/>
          </p:nvPr>
        </p:nvSpPr>
        <p:spPr/>
        <p:txBody>
          <a:bodyPr/>
          <a:lstStyle/>
          <a:p>
            <a:fld id="{D7C0FE0B-717B-41AE-9FA2-CA4BF851D1C3}" type="slidenum">
              <a:rPr lang="zh-CN" altLang="en-US" smtClean="0"/>
              <a:t>16</a:t>
            </a:fld>
            <a:endParaRPr lang="zh-CN" altLang="en-US" dirty="0"/>
          </a:p>
        </p:txBody>
      </p:sp>
      <p:sp>
        <p:nvSpPr>
          <p:cNvPr id="3" name="Rectangle 2">
            <a:extLst>
              <a:ext uri="{FF2B5EF4-FFF2-40B4-BE49-F238E27FC236}">
                <a16:creationId xmlns:a16="http://schemas.microsoft.com/office/drawing/2014/main" id="{F3E3D834-16BD-71C3-3A29-FAD3AE304C67}"/>
              </a:ext>
            </a:extLst>
          </p:cNvPr>
          <p:cNvSpPr>
            <a:spLocks noChangeArrowheads="1"/>
          </p:cNvSpPr>
          <p:nvPr/>
        </p:nvSpPr>
        <p:spPr bwMode="auto">
          <a:xfrm>
            <a:off x="375961" y="906241"/>
            <a:ext cx="4086934" cy="2042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0">
              <a:lnSpc>
                <a:spcPct val="120000"/>
              </a:lnSpc>
            </a:pPr>
            <a:r>
              <a:rPr lang="zh-CN" altLang="en-US" dirty="0">
                <a:latin typeface="宋体" panose="02010600030101010101" pitchFamily="2" charset="-122"/>
                <a:cs typeface="Times New Roman" panose="02020603050405020304" pitchFamily="18" charset="0"/>
              </a:rPr>
              <a:t>类似</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线性表，队列也有两种存储表示。</a:t>
            </a:r>
            <a:endParaRPr kumimoji="0" lang="zh-CN"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链表表示的队列简称为</a:t>
            </a:r>
            <a:r>
              <a:rPr kumimoji="0" lang="zh-CN" altLang="en-US"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链队列</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，如图</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3.10</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所示。</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一个链队列显然需要两个分别指示</a:t>
            </a:r>
            <a:r>
              <a:rPr kumimoji="0" lang="zh-CN" altLang="en-US" b="1" i="0" u="none" strike="noStrike" cap="none" normalizeH="0" baseline="0" dirty="0">
                <a:ln>
                  <a:noFill/>
                </a:ln>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队头</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zh-CN" altLang="en-US" b="1" i="0" u="none" strike="noStrike" cap="none" normalizeH="0" baseline="0" dirty="0">
                <a:ln>
                  <a:noFill/>
                </a:ln>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队尾</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a:t>
            </a:r>
            <a:r>
              <a:rPr kumimoji="0" lang="zh-CN" altLang="en-US" b="1" i="0" u="none" strike="noStrike" cap="none" normalizeH="0" baseline="0" dirty="0">
                <a:ln>
                  <a:noFill/>
                </a:ln>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指针</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（分别称为</a:t>
            </a: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头指针</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尾指针</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）才便于在队头和队尾的操作。</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p:txBody>
      </p:sp>
      <p:grpSp>
        <p:nvGrpSpPr>
          <p:cNvPr id="20" name="组合 19">
            <a:extLst>
              <a:ext uri="{FF2B5EF4-FFF2-40B4-BE49-F238E27FC236}">
                <a16:creationId xmlns:a16="http://schemas.microsoft.com/office/drawing/2014/main" id="{C97D5EC1-4DD0-A53A-0D7C-6488D3596DDF}"/>
              </a:ext>
            </a:extLst>
          </p:cNvPr>
          <p:cNvGrpSpPr/>
          <p:nvPr/>
        </p:nvGrpSpPr>
        <p:grpSpPr>
          <a:xfrm>
            <a:off x="1327289" y="3264190"/>
            <a:ext cx="2773815" cy="3310886"/>
            <a:chOff x="1646235" y="3301157"/>
            <a:chExt cx="2773815" cy="3310886"/>
          </a:xfrm>
        </p:grpSpPr>
        <p:pic>
          <p:nvPicPr>
            <p:cNvPr id="2049" name="Picture 1">
              <a:extLst>
                <a:ext uri="{FF2B5EF4-FFF2-40B4-BE49-F238E27FC236}">
                  <a16:creationId xmlns:a16="http://schemas.microsoft.com/office/drawing/2014/main" id="{C93E6713-A5EA-E447-47EF-2C97AD97BB86}"/>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646235" y="3301157"/>
              <a:ext cx="2773815" cy="291300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15CCE02-6291-3FFB-785E-7D57A8834D8A}"/>
                </a:ext>
              </a:extLst>
            </p:cNvPr>
            <p:cNvSpPr>
              <a:spLocks noChangeArrowheads="1"/>
            </p:cNvSpPr>
            <p:nvPr/>
          </p:nvSpPr>
          <p:spPr bwMode="auto">
            <a:xfrm>
              <a:off x="1863580" y="6273489"/>
              <a:ext cx="213391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1" i="0" u="none" strike="noStrike" cap="none" normalizeH="0" baseline="0" dirty="0">
                  <a:ln>
                    <a:noFill/>
                  </a:ln>
                  <a:solidFill>
                    <a:schemeClr val="tx1"/>
                  </a:solidFill>
                  <a:effectLst/>
                  <a:latin typeface="+mj-ea"/>
                  <a:ea typeface="+mj-ea"/>
                  <a:cs typeface="Times New Roman" panose="02020603050405020304" pitchFamily="18" charset="0"/>
                </a:rPr>
                <a:t>3.10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链队列示意图</a:t>
              </a:r>
              <a:endParaRPr kumimoji="0" lang="zh-CN" altLang="en-US" sz="1600" b="0" i="0" u="none" strike="noStrike" cap="none" normalizeH="0" baseline="0" dirty="0">
                <a:ln>
                  <a:noFill/>
                </a:ln>
                <a:solidFill>
                  <a:schemeClr val="tx1"/>
                </a:solidFill>
                <a:effectLst/>
                <a:latin typeface="Arial" panose="020B0604020202020204" pitchFamily="34" charset="0"/>
              </a:endParaRPr>
            </a:p>
          </p:txBody>
        </p:sp>
      </p:grpSp>
      <p:sp>
        <p:nvSpPr>
          <p:cNvPr id="6" name="文本框 5">
            <a:extLst>
              <a:ext uri="{FF2B5EF4-FFF2-40B4-BE49-F238E27FC236}">
                <a16:creationId xmlns:a16="http://schemas.microsoft.com/office/drawing/2014/main" id="{499024DC-031C-F099-5690-9B687068450A}"/>
              </a:ext>
            </a:extLst>
          </p:cNvPr>
          <p:cNvSpPr txBox="1"/>
          <p:nvPr/>
        </p:nvSpPr>
        <p:spPr>
          <a:xfrm>
            <a:off x="1074160" y="282924"/>
            <a:ext cx="6770976" cy="461665"/>
          </a:xfrm>
          <a:prstGeom prst="rect">
            <a:avLst/>
          </a:prstGeom>
          <a:noFill/>
        </p:spPr>
        <p:txBody>
          <a:bodyPr wrap="square">
            <a:spAutoFit/>
          </a:bodyPr>
          <a:lstStyle/>
          <a:p>
            <a:pPr marL="0" marR="0" lvl="0" indent="268288"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3.4.2  </a:t>
            </a:r>
            <a:r>
              <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链队列</a:t>
            </a:r>
            <a:r>
              <a:rPr kumimoji="0" lang="en-US" altLang="zh-CN" sz="2400"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队列的链式表示和实现</a:t>
            </a:r>
            <a:endParaRPr kumimoji="0" lang="zh-CN" altLang="en-US" sz="2400" b="0" i="0" u="none" strike="noStrike" cap="none" normalizeH="0" baseline="0" dirty="0">
              <a:ln>
                <a:noFill/>
              </a:ln>
              <a:solidFill>
                <a:srgbClr val="C00000"/>
              </a:solidFill>
              <a:effectLst>
                <a:outerShdw blurRad="38100" dist="38100" dir="2700000" algn="tl">
                  <a:srgbClr val="000000">
                    <a:alpha val="43137"/>
                  </a:srgbClr>
                </a:outerShdw>
              </a:effectLst>
            </a:endParaRPr>
          </a:p>
        </p:txBody>
      </p:sp>
      <p:sp>
        <p:nvSpPr>
          <p:cNvPr id="8" name="文本框 7">
            <a:extLst>
              <a:ext uri="{FF2B5EF4-FFF2-40B4-BE49-F238E27FC236}">
                <a16:creationId xmlns:a16="http://schemas.microsoft.com/office/drawing/2014/main" id="{61ED586C-463A-C6A0-F525-CA9A1F074ECC}"/>
              </a:ext>
            </a:extLst>
          </p:cNvPr>
          <p:cNvSpPr txBox="1"/>
          <p:nvPr/>
        </p:nvSpPr>
        <p:spPr>
          <a:xfrm>
            <a:off x="4831773" y="897757"/>
            <a:ext cx="7060622" cy="2054922"/>
          </a:xfrm>
          <a:prstGeom prst="rect">
            <a:avLst/>
          </a:prstGeom>
          <a:noFill/>
        </p:spPr>
        <p:txBody>
          <a:bodyPr wrap="square">
            <a:spAutoFit/>
          </a:bodyPr>
          <a:lstStyle/>
          <a:p>
            <a:pPr marL="0" marR="0" lvl="0" indent="0" algn="just"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为操作方便，也给链队列添加一个</a:t>
            </a:r>
            <a:r>
              <a:rPr kumimoji="0" lang="zh-CN" altLang="en-US" b="1" i="0" u="none" strike="noStrike" cap="none" normalizeH="0" baseline="0" dirty="0">
                <a:ln>
                  <a:noFill/>
                </a:ln>
                <a:solidFill>
                  <a:srgbClr val="0070C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头结点</a:t>
            </a:r>
            <a:r>
              <a:rPr kumimoji="0" lang="zh-CN" altLang="en-US"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，并令头指针指向头结点。</a:t>
            </a:r>
            <a:endParaRPr kumimoji="0" lang="en-US" altLang="zh-CN"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just"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空的链队列的判决条件是</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头指针和尾指针均指向头结点</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，如图</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3.11(a)</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所示。</a:t>
            </a:r>
            <a:endParaRPr kumimoji="0" lang="zh-CN"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链队列的操作是单链表的插入和删除操作的特殊情况，但要同时维护头、尾两个指针，图</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3.11(b)~(d)</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展示了进行这两种操作时指针变化的情况。</a:t>
            </a:r>
            <a:endParaRPr kumimoji="0" lang="zh-CN" altLang="en-US" b="0" i="0" u="none" strike="noStrike" cap="none" normalizeH="0" baseline="0" dirty="0">
              <a:ln>
                <a:noFill/>
              </a:ln>
              <a:solidFill>
                <a:schemeClr val="tx1"/>
              </a:solidFill>
              <a:effectLst/>
            </a:endParaRPr>
          </a:p>
        </p:txBody>
      </p:sp>
      <p:sp>
        <p:nvSpPr>
          <p:cNvPr id="9" name="Rectangle 5">
            <a:extLst>
              <a:ext uri="{FF2B5EF4-FFF2-40B4-BE49-F238E27FC236}">
                <a16:creationId xmlns:a16="http://schemas.microsoft.com/office/drawing/2014/main" id="{C7C768F6-2E11-4F06-DD02-2696009147C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9" name="组合 18">
            <a:extLst>
              <a:ext uri="{FF2B5EF4-FFF2-40B4-BE49-F238E27FC236}">
                <a16:creationId xmlns:a16="http://schemas.microsoft.com/office/drawing/2014/main" id="{A55EFBC2-6076-E3BC-4A81-E262F9707D06}"/>
              </a:ext>
            </a:extLst>
          </p:cNvPr>
          <p:cNvGrpSpPr/>
          <p:nvPr/>
        </p:nvGrpSpPr>
        <p:grpSpPr>
          <a:xfrm>
            <a:off x="6721255" y="2881710"/>
            <a:ext cx="4394010" cy="3751895"/>
            <a:chOff x="6302086" y="2840275"/>
            <a:chExt cx="4394010" cy="3751895"/>
          </a:xfrm>
        </p:grpSpPr>
        <p:pic>
          <p:nvPicPr>
            <p:cNvPr id="2052" name="Picture 4">
              <a:extLst>
                <a:ext uri="{FF2B5EF4-FFF2-40B4-BE49-F238E27FC236}">
                  <a16:creationId xmlns:a16="http://schemas.microsoft.com/office/drawing/2014/main" id="{D6C4A14C-7E68-943E-AF9C-2A558A056D24}"/>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6302086" y="2840275"/>
              <a:ext cx="4394010" cy="3373884"/>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6">
              <a:extLst>
                <a:ext uri="{FF2B5EF4-FFF2-40B4-BE49-F238E27FC236}">
                  <a16:creationId xmlns:a16="http://schemas.microsoft.com/office/drawing/2014/main" id="{198F2467-1413-C011-5A18-118BAC9A4FD2}"/>
                </a:ext>
              </a:extLst>
            </p:cNvPr>
            <p:cNvSpPr>
              <a:spLocks noChangeArrowheads="1"/>
            </p:cNvSpPr>
            <p:nvPr/>
          </p:nvSpPr>
          <p:spPr bwMode="auto">
            <a:xfrm>
              <a:off x="6880210" y="6253616"/>
              <a:ext cx="295465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1" i="0" u="none" strike="noStrike" cap="none" normalizeH="0" baseline="0" dirty="0">
                  <a:ln>
                    <a:noFill/>
                  </a:ln>
                  <a:solidFill>
                    <a:schemeClr val="tx1"/>
                  </a:solidFill>
                  <a:effectLst/>
                  <a:latin typeface="+mj-ea"/>
                  <a:ea typeface="+mj-ea"/>
                  <a:cs typeface="Times New Roman" panose="02020603050405020304" pitchFamily="18" charset="0"/>
                </a:rPr>
                <a:t>3.11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队列运算指针变化状况</a:t>
              </a:r>
              <a:endParaRPr kumimoji="0" lang="zh-CN" altLang="en-US" sz="1600" b="0" i="0" u="none" strike="noStrike" cap="none" normalizeH="0" baseline="0" dirty="0">
                <a:ln>
                  <a:noFill/>
                </a:ln>
                <a:solidFill>
                  <a:schemeClr val="tx1"/>
                </a:solidFill>
                <a:effectLst/>
              </a:endParaRPr>
            </a:p>
          </p:txBody>
        </p:sp>
        <p:sp>
          <p:nvSpPr>
            <p:cNvPr id="12" name="文本框 11">
              <a:extLst>
                <a:ext uri="{FF2B5EF4-FFF2-40B4-BE49-F238E27FC236}">
                  <a16:creationId xmlns:a16="http://schemas.microsoft.com/office/drawing/2014/main" id="{9836D13D-735A-428D-2122-AD75A9CA0671}"/>
                </a:ext>
              </a:extLst>
            </p:cNvPr>
            <p:cNvSpPr txBox="1"/>
            <p:nvPr/>
          </p:nvSpPr>
          <p:spPr>
            <a:xfrm>
              <a:off x="7724343" y="3327725"/>
              <a:ext cx="931285" cy="338554"/>
            </a:xfrm>
            <a:prstGeom prst="rect">
              <a:avLst/>
            </a:prstGeom>
            <a:noFill/>
          </p:spPr>
          <p:txBody>
            <a:bodyPr wrap="square">
              <a:spAutoFit/>
            </a:bodyPr>
            <a:lstStyle/>
            <a:p>
              <a:r>
                <a:rPr kumimoji="0" lang="zh-CN" altLang="en-US" sz="16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空队列</a:t>
              </a:r>
              <a:endParaRPr lang="zh-CN" altLang="en-US" sz="1600" b="1" dirty="0">
                <a:solidFill>
                  <a:srgbClr val="0070C0"/>
                </a:solidFill>
              </a:endParaRPr>
            </a:p>
          </p:txBody>
        </p:sp>
        <p:sp>
          <p:nvSpPr>
            <p:cNvPr id="14" name="文本框 13">
              <a:extLst>
                <a:ext uri="{FF2B5EF4-FFF2-40B4-BE49-F238E27FC236}">
                  <a16:creationId xmlns:a16="http://schemas.microsoft.com/office/drawing/2014/main" id="{3E921345-0402-1953-80A3-96B33C9C81DB}"/>
                </a:ext>
              </a:extLst>
            </p:cNvPr>
            <p:cNvSpPr txBox="1"/>
            <p:nvPr/>
          </p:nvSpPr>
          <p:spPr>
            <a:xfrm>
              <a:off x="7758090" y="4157762"/>
              <a:ext cx="1482003" cy="338554"/>
            </a:xfrm>
            <a:prstGeom prst="rect">
              <a:avLst/>
            </a:prstGeom>
            <a:noFill/>
          </p:spPr>
          <p:txBody>
            <a:bodyPr wrap="square">
              <a:spAutoFit/>
            </a:bodyPr>
            <a:lstStyle/>
            <a:p>
              <a:r>
                <a:rPr kumimoji="0" lang="zh-CN" altLang="en-US" sz="16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元素</a:t>
              </a:r>
              <a:r>
                <a:rPr kumimoji="0" lang="en-US" altLang="zh-CN" sz="1600" b="1" i="0" u="none" strike="noStrike" cap="none" normalizeH="0" baseline="0" dirty="0">
                  <a:ln>
                    <a:noFill/>
                  </a:ln>
                  <a:solidFill>
                    <a:srgbClr val="0070C0"/>
                  </a:solidFill>
                  <a:effectLst/>
                  <a:latin typeface="等线" panose="02010600030101010101" pitchFamily="2" charset="-122"/>
                  <a:ea typeface="宋体" panose="02010600030101010101" pitchFamily="2" charset="-122"/>
                  <a:cs typeface="Times New Roman" panose="02020603050405020304" pitchFamily="18" charset="0"/>
                </a:rPr>
                <a:t>x</a:t>
              </a:r>
              <a:r>
                <a:rPr kumimoji="0" lang="zh-CN" altLang="en-US" sz="16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入队列</a:t>
              </a:r>
              <a:endParaRPr lang="zh-CN" altLang="en-US" sz="1600" b="1" dirty="0">
                <a:solidFill>
                  <a:srgbClr val="0070C0"/>
                </a:solidFill>
              </a:endParaRPr>
            </a:p>
          </p:txBody>
        </p:sp>
        <p:sp>
          <p:nvSpPr>
            <p:cNvPr id="16" name="文本框 15">
              <a:extLst>
                <a:ext uri="{FF2B5EF4-FFF2-40B4-BE49-F238E27FC236}">
                  <a16:creationId xmlns:a16="http://schemas.microsoft.com/office/drawing/2014/main" id="{14F20AA2-5130-CAAC-5B1F-DF7829065895}"/>
                </a:ext>
              </a:extLst>
            </p:cNvPr>
            <p:cNvSpPr txBox="1"/>
            <p:nvPr/>
          </p:nvSpPr>
          <p:spPr>
            <a:xfrm>
              <a:off x="7671728" y="4972214"/>
              <a:ext cx="1371617" cy="338554"/>
            </a:xfrm>
            <a:prstGeom prst="rect">
              <a:avLst/>
            </a:prstGeom>
            <a:noFill/>
          </p:spPr>
          <p:txBody>
            <a:bodyPr wrap="square">
              <a:spAutoFit/>
            </a:bodyPr>
            <a:lstStyle/>
            <a:p>
              <a:r>
                <a:rPr kumimoji="0" lang="zh-CN" altLang="en-US" sz="16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元素</a:t>
              </a:r>
              <a:r>
                <a:rPr kumimoji="0" lang="en-US" altLang="zh-CN" sz="1600" b="1" i="0" u="none" strike="noStrike" cap="none" normalizeH="0" baseline="0" dirty="0">
                  <a:ln>
                    <a:noFill/>
                  </a:ln>
                  <a:solidFill>
                    <a:srgbClr val="0070C0"/>
                  </a:solidFill>
                  <a:effectLst/>
                  <a:latin typeface="等线" panose="02010600030101010101" pitchFamily="2" charset="-122"/>
                  <a:ea typeface="宋体" panose="02010600030101010101" pitchFamily="2" charset="-122"/>
                  <a:cs typeface="Times New Roman" panose="02020603050405020304" pitchFamily="18" charset="0"/>
                </a:rPr>
                <a:t>y</a:t>
              </a:r>
              <a:r>
                <a:rPr kumimoji="0" lang="zh-CN" altLang="en-US" sz="16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入队列</a:t>
              </a:r>
              <a:endParaRPr lang="zh-CN" altLang="en-US" sz="1600" b="1" dirty="0">
                <a:solidFill>
                  <a:srgbClr val="0070C0"/>
                </a:solidFill>
              </a:endParaRPr>
            </a:p>
          </p:txBody>
        </p:sp>
        <p:sp>
          <p:nvSpPr>
            <p:cNvPr id="18" name="文本框 17">
              <a:extLst>
                <a:ext uri="{FF2B5EF4-FFF2-40B4-BE49-F238E27FC236}">
                  <a16:creationId xmlns:a16="http://schemas.microsoft.com/office/drawing/2014/main" id="{1E8DE5E8-D906-5463-A253-33EC646BE244}"/>
                </a:ext>
              </a:extLst>
            </p:cNvPr>
            <p:cNvSpPr txBox="1"/>
            <p:nvPr/>
          </p:nvSpPr>
          <p:spPr>
            <a:xfrm>
              <a:off x="7671728" y="5940258"/>
              <a:ext cx="1461222" cy="338554"/>
            </a:xfrm>
            <a:prstGeom prst="rect">
              <a:avLst/>
            </a:prstGeom>
            <a:noFill/>
          </p:spPr>
          <p:txBody>
            <a:bodyPr wrap="square">
              <a:spAutoFit/>
            </a:bodyPr>
            <a:lstStyle/>
            <a:p>
              <a:r>
                <a:rPr kumimoji="0" lang="zh-CN" altLang="en-US" sz="16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元素</a:t>
              </a:r>
              <a:r>
                <a:rPr kumimoji="0" lang="en-US" altLang="zh-CN" sz="1600" b="1" i="0" u="none" strike="noStrike" cap="none" normalizeH="0" baseline="0" dirty="0">
                  <a:ln>
                    <a:noFill/>
                  </a:ln>
                  <a:solidFill>
                    <a:srgbClr val="0070C0"/>
                  </a:solidFill>
                  <a:effectLst/>
                  <a:latin typeface="等线" panose="02010600030101010101" pitchFamily="2" charset="-122"/>
                  <a:ea typeface="宋体" panose="02010600030101010101" pitchFamily="2" charset="-122"/>
                  <a:cs typeface="Times New Roman" panose="02020603050405020304" pitchFamily="18" charset="0"/>
                </a:rPr>
                <a:t>x</a:t>
              </a:r>
              <a:r>
                <a:rPr kumimoji="0" lang="zh-CN" altLang="en-US" sz="1600" b="1" i="0" u="none" strike="noStrike" cap="none" normalizeH="0" baseline="0" dirty="0">
                  <a:ln>
                    <a:noFill/>
                  </a:ln>
                  <a:solidFill>
                    <a:srgbClr val="0070C0"/>
                  </a:solidFill>
                  <a:effectLst/>
                  <a:latin typeface="宋体" panose="02010600030101010101" pitchFamily="2" charset="-122"/>
                  <a:ea typeface="宋体" panose="02010600030101010101" pitchFamily="2" charset="-122"/>
                  <a:cs typeface="Times New Roman" panose="02020603050405020304" pitchFamily="18" charset="0"/>
                </a:rPr>
                <a:t>出队列</a:t>
              </a:r>
              <a:endParaRPr lang="zh-CN" altLang="en-US" sz="1600" b="1" dirty="0">
                <a:solidFill>
                  <a:srgbClr val="0070C0"/>
                </a:solidFill>
              </a:endParaRPr>
            </a:p>
          </p:txBody>
        </p:sp>
      </p:grpSp>
    </p:spTree>
    <p:extLst>
      <p:ext uri="{BB962C8B-B14F-4D97-AF65-F5344CB8AC3E}">
        <p14:creationId xmlns:p14="http://schemas.microsoft.com/office/powerpoint/2010/main" val="165251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2B68A86-1C90-08C8-3277-683CAF1C1982}"/>
              </a:ext>
            </a:extLst>
          </p:cNvPr>
          <p:cNvSpPr txBox="1"/>
          <p:nvPr/>
        </p:nvSpPr>
        <p:spPr>
          <a:xfrm>
            <a:off x="539180" y="805354"/>
            <a:ext cx="10816204" cy="2737673"/>
          </a:xfrm>
          <a:prstGeom prst="rect">
            <a:avLst/>
          </a:prstGeom>
          <a:solidFill>
            <a:schemeClr val="tx2">
              <a:lumMod val="10000"/>
              <a:lumOff val="90000"/>
            </a:schemeClr>
          </a:solidFill>
        </p:spPr>
        <p:txBody>
          <a:bodyPr wrap="square">
            <a:spAutoFit/>
          </a:bodyPr>
          <a:lstStyle/>
          <a:p>
            <a:pPr algn="just">
              <a:lnSpc>
                <a:spcPct val="120000"/>
              </a:lnSpc>
              <a:buNone/>
            </a:pPr>
            <a:r>
              <a:rPr lang="en-US" altLang="zh-CN" sz="1800"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DeQueueL</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LinkQueue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Q)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Courier New" panose="02070309020205020404" pitchFamily="49" charset="0"/>
              </a:rPr>
              <a:t>出</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队</a:t>
            </a:r>
            <a:r>
              <a:rPr lang="zh-CN" altLang="en-US"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列</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Q || Q-&gt;front==Q-&gt;rear)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nullE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Q</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空或队空，则返回</a:t>
            </a:r>
            <a:r>
              <a:rPr lang="en-US" altLang="zh-CN" b="1" kern="100" dirty="0" err="1">
                <a:solidFill>
                  <a:srgbClr val="C00000"/>
                </a:solidFill>
                <a:latin typeface="Courier New" panose="02070309020205020404" pitchFamily="49" charset="0"/>
                <a:ea typeface="宋体" panose="02010600030101010101" pitchFamily="2" charset="-122"/>
                <a:cs typeface="Times New Roman" panose="02020603050405020304" pitchFamily="18" charset="0"/>
              </a:rPr>
              <a:t>nullE</a:t>
            </a:r>
            <a:endParaRPr lang="zh-CN"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endParaRPr>
          </a:p>
          <a:p>
            <a:pPr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QueuePtr</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p = Q-&gt;front-&gt;next;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p</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指向队头元素结点</a:t>
            </a:r>
          </a:p>
          <a:p>
            <a:pPr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e = p-&gt;data;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队头元素值赋给</a:t>
            </a:r>
            <a:r>
              <a:rPr lang="en-US"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rPr>
              <a:t>e</a:t>
            </a:r>
            <a:endParaRPr lang="zh-CN" altLang="zh-CN" b="1" kern="100" dirty="0">
              <a:solidFill>
                <a:srgbClr val="C00000"/>
              </a:solidFill>
              <a:latin typeface="Courier New" panose="02070309020205020404" pitchFamily="49" charset="0"/>
              <a:ea typeface="宋体" panose="02010600030101010101" pitchFamily="2" charset="-122"/>
              <a:cs typeface="Times New Roman" panose="02020603050405020304" pitchFamily="18" charset="0"/>
            </a:endParaRPr>
          </a:p>
          <a:p>
            <a:pPr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Q-&gt;front-&gt;next = p-&gt;next;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删除队头元素结点</a:t>
            </a:r>
          </a:p>
          <a:p>
            <a:pPr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(Q-&gt;rear==p) Q-&gt;rear = Q-&gt;front;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若删除的也是队尾结点，则队列变空</a:t>
            </a:r>
          </a:p>
          <a:p>
            <a:pPr algn="just">
              <a:lnSpc>
                <a:spcPct val="120000"/>
              </a:lnSpc>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free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(p);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释放被删结点，返回退队元素值</a:t>
            </a:r>
          </a:p>
          <a:p>
            <a:pPr algn="just">
              <a:lnSpc>
                <a:spcPct val="120000"/>
              </a:lnSpc>
              <a:spcAft>
                <a:spcPts val="600"/>
              </a:spcAft>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BD1AFA73-A323-34F3-7EFE-6D79A991BB1A}"/>
              </a:ext>
            </a:extLst>
          </p:cNvPr>
          <p:cNvSpPr txBox="1"/>
          <p:nvPr/>
        </p:nvSpPr>
        <p:spPr>
          <a:xfrm>
            <a:off x="119531" y="3555889"/>
            <a:ext cx="4390124" cy="426335"/>
          </a:xfrm>
          <a:prstGeom prst="rect">
            <a:avLst/>
          </a:prstGeom>
          <a:noFill/>
        </p:spPr>
        <p:txBody>
          <a:bodyPr wrap="square" rtlCol="0">
            <a:spAutoFit/>
          </a:bodyPr>
          <a:lstStyle/>
          <a:p>
            <a:pPr>
              <a:lnSpc>
                <a:spcPct val="120000"/>
              </a:lnSpc>
            </a:pPr>
            <a:r>
              <a:rPr lang="zh-CN" altLang="en-US" sz="2000" b="1" dirty="0"/>
              <a:t>   链队列出队操作要考虑</a:t>
            </a:r>
            <a:r>
              <a:rPr lang="zh-CN" altLang="en-US" sz="2000" b="1" dirty="0">
                <a:solidFill>
                  <a:srgbClr val="C00000"/>
                </a:solidFill>
                <a:effectLst>
                  <a:outerShdw blurRad="38100" dist="38100" dir="2700000" algn="tl">
                    <a:srgbClr val="000000">
                      <a:alpha val="43137"/>
                    </a:srgbClr>
                  </a:outerShdw>
                </a:effectLst>
              </a:rPr>
              <a:t>三种情况</a:t>
            </a:r>
            <a:r>
              <a:rPr lang="zh-CN" altLang="en-US" sz="2000" b="1" dirty="0"/>
              <a:t>。</a:t>
            </a:r>
            <a:endParaRPr lang="en-US" altLang="zh-CN" sz="2000" b="1" dirty="0"/>
          </a:p>
        </p:txBody>
      </p:sp>
      <p:grpSp>
        <p:nvGrpSpPr>
          <p:cNvPr id="6" name="组合 5">
            <a:extLst>
              <a:ext uri="{FF2B5EF4-FFF2-40B4-BE49-F238E27FC236}">
                <a16:creationId xmlns:a16="http://schemas.microsoft.com/office/drawing/2014/main" id="{9355A0E4-CFC3-0477-45EF-D5CD5B5E1A04}"/>
              </a:ext>
            </a:extLst>
          </p:cNvPr>
          <p:cNvGrpSpPr/>
          <p:nvPr/>
        </p:nvGrpSpPr>
        <p:grpSpPr>
          <a:xfrm>
            <a:off x="317413" y="5662025"/>
            <a:ext cx="1223007" cy="705668"/>
            <a:chOff x="8147838" y="3946444"/>
            <a:chExt cx="1223007" cy="705668"/>
          </a:xfrm>
        </p:grpSpPr>
        <p:sp>
          <p:nvSpPr>
            <p:cNvPr id="42" name="Rectangle 19">
              <a:extLst>
                <a:ext uri="{FF2B5EF4-FFF2-40B4-BE49-F238E27FC236}">
                  <a16:creationId xmlns:a16="http://schemas.microsoft.com/office/drawing/2014/main" id="{76B5B702-F813-BDC1-81E7-6480A56B824D}"/>
                </a:ext>
              </a:extLst>
            </p:cNvPr>
            <p:cNvSpPr>
              <a:spLocks noChangeArrowheads="1"/>
            </p:cNvSpPr>
            <p:nvPr/>
          </p:nvSpPr>
          <p:spPr bwMode="auto">
            <a:xfrm>
              <a:off x="9010230" y="3946444"/>
              <a:ext cx="360615" cy="348210"/>
            </a:xfrm>
            <a:prstGeom prst="rect">
              <a:avLst/>
            </a:prstGeom>
            <a:solidFill>
              <a:schemeClr val="tx2">
                <a:lumMod val="10000"/>
                <a:lumOff val="90000"/>
              </a:schemeClr>
            </a:solid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43" name="Rectangle 20">
              <a:extLst>
                <a:ext uri="{FF2B5EF4-FFF2-40B4-BE49-F238E27FC236}">
                  <a16:creationId xmlns:a16="http://schemas.microsoft.com/office/drawing/2014/main" id="{324225E1-CF34-5622-C9DD-FF9324621BF7}"/>
                </a:ext>
              </a:extLst>
            </p:cNvPr>
            <p:cNvSpPr>
              <a:spLocks noChangeArrowheads="1"/>
            </p:cNvSpPr>
            <p:nvPr/>
          </p:nvSpPr>
          <p:spPr bwMode="auto">
            <a:xfrm>
              <a:off x="9010230" y="4291061"/>
              <a:ext cx="360615" cy="361051"/>
            </a:xfrm>
            <a:prstGeom prst="rect">
              <a:avLst/>
            </a:prstGeom>
            <a:solidFill>
              <a:schemeClr val="tx2">
                <a:lumMod val="10000"/>
                <a:lumOff val="90000"/>
              </a:schemeClr>
            </a:solid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44" name="Text Box 23">
              <a:extLst>
                <a:ext uri="{FF2B5EF4-FFF2-40B4-BE49-F238E27FC236}">
                  <a16:creationId xmlns:a16="http://schemas.microsoft.com/office/drawing/2014/main" id="{F808EAA5-F39D-61DA-5A15-E8059900F64A}"/>
                </a:ext>
              </a:extLst>
            </p:cNvPr>
            <p:cNvSpPr txBox="1">
              <a:spLocks noChangeArrowheads="1"/>
            </p:cNvSpPr>
            <p:nvPr/>
          </p:nvSpPr>
          <p:spPr bwMode="auto">
            <a:xfrm>
              <a:off x="8147838" y="3957306"/>
              <a:ext cx="867511" cy="694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r">
                <a:lnSpc>
                  <a:spcPct val="110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front</a:t>
              </a:r>
            </a:p>
            <a:p>
              <a:pPr algn="r">
                <a:lnSpc>
                  <a:spcPct val="110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rear</a:t>
              </a:r>
            </a:p>
          </p:txBody>
        </p:sp>
      </p:grpSp>
      <p:cxnSp>
        <p:nvCxnSpPr>
          <p:cNvPr id="45" name="直接箭头连接符 44">
            <a:extLst>
              <a:ext uri="{FF2B5EF4-FFF2-40B4-BE49-F238E27FC236}">
                <a16:creationId xmlns:a16="http://schemas.microsoft.com/office/drawing/2014/main" id="{BF8559F1-B3A7-A6CF-AEE0-748941B6D069}"/>
              </a:ext>
            </a:extLst>
          </p:cNvPr>
          <p:cNvCxnSpPr>
            <a:cxnSpLocks/>
          </p:cNvCxnSpPr>
          <p:nvPr/>
        </p:nvCxnSpPr>
        <p:spPr>
          <a:xfrm>
            <a:off x="1333284" y="5833988"/>
            <a:ext cx="572805" cy="62655"/>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ED91839-29E1-0A46-1A9D-556824D0B2A1}"/>
              </a:ext>
            </a:extLst>
          </p:cNvPr>
          <p:cNvCxnSpPr>
            <a:cxnSpLocks/>
          </p:cNvCxnSpPr>
          <p:nvPr/>
        </p:nvCxnSpPr>
        <p:spPr>
          <a:xfrm flipV="1">
            <a:off x="1344123" y="6105726"/>
            <a:ext cx="561966" cy="92502"/>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10153B6E-A0E6-251C-36E2-4EC4C6E6F7AB}"/>
              </a:ext>
            </a:extLst>
          </p:cNvPr>
          <p:cNvGrpSpPr/>
          <p:nvPr/>
        </p:nvGrpSpPr>
        <p:grpSpPr>
          <a:xfrm>
            <a:off x="1911247" y="5798551"/>
            <a:ext cx="646696" cy="338554"/>
            <a:chOff x="9741672" y="4082970"/>
            <a:chExt cx="646696" cy="338554"/>
          </a:xfrm>
        </p:grpSpPr>
        <p:grpSp>
          <p:nvGrpSpPr>
            <p:cNvPr id="46" name="组合 45">
              <a:extLst>
                <a:ext uri="{FF2B5EF4-FFF2-40B4-BE49-F238E27FC236}">
                  <a16:creationId xmlns:a16="http://schemas.microsoft.com/office/drawing/2014/main" id="{82264EB0-1C80-72D3-ADF3-A7AE4D082B53}"/>
                </a:ext>
              </a:extLst>
            </p:cNvPr>
            <p:cNvGrpSpPr/>
            <p:nvPr/>
          </p:nvGrpSpPr>
          <p:grpSpPr>
            <a:xfrm>
              <a:off x="9741672" y="4101961"/>
              <a:ext cx="596900" cy="314227"/>
              <a:chOff x="1745372" y="572988"/>
              <a:chExt cx="596900" cy="314227"/>
            </a:xfrm>
            <a:solidFill>
              <a:schemeClr val="accent6">
                <a:lumMod val="20000"/>
                <a:lumOff val="80000"/>
              </a:schemeClr>
            </a:solidFill>
          </p:grpSpPr>
          <p:sp>
            <p:nvSpPr>
              <p:cNvPr id="47" name="Rectangle 9">
                <a:extLst>
                  <a:ext uri="{FF2B5EF4-FFF2-40B4-BE49-F238E27FC236}">
                    <a16:creationId xmlns:a16="http://schemas.microsoft.com/office/drawing/2014/main" id="{046F529D-DAED-FD2A-D865-DC93521BE25A}"/>
                  </a:ext>
                </a:extLst>
              </p:cNvPr>
              <p:cNvSpPr>
                <a:spLocks noChangeArrowheads="1"/>
              </p:cNvSpPr>
              <p:nvPr/>
            </p:nvSpPr>
            <p:spPr bwMode="auto">
              <a:xfrm>
                <a:off x="1745372" y="572988"/>
                <a:ext cx="596900" cy="314227"/>
              </a:xfrm>
              <a:prstGeom prst="rect">
                <a:avLst/>
              </a:prstGeom>
              <a:grp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zh-CN" sz="1600" dirty="0"/>
              </a:p>
            </p:txBody>
          </p:sp>
          <p:sp>
            <p:nvSpPr>
              <p:cNvPr id="48" name="Line 10">
                <a:extLst>
                  <a:ext uri="{FF2B5EF4-FFF2-40B4-BE49-F238E27FC236}">
                    <a16:creationId xmlns:a16="http://schemas.microsoft.com/office/drawing/2014/main" id="{16B86733-BF2F-BC71-52A6-324A38AB0E99}"/>
                  </a:ext>
                </a:extLst>
              </p:cNvPr>
              <p:cNvSpPr>
                <a:spLocks noChangeShapeType="1"/>
              </p:cNvSpPr>
              <p:nvPr/>
            </p:nvSpPr>
            <p:spPr bwMode="auto">
              <a:xfrm>
                <a:off x="2111041" y="572988"/>
                <a:ext cx="0" cy="314227"/>
              </a:xfrm>
              <a:prstGeom prst="line">
                <a:avLst/>
              </a:prstGeom>
              <a:grpFill/>
              <a:ln w="19050">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grpSp>
        <p:sp>
          <p:nvSpPr>
            <p:cNvPr id="50" name="文本框 49">
              <a:extLst>
                <a:ext uri="{FF2B5EF4-FFF2-40B4-BE49-F238E27FC236}">
                  <a16:creationId xmlns:a16="http://schemas.microsoft.com/office/drawing/2014/main" id="{19E5CC8B-EB11-128D-625F-00B80D3C5B7F}"/>
                </a:ext>
              </a:extLst>
            </p:cNvPr>
            <p:cNvSpPr txBox="1"/>
            <p:nvPr/>
          </p:nvSpPr>
          <p:spPr>
            <a:xfrm>
              <a:off x="10054911" y="4082970"/>
              <a:ext cx="333457" cy="338554"/>
            </a:xfrm>
            <a:prstGeom prst="rect">
              <a:avLst/>
            </a:prstGeom>
            <a:noFill/>
          </p:spPr>
          <p:txBody>
            <a:bodyPr wrap="square">
              <a:spAutoFit/>
            </a:bodyPr>
            <a:lstStyle/>
            <a:p>
              <a:r>
                <a:rPr lang="en-US" altLang="zh-CN" sz="1600" b="1" dirty="0">
                  <a:solidFill>
                    <a:srgbClr val="FF0000"/>
                  </a:solidFill>
                  <a:latin typeface="Arial Rounded MT Bold" panose="020F0704030504030204" pitchFamily="34" charset="0"/>
                </a:rPr>
                <a:t>∧</a:t>
              </a:r>
              <a:endParaRPr lang="zh-CN" altLang="en-US" sz="1600" dirty="0"/>
            </a:p>
          </p:txBody>
        </p:sp>
      </p:grpSp>
      <p:cxnSp>
        <p:nvCxnSpPr>
          <p:cNvPr id="51" name="直接连接符 50">
            <a:extLst>
              <a:ext uri="{FF2B5EF4-FFF2-40B4-BE49-F238E27FC236}">
                <a16:creationId xmlns:a16="http://schemas.microsoft.com/office/drawing/2014/main" id="{38FD1016-E473-B09A-EEA8-1459B95DD953}"/>
              </a:ext>
            </a:extLst>
          </p:cNvPr>
          <p:cNvCxnSpPr>
            <a:cxnSpLocks/>
          </p:cNvCxnSpPr>
          <p:nvPr/>
        </p:nvCxnSpPr>
        <p:spPr>
          <a:xfrm>
            <a:off x="1030072" y="1488299"/>
            <a:ext cx="3767839" cy="9525"/>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85DBC856-0F00-7739-0090-27BE51A657C3}"/>
              </a:ext>
            </a:extLst>
          </p:cNvPr>
          <p:cNvCxnSpPr>
            <a:cxnSpLocks/>
          </p:cNvCxnSpPr>
          <p:nvPr/>
        </p:nvCxnSpPr>
        <p:spPr>
          <a:xfrm>
            <a:off x="5005471" y="1497824"/>
            <a:ext cx="1734195" cy="0"/>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53" name="副标题 2">
            <a:extLst>
              <a:ext uri="{FF2B5EF4-FFF2-40B4-BE49-F238E27FC236}">
                <a16:creationId xmlns:a16="http://schemas.microsoft.com/office/drawing/2014/main" id="{7A89A0C1-AC80-AD56-1A1D-789447C5F795}"/>
              </a:ext>
            </a:extLst>
          </p:cNvPr>
          <p:cNvSpPr txBox="1">
            <a:spLocks/>
          </p:cNvSpPr>
          <p:nvPr/>
        </p:nvSpPr>
        <p:spPr>
          <a:xfrm>
            <a:off x="1382343" y="264797"/>
            <a:ext cx="3008819" cy="4627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0B0F0"/>
              </a:buClr>
              <a:buNone/>
            </a:pPr>
            <a:r>
              <a:rPr lang="zh-CN" altLang="en-US" b="1" dirty="0">
                <a:solidFill>
                  <a:srgbClr val="C00000"/>
                </a:solidFill>
                <a:effectLst>
                  <a:outerShdw blurRad="38100" dist="38100" dir="2700000" algn="tl">
                    <a:srgbClr val="000000">
                      <a:alpha val="43137"/>
                    </a:srgbClr>
                  </a:outerShdw>
                </a:effectLst>
              </a:rPr>
              <a:t>链队列出队算法</a:t>
            </a:r>
          </a:p>
        </p:txBody>
      </p:sp>
      <p:sp>
        <p:nvSpPr>
          <p:cNvPr id="55" name="文本框 54">
            <a:extLst>
              <a:ext uri="{FF2B5EF4-FFF2-40B4-BE49-F238E27FC236}">
                <a16:creationId xmlns:a16="http://schemas.microsoft.com/office/drawing/2014/main" id="{C595CFC5-85BC-49F3-9821-202280A05A8F}"/>
              </a:ext>
            </a:extLst>
          </p:cNvPr>
          <p:cNvSpPr txBox="1"/>
          <p:nvPr/>
        </p:nvSpPr>
        <p:spPr>
          <a:xfrm>
            <a:off x="317413" y="1153922"/>
            <a:ext cx="443534" cy="369332"/>
          </a:xfrm>
          <a:prstGeom prst="rect">
            <a:avLst/>
          </a:prstGeom>
          <a:noFill/>
        </p:spPr>
        <p:txBody>
          <a:bodyPr wrap="square">
            <a:spAutoFit/>
          </a:bodyPr>
          <a:lstStyle/>
          <a:p>
            <a:r>
              <a:rPr lang="zh-CN" altLang="en-US" dirty="0">
                <a:solidFill>
                  <a:srgbClr val="C00000"/>
                </a:solidFill>
              </a:rPr>
              <a:t>✔️</a:t>
            </a:r>
          </a:p>
        </p:txBody>
      </p:sp>
      <p:sp>
        <p:nvSpPr>
          <p:cNvPr id="10" name="文本框 9">
            <a:extLst>
              <a:ext uri="{FF2B5EF4-FFF2-40B4-BE49-F238E27FC236}">
                <a16:creationId xmlns:a16="http://schemas.microsoft.com/office/drawing/2014/main" id="{7455C87D-488E-D5A5-687E-20B4C3994A17}"/>
              </a:ext>
            </a:extLst>
          </p:cNvPr>
          <p:cNvSpPr txBox="1"/>
          <p:nvPr/>
        </p:nvSpPr>
        <p:spPr>
          <a:xfrm>
            <a:off x="323440" y="4027444"/>
            <a:ext cx="2651698" cy="646331"/>
          </a:xfrm>
          <a:prstGeom prst="rect">
            <a:avLst/>
          </a:prstGeom>
          <a:noFill/>
        </p:spPr>
        <p:txBody>
          <a:bodyPr wrap="square">
            <a:spAutoFit/>
          </a:bodyPr>
          <a:lstStyle/>
          <a:p>
            <a:r>
              <a:rPr lang="zh-CN" altLang="en-US" sz="1800" b="1" dirty="0">
                <a:solidFill>
                  <a:srgbClr val="C00000"/>
                </a:solidFill>
                <a:effectLst>
                  <a:outerShdw blurRad="38100" dist="38100" dir="2700000" algn="tl">
                    <a:srgbClr val="000000">
                      <a:alpha val="43137"/>
                    </a:srgbClr>
                  </a:outerShdw>
                </a:effectLst>
                <a:latin typeface="+mj-ea"/>
                <a:ea typeface="+mj-ea"/>
              </a:rPr>
              <a:t>情形</a:t>
            </a:r>
            <a:r>
              <a:rPr lang="en-US" altLang="zh-CN" sz="1800" b="1" dirty="0">
                <a:solidFill>
                  <a:srgbClr val="C00000"/>
                </a:solidFill>
                <a:effectLst>
                  <a:outerShdw blurRad="38100" dist="38100" dir="2700000" algn="tl">
                    <a:srgbClr val="000000">
                      <a:alpha val="43137"/>
                    </a:srgbClr>
                  </a:outerShdw>
                </a:effectLst>
                <a:latin typeface="+mj-ea"/>
                <a:ea typeface="+mj-ea"/>
              </a:rPr>
              <a:t>1</a:t>
            </a:r>
            <a:r>
              <a:rPr lang="zh-CN" altLang="en-US" sz="1800" b="1" dirty="0">
                <a:solidFill>
                  <a:srgbClr val="C00000"/>
                </a:solidFill>
                <a:effectLst>
                  <a:outerShdw blurRad="38100" dist="38100" dir="2700000" algn="tl">
                    <a:srgbClr val="000000">
                      <a:alpha val="43137"/>
                    </a:srgbClr>
                  </a:outerShdw>
                </a:effectLst>
                <a:latin typeface="+mj-ea"/>
                <a:ea typeface="+mj-ea"/>
              </a:rPr>
              <a:t>：</a:t>
            </a:r>
            <a:r>
              <a:rPr lang="zh-CN" altLang="en-US" sz="1800" b="1" dirty="0"/>
              <a:t>队列长度为</a:t>
            </a:r>
            <a:r>
              <a:rPr lang="en-US" altLang="zh-CN" sz="1800" b="1" dirty="0">
                <a:latin typeface="Courier New" panose="02070309020205020404" pitchFamily="49" charset="0"/>
                <a:cs typeface="Courier New" panose="02070309020205020404" pitchFamily="49" charset="0"/>
              </a:rPr>
              <a:t>0</a:t>
            </a:r>
          </a:p>
          <a:p>
            <a:r>
              <a:rPr lang="en-US" altLang="zh-CN" b="1" dirty="0">
                <a:latin typeface="Courier New" panose="02070309020205020404" pitchFamily="49" charset="0"/>
                <a:cs typeface="Courier New" panose="02070309020205020404" pitchFamily="49" charset="0"/>
              </a:rPr>
              <a:t>      </a:t>
            </a:r>
            <a:r>
              <a:rPr lang="zh-CN" altLang="en-US" sz="1800" b="1" dirty="0">
                <a:latin typeface="Courier New" panose="02070309020205020404" pitchFamily="49" charset="0"/>
                <a:cs typeface="Courier New" panose="02070309020205020404" pitchFamily="49" charset="0"/>
              </a:rPr>
              <a:t>返回</a:t>
            </a:r>
            <a:r>
              <a:rPr lang="en-US" altLang="zh-CN" sz="1800" b="1" dirty="0" err="1">
                <a:latin typeface="Courier New" panose="02070309020205020404" pitchFamily="49" charset="0"/>
                <a:cs typeface="Courier New" panose="02070309020205020404" pitchFamily="49" charset="0"/>
              </a:rPr>
              <a:t>nullE</a:t>
            </a:r>
            <a:endParaRPr lang="zh-CN" altLang="en-US" dirty="0">
              <a:latin typeface="Courier New" panose="02070309020205020404" pitchFamily="49" charset="0"/>
              <a:cs typeface="Courier New" panose="02070309020205020404" pitchFamily="49" charset="0"/>
            </a:endParaRPr>
          </a:p>
        </p:txBody>
      </p:sp>
      <p:sp>
        <p:nvSpPr>
          <p:cNvPr id="12" name="文本框 11">
            <a:extLst>
              <a:ext uri="{FF2B5EF4-FFF2-40B4-BE49-F238E27FC236}">
                <a16:creationId xmlns:a16="http://schemas.microsoft.com/office/drawing/2014/main" id="{63971263-2558-B48F-8AD4-7FF0E36E3326}"/>
              </a:ext>
            </a:extLst>
          </p:cNvPr>
          <p:cNvSpPr txBox="1"/>
          <p:nvPr/>
        </p:nvSpPr>
        <p:spPr>
          <a:xfrm>
            <a:off x="3434677" y="3994159"/>
            <a:ext cx="4343583" cy="1477328"/>
          </a:xfrm>
          <a:prstGeom prst="rect">
            <a:avLst/>
          </a:prstGeom>
          <a:noFill/>
        </p:spPr>
        <p:txBody>
          <a:bodyPr wrap="square">
            <a:spAutoFit/>
          </a:bodyPr>
          <a:lstStyle/>
          <a:p>
            <a:r>
              <a:rPr lang="zh-CN" altLang="en-US" b="1" dirty="0">
                <a:solidFill>
                  <a:srgbClr val="C00000"/>
                </a:solidFill>
                <a:effectLst>
                  <a:outerShdw blurRad="38100" dist="38100" dir="2700000" algn="tl">
                    <a:srgbClr val="000000">
                      <a:alpha val="43137"/>
                    </a:srgbClr>
                  </a:outerShdw>
                </a:effectLst>
                <a:latin typeface="+mj-ea"/>
                <a:ea typeface="+mj-ea"/>
              </a:rPr>
              <a:t>情形</a:t>
            </a:r>
            <a:r>
              <a:rPr lang="en-US" altLang="zh-CN" b="1" dirty="0">
                <a:solidFill>
                  <a:srgbClr val="C00000"/>
                </a:solidFill>
                <a:effectLst>
                  <a:outerShdw blurRad="38100" dist="38100" dir="2700000" algn="tl">
                    <a:srgbClr val="000000">
                      <a:alpha val="43137"/>
                    </a:srgbClr>
                  </a:outerShdw>
                </a:effectLst>
                <a:latin typeface="+mj-ea"/>
                <a:ea typeface="+mj-ea"/>
              </a:rPr>
              <a:t>2</a:t>
            </a:r>
            <a:r>
              <a:rPr lang="zh-CN" altLang="en-US" b="1" dirty="0">
                <a:solidFill>
                  <a:srgbClr val="C00000"/>
                </a:solidFill>
                <a:effectLst>
                  <a:outerShdw blurRad="38100" dist="38100" dir="2700000" algn="tl">
                    <a:srgbClr val="000000">
                      <a:alpha val="43137"/>
                    </a:srgbClr>
                  </a:outerShdw>
                </a:effectLst>
                <a:latin typeface="+mj-ea"/>
                <a:ea typeface="+mj-ea"/>
              </a:rPr>
              <a:t>：</a:t>
            </a:r>
            <a:r>
              <a:rPr lang="zh-CN" altLang="en-US" dirty="0"/>
              <a:t>队列长度大于</a:t>
            </a:r>
            <a:r>
              <a:rPr lang="en-US" altLang="zh-CN" b="1" dirty="0">
                <a:latin typeface="Courier New" panose="02070309020205020404" pitchFamily="49" charset="0"/>
                <a:cs typeface="Courier New" panose="02070309020205020404" pitchFamily="49" charset="0"/>
              </a:rPr>
              <a:t>1</a:t>
            </a:r>
          </a:p>
          <a:p>
            <a:r>
              <a:rPr lang="zh-CN" altLang="en-US" dirty="0"/>
              <a:t>（</a:t>
            </a:r>
            <a:r>
              <a:rPr lang="en-US" altLang="zh-CN" dirty="0"/>
              <a:t>1</a:t>
            </a:r>
            <a:r>
              <a:rPr lang="zh-CN" altLang="en-US" dirty="0"/>
              <a:t>）</a:t>
            </a:r>
            <a:r>
              <a:rPr lang="zh-CN" altLang="en-US" dirty="0">
                <a:solidFill>
                  <a:srgbClr val="000000"/>
                </a:solidFill>
                <a:latin typeface="Courier New" panose="02070309020205020404" pitchFamily="49" charset="0"/>
                <a:cs typeface="Courier New" panose="02070309020205020404" pitchFamily="49" charset="0"/>
                <a:sym typeface="微软雅黑" panose="020B0503020204020204" pitchFamily="34" charset="-122"/>
              </a:rPr>
              <a:t>用指针</a:t>
            </a:r>
            <a:r>
              <a:rPr lang="en-US" altLang="zh-CN" b="1" dirty="0">
                <a:solidFill>
                  <a:srgbClr val="000000"/>
                </a:solidFill>
                <a:latin typeface="Courier New" panose="02070309020205020404" pitchFamily="49" charset="0"/>
                <a:cs typeface="Courier New" panose="02070309020205020404" pitchFamily="49" charset="0"/>
                <a:sym typeface="微软雅黑" panose="020B0503020204020204" pitchFamily="34" charset="-122"/>
              </a:rPr>
              <a:t>p</a:t>
            </a:r>
            <a:r>
              <a:rPr lang="en-US" altLang="zh-CN" dirty="0">
                <a:solidFill>
                  <a:srgbClr val="000000"/>
                </a:solidFill>
                <a:latin typeface="Courier New" panose="02070309020205020404" pitchFamily="49" charset="0"/>
                <a:cs typeface="Courier New" panose="02070309020205020404" pitchFamily="49" charset="0"/>
                <a:sym typeface="微软雅黑" panose="020B0503020204020204" pitchFamily="34" charset="-122"/>
              </a:rPr>
              <a:t> </a:t>
            </a:r>
            <a:r>
              <a:rPr lang="zh-CN" altLang="en-US" dirty="0">
                <a:solidFill>
                  <a:srgbClr val="000000"/>
                </a:solidFill>
                <a:latin typeface="Courier New" panose="02070309020205020404" pitchFamily="49" charset="0"/>
                <a:cs typeface="Courier New" panose="02070309020205020404" pitchFamily="49" charset="0"/>
                <a:sym typeface="微软雅黑" panose="020B0503020204020204" pitchFamily="34" charset="-122"/>
              </a:rPr>
              <a:t>指向队首的</a:t>
            </a:r>
            <a:r>
              <a:rPr lang="en-US" altLang="zh-CN" b="1" dirty="0" err="1">
                <a:solidFill>
                  <a:srgbClr val="000000"/>
                </a:solidFill>
                <a:latin typeface="Courier New" panose="02070309020205020404" pitchFamily="49" charset="0"/>
                <a:cs typeface="Courier New" panose="02070309020205020404" pitchFamily="49" charset="0"/>
              </a:rPr>
              <a:t>a</a:t>
            </a:r>
            <a:r>
              <a:rPr lang="en-US" altLang="zh-CN" b="1" baseline="-25000" dirty="0" err="1">
                <a:latin typeface="Courier New" panose="02070309020205020404" pitchFamily="49" charset="0"/>
                <a:cs typeface="Courier New" panose="02070309020205020404" pitchFamily="49" charset="0"/>
              </a:rPr>
              <a:t>1</a:t>
            </a:r>
            <a:r>
              <a:rPr lang="zh-CN" altLang="en-US" dirty="0">
                <a:solidFill>
                  <a:srgbClr val="000000"/>
                </a:solidFill>
                <a:latin typeface="Courier New" panose="02070309020205020404" pitchFamily="49" charset="0"/>
                <a:cs typeface="Courier New" panose="02070309020205020404" pitchFamily="49" charset="0"/>
                <a:sym typeface="微软雅黑" panose="020B0503020204020204" pitchFamily="34" charset="-122"/>
              </a:rPr>
              <a:t>元素结点</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p>
          <a:p>
            <a:r>
              <a:rPr lang="zh-CN" altLang="en-US" dirty="0"/>
              <a:t>（</a:t>
            </a:r>
            <a:r>
              <a:rPr lang="en-US" altLang="zh-CN" dirty="0"/>
              <a:t>2</a:t>
            </a:r>
            <a:r>
              <a:rPr lang="zh-CN" altLang="en-US" dirty="0"/>
              <a:t>）</a:t>
            </a:r>
            <a:r>
              <a:rPr lang="zh-CN" altLang="en-US" dirty="0">
                <a:solidFill>
                  <a:srgbClr val="000000"/>
                </a:solidFill>
                <a:latin typeface="微软雅黑" panose="020B0503020204020204" pitchFamily="34" charset="-122"/>
                <a:sym typeface="微软雅黑" panose="020B0503020204020204" pitchFamily="34" charset="-122"/>
              </a:rPr>
              <a:t>用</a:t>
            </a:r>
            <a:r>
              <a:rPr lang="en-US" altLang="zh-CN" b="1" dirty="0">
                <a:solidFill>
                  <a:srgbClr val="000000"/>
                </a:solidFill>
                <a:latin typeface="Courier New" panose="02070309020205020404" pitchFamily="49" charset="0"/>
                <a:cs typeface="Courier New" panose="02070309020205020404" pitchFamily="49" charset="0"/>
                <a:sym typeface="微软雅黑" panose="020B0503020204020204" pitchFamily="34" charset="-122"/>
              </a:rPr>
              <a:t>e</a:t>
            </a:r>
            <a:r>
              <a:rPr lang="zh-CN" altLang="en-US" dirty="0">
                <a:solidFill>
                  <a:srgbClr val="000000"/>
                </a:solidFill>
                <a:latin typeface="微软雅黑" panose="020B0503020204020204" pitchFamily="34" charset="-122"/>
                <a:sym typeface="微软雅黑" panose="020B0503020204020204" pitchFamily="34" charset="-122"/>
              </a:rPr>
              <a:t>保存即将出队的元素值</a:t>
            </a:r>
            <a:r>
              <a:rPr lang="zh-CN" altLang="en-US" dirty="0"/>
              <a:t>。</a:t>
            </a:r>
            <a:endParaRPr lang="en-US" altLang="zh-CN" dirty="0"/>
          </a:p>
          <a:p>
            <a:r>
              <a:rPr lang="zh-CN" altLang="en-US" dirty="0"/>
              <a:t>（</a:t>
            </a:r>
            <a:r>
              <a:rPr lang="en-US" altLang="zh-CN" dirty="0"/>
              <a:t>3</a:t>
            </a:r>
            <a:r>
              <a:rPr lang="zh-CN" altLang="en-US" dirty="0"/>
              <a:t>）</a:t>
            </a:r>
            <a:r>
              <a:rPr lang="zh-CN" altLang="en-US" dirty="0">
                <a:solidFill>
                  <a:srgbClr val="000000"/>
                </a:solidFill>
                <a:latin typeface="微软雅黑" panose="020B0503020204020204" pitchFamily="34" charset="-122"/>
                <a:sym typeface="微软雅黑" panose="020B0503020204020204" pitchFamily="34" charset="-122"/>
              </a:rPr>
              <a:t>头结点</a:t>
            </a:r>
            <a:r>
              <a:rPr lang="en-US" altLang="zh-CN" b="1" dirty="0">
                <a:solidFill>
                  <a:srgbClr val="000000"/>
                </a:solidFill>
                <a:latin typeface="Courier New" panose="02070309020205020404" pitchFamily="49" charset="0"/>
                <a:cs typeface="Courier New" panose="02070309020205020404" pitchFamily="49" charset="0"/>
                <a:sym typeface="微软雅黑" panose="020B0503020204020204" pitchFamily="34" charset="-122"/>
              </a:rPr>
              <a:t>next</a:t>
            </a:r>
            <a:r>
              <a:rPr lang="zh-CN" altLang="en-US" dirty="0">
                <a:solidFill>
                  <a:srgbClr val="000000"/>
                </a:solidFill>
                <a:latin typeface="微软雅黑" panose="020B0503020204020204" pitchFamily="34" charset="-122"/>
                <a:sym typeface="微软雅黑" panose="020B0503020204020204" pitchFamily="34" charset="-122"/>
              </a:rPr>
              <a:t>指向出队元素后继</a:t>
            </a:r>
            <a:r>
              <a:rPr lang="en-US" altLang="zh-CN" b="1" dirty="0" err="1">
                <a:solidFill>
                  <a:srgbClr val="000000"/>
                </a:solidFill>
                <a:latin typeface="Courier New" panose="02070309020205020404" pitchFamily="49" charset="0"/>
                <a:cs typeface="Courier New" panose="02070309020205020404" pitchFamily="49" charset="0"/>
              </a:rPr>
              <a:t>a</a:t>
            </a:r>
            <a:r>
              <a:rPr lang="en-US" altLang="zh-CN" b="1" baseline="-25000" dirty="0" err="1">
                <a:latin typeface="Courier New" panose="02070309020205020404" pitchFamily="49" charset="0"/>
                <a:cs typeface="Courier New" panose="02070309020205020404" pitchFamily="49" charset="0"/>
              </a:rPr>
              <a:t>2</a:t>
            </a:r>
            <a:r>
              <a:rPr lang="zh-CN" altLang="en-US" dirty="0"/>
              <a:t>。</a:t>
            </a:r>
            <a:endParaRPr lang="en-US" altLang="zh-CN" dirty="0"/>
          </a:p>
          <a:p>
            <a:r>
              <a:rPr lang="zh-CN" altLang="en-US" dirty="0"/>
              <a:t>（</a:t>
            </a:r>
            <a:r>
              <a:rPr lang="en-US" altLang="zh-CN" dirty="0"/>
              <a:t>4</a:t>
            </a:r>
            <a:r>
              <a:rPr lang="zh-CN" altLang="en-US" dirty="0"/>
              <a:t>）</a:t>
            </a:r>
            <a:r>
              <a:rPr lang="zh-CN" altLang="en-US" dirty="0">
                <a:solidFill>
                  <a:srgbClr val="000000"/>
                </a:solidFill>
                <a:latin typeface="微软雅黑" panose="020B0503020204020204" pitchFamily="34" charset="-122"/>
                <a:sym typeface="微软雅黑" panose="020B0503020204020204" pitchFamily="34" charset="-122"/>
              </a:rPr>
              <a:t>释放出队元素</a:t>
            </a:r>
            <a:r>
              <a:rPr lang="en-US" altLang="zh-CN" b="1" dirty="0">
                <a:solidFill>
                  <a:srgbClr val="000000"/>
                </a:solidFill>
                <a:latin typeface="Courier New" panose="02070309020205020404" pitchFamily="49" charset="0"/>
                <a:cs typeface="Courier New" panose="02070309020205020404" pitchFamily="49" charset="0"/>
                <a:sym typeface="微软雅黑" panose="020B0503020204020204" pitchFamily="34" charset="-122"/>
              </a:rPr>
              <a:t>p</a:t>
            </a:r>
            <a:r>
              <a:rPr lang="zh-CN" altLang="en-US" dirty="0">
                <a:solidFill>
                  <a:srgbClr val="000000"/>
                </a:solidFill>
                <a:latin typeface="微软雅黑" panose="020B0503020204020204" pitchFamily="34" charset="-122"/>
                <a:sym typeface="微软雅黑" panose="020B0503020204020204" pitchFamily="34" charset="-122"/>
              </a:rPr>
              <a:t>结点，返回</a:t>
            </a:r>
            <a:r>
              <a:rPr lang="en-US" altLang="zh-CN" b="1" dirty="0">
                <a:solidFill>
                  <a:srgbClr val="000000"/>
                </a:solidFill>
                <a:latin typeface="Courier New" panose="02070309020205020404" pitchFamily="49" charset="0"/>
                <a:cs typeface="Courier New" panose="02070309020205020404" pitchFamily="49" charset="0"/>
                <a:sym typeface="微软雅黑" panose="020B0503020204020204" pitchFamily="34" charset="-122"/>
              </a:rPr>
              <a:t>e</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p>
        </p:txBody>
      </p:sp>
      <p:sp>
        <p:nvSpPr>
          <p:cNvPr id="14" name="文本框 13">
            <a:extLst>
              <a:ext uri="{FF2B5EF4-FFF2-40B4-BE49-F238E27FC236}">
                <a16:creationId xmlns:a16="http://schemas.microsoft.com/office/drawing/2014/main" id="{FC1630C5-3E1B-DBBC-CC1A-227034B191FD}"/>
              </a:ext>
            </a:extLst>
          </p:cNvPr>
          <p:cNvSpPr txBox="1"/>
          <p:nvPr/>
        </p:nvSpPr>
        <p:spPr>
          <a:xfrm>
            <a:off x="8456969" y="3982566"/>
            <a:ext cx="3342898" cy="1200329"/>
          </a:xfrm>
          <a:prstGeom prst="rect">
            <a:avLst/>
          </a:prstGeom>
          <a:noFill/>
        </p:spPr>
        <p:txBody>
          <a:bodyPr wrap="square">
            <a:spAutoFit/>
          </a:bodyPr>
          <a:lstStyle/>
          <a:p>
            <a:r>
              <a:rPr lang="zh-CN" altLang="en-US" b="1" dirty="0">
                <a:solidFill>
                  <a:srgbClr val="C00000"/>
                </a:solidFill>
                <a:effectLst>
                  <a:outerShdw blurRad="38100" dist="38100" dir="2700000" algn="tl">
                    <a:srgbClr val="000000">
                      <a:alpha val="43137"/>
                    </a:srgbClr>
                  </a:outerShdw>
                </a:effectLst>
                <a:latin typeface="+mj-ea"/>
                <a:ea typeface="+mj-ea"/>
              </a:rPr>
              <a:t>情形</a:t>
            </a:r>
            <a:r>
              <a:rPr lang="en-US" altLang="zh-CN" b="1" dirty="0">
                <a:solidFill>
                  <a:srgbClr val="C00000"/>
                </a:solidFill>
                <a:effectLst>
                  <a:outerShdw blurRad="38100" dist="38100" dir="2700000" algn="tl">
                    <a:srgbClr val="000000">
                      <a:alpha val="43137"/>
                    </a:srgbClr>
                  </a:outerShdw>
                </a:effectLst>
                <a:latin typeface="+mj-ea"/>
                <a:ea typeface="+mj-ea"/>
              </a:rPr>
              <a:t>3</a:t>
            </a:r>
            <a:r>
              <a:rPr lang="zh-CN" altLang="en-US" b="1" dirty="0">
                <a:solidFill>
                  <a:srgbClr val="C00000"/>
                </a:solidFill>
                <a:effectLst>
                  <a:outerShdw blurRad="38100" dist="38100" dir="2700000" algn="tl">
                    <a:srgbClr val="000000">
                      <a:alpha val="43137"/>
                    </a:srgbClr>
                  </a:outerShdw>
                </a:effectLst>
                <a:latin typeface="+mj-ea"/>
                <a:ea typeface="+mj-ea"/>
              </a:rPr>
              <a:t>：</a:t>
            </a:r>
            <a:r>
              <a:rPr lang="zh-CN" altLang="en-US" dirty="0"/>
              <a:t>队列长度为</a:t>
            </a:r>
            <a:r>
              <a:rPr lang="en-US" altLang="zh-CN" b="1" dirty="0">
                <a:latin typeface="Courier New" panose="02070309020205020404" pitchFamily="49" charset="0"/>
                <a:cs typeface="Courier New" panose="02070309020205020404" pitchFamily="49" charset="0"/>
              </a:rPr>
              <a:t>1</a:t>
            </a:r>
          </a:p>
          <a:p>
            <a:r>
              <a:rPr lang="zh-CN" altLang="en-US" dirty="0"/>
              <a:t>（</a:t>
            </a:r>
            <a:r>
              <a:rPr lang="en-US" altLang="zh-CN" dirty="0"/>
              <a:t>1</a:t>
            </a:r>
            <a:r>
              <a:rPr lang="zh-CN" altLang="en-US" dirty="0"/>
              <a:t>）执行</a:t>
            </a:r>
            <a:r>
              <a:rPr lang="zh-CN" altLang="en-US" b="1" dirty="0">
                <a:solidFill>
                  <a:srgbClr val="C00000"/>
                </a:solidFill>
              </a:rPr>
              <a:t>情形</a:t>
            </a:r>
            <a:r>
              <a:rPr lang="en-US" altLang="zh-CN" b="1" dirty="0">
                <a:solidFill>
                  <a:srgbClr val="C00000"/>
                </a:solidFill>
              </a:rPr>
              <a:t>2</a:t>
            </a:r>
            <a:r>
              <a:rPr lang="zh-CN" altLang="en-US" dirty="0"/>
              <a:t>的前</a:t>
            </a:r>
            <a:r>
              <a:rPr lang="en-US" altLang="zh-CN" dirty="0"/>
              <a:t>3</a:t>
            </a:r>
            <a:r>
              <a:rPr lang="zh-CN" altLang="en-US" dirty="0"/>
              <a:t>步。</a:t>
            </a:r>
            <a:endParaRPr lang="en-US" altLang="zh-CN" dirty="0"/>
          </a:p>
          <a:p>
            <a:r>
              <a:rPr lang="zh-CN" altLang="en-US" dirty="0"/>
              <a:t>（</a:t>
            </a:r>
            <a:r>
              <a:rPr lang="en-US" altLang="zh-CN" dirty="0"/>
              <a:t>2</a:t>
            </a:r>
            <a:r>
              <a:rPr lang="zh-CN" altLang="en-US" dirty="0"/>
              <a:t>）</a:t>
            </a:r>
            <a:r>
              <a:rPr lang="zh-CN" altLang="en-US" dirty="0">
                <a:solidFill>
                  <a:srgbClr val="000000"/>
                </a:solidFill>
                <a:latin typeface="微软雅黑" panose="020B0503020204020204" pitchFamily="34" charset="-122"/>
                <a:sym typeface="微软雅黑" panose="020B0503020204020204" pitchFamily="34" charset="-122"/>
              </a:rPr>
              <a:t>置队尾指针也指向头结点</a:t>
            </a:r>
            <a:endParaRPr lang="en-US" altLang="zh-CN" dirty="0">
              <a:solidFill>
                <a:srgbClr val="000000"/>
              </a:solidFill>
              <a:latin typeface="微软雅黑" panose="020B0503020204020204" pitchFamily="34" charset="-122"/>
              <a:sym typeface="微软雅黑" panose="020B0503020204020204" pitchFamily="34" charset="-122"/>
            </a:endParaRPr>
          </a:p>
          <a:p>
            <a:r>
              <a:rPr lang="zh-CN" altLang="en-US" dirty="0">
                <a:sym typeface="微软雅黑" panose="020B0503020204020204" pitchFamily="34" charset="-122"/>
              </a:rPr>
              <a:t>（</a:t>
            </a:r>
            <a:r>
              <a:rPr lang="en-US" altLang="zh-CN" dirty="0">
                <a:sym typeface="微软雅黑" panose="020B0503020204020204" pitchFamily="34" charset="-122"/>
              </a:rPr>
              <a:t>3</a:t>
            </a:r>
            <a:r>
              <a:rPr lang="zh-CN" altLang="en-US" dirty="0">
                <a:sym typeface="微软雅黑" panose="020B0503020204020204" pitchFamily="34" charset="-122"/>
              </a:rPr>
              <a:t>）同</a:t>
            </a:r>
            <a:r>
              <a:rPr lang="zh-CN" altLang="en-US" b="1" dirty="0">
                <a:solidFill>
                  <a:srgbClr val="C00000"/>
                </a:solidFill>
                <a:sym typeface="微软雅黑" panose="020B0503020204020204" pitchFamily="34" charset="-122"/>
              </a:rPr>
              <a:t>情形</a:t>
            </a:r>
            <a:r>
              <a:rPr lang="en-US" altLang="zh-CN" b="1" dirty="0">
                <a:solidFill>
                  <a:srgbClr val="C00000"/>
                </a:solidFill>
                <a:sym typeface="微软雅黑" panose="020B0503020204020204" pitchFamily="34" charset="-122"/>
              </a:rPr>
              <a:t>2</a:t>
            </a:r>
            <a:r>
              <a:rPr lang="zh-CN" altLang="en-US" dirty="0">
                <a:sym typeface="微软雅黑" panose="020B0503020204020204" pitchFamily="34" charset="-122"/>
              </a:rPr>
              <a:t>的第</a:t>
            </a:r>
            <a:r>
              <a:rPr lang="en-US" altLang="zh-CN" dirty="0">
                <a:sym typeface="微软雅黑" panose="020B0503020204020204" pitchFamily="34" charset="-122"/>
              </a:rPr>
              <a:t>4</a:t>
            </a:r>
            <a:r>
              <a:rPr lang="zh-CN" altLang="en-US" dirty="0">
                <a:sym typeface="微软雅黑" panose="020B0503020204020204" pitchFamily="34" charset="-122"/>
              </a:rPr>
              <a:t>步</a:t>
            </a:r>
            <a:endParaRPr lang="zh-CN" altLang="en-US" dirty="0"/>
          </a:p>
        </p:txBody>
      </p:sp>
      <p:grpSp>
        <p:nvGrpSpPr>
          <p:cNvPr id="15" name="组合 14">
            <a:extLst>
              <a:ext uri="{FF2B5EF4-FFF2-40B4-BE49-F238E27FC236}">
                <a16:creationId xmlns:a16="http://schemas.microsoft.com/office/drawing/2014/main" id="{5C42AA17-7BBB-44FF-92AA-0F8C9CE23B4E}"/>
              </a:ext>
            </a:extLst>
          </p:cNvPr>
          <p:cNvGrpSpPr/>
          <p:nvPr/>
        </p:nvGrpSpPr>
        <p:grpSpPr>
          <a:xfrm>
            <a:off x="5318799" y="5949409"/>
            <a:ext cx="596900" cy="314227"/>
            <a:chOff x="1745372" y="572988"/>
            <a:chExt cx="596900" cy="314227"/>
          </a:xfrm>
        </p:grpSpPr>
        <p:sp>
          <p:nvSpPr>
            <p:cNvPr id="67" name="Rectangle 9">
              <a:extLst>
                <a:ext uri="{FF2B5EF4-FFF2-40B4-BE49-F238E27FC236}">
                  <a16:creationId xmlns:a16="http://schemas.microsoft.com/office/drawing/2014/main" id="{0CB04C83-59F3-46CB-792C-8B9A33EB7C94}"/>
                </a:ext>
              </a:extLst>
            </p:cNvPr>
            <p:cNvSpPr>
              <a:spLocks noChangeArrowheads="1"/>
            </p:cNvSpPr>
            <p:nvPr/>
          </p:nvSpPr>
          <p:spPr bwMode="auto">
            <a:xfrm>
              <a:off x="1745372" y="572988"/>
              <a:ext cx="596900" cy="314227"/>
            </a:xfrm>
            <a:prstGeom prst="rect">
              <a:avLst/>
            </a:prstGeom>
            <a:solidFill>
              <a:srgbClr val="CCFFCC"/>
            </a:solid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t>a</a:t>
              </a:r>
              <a:r>
                <a:rPr lang="en-US" altLang="zh-CN" sz="2000" b="1" baseline="-25000" dirty="0"/>
                <a:t>1</a:t>
              </a:r>
              <a:endParaRPr lang="en-US" altLang="zh-CN" sz="2000" dirty="0"/>
            </a:p>
          </p:txBody>
        </p:sp>
        <p:sp>
          <p:nvSpPr>
            <p:cNvPr id="68" name="Line 10">
              <a:extLst>
                <a:ext uri="{FF2B5EF4-FFF2-40B4-BE49-F238E27FC236}">
                  <a16:creationId xmlns:a16="http://schemas.microsoft.com/office/drawing/2014/main" id="{01790AE9-54F5-F0E3-2A89-90D5DACFA347}"/>
                </a:ext>
              </a:extLst>
            </p:cNvPr>
            <p:cNvSpPr>
              <a:spLocks noChangeShapeType="1"/>
            </p:cNvSpPr>
            <p:nvPr/>
          </p:nvSpPr>
          <p:spPr bwMode="auto">
            <a:xfrm>
              <a:off x="2111041" y="572988"/>
              <a:ext cx="0" cy="314227"/>
            </a:xfrm>
            <a:prstGeom prst="line">
              <a:avLst/>
            </a:prstGeom>
            <a:noFill/>
            <a:ln w="1905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p>
          </p:txBody>
        </p:sp>
      </p:grpSp>
      <p:cxnSp>
        <p:nvCxnSpPr>
          <p:cNvPr id="16" name="直接箭头连接符 15">
            <a:extLst>
              <a:ext uri="{FF2B5EF4-FFF2-40B4-BE49-F238E27FC236}">
                <a16:creationId xmlns:a16="http://schemas.microsoft.com/office/drawing/2014/main" id="{9EAC9C48-83EA-6601-2617-813489B0C800}"/>
              </a:ext>
            </a:extLst>
          </p:cNvPr>
          <p:cNvCxnSpPr>
            <a:cxnSpLocks/>
          </p:cNvCxnSpPr>
          <p:nvPr/>
        </p:nvCxnSpPr>
        <p:spPr>
          <a:xfrm>
            <a:off x="5799176" y="6106523"/>
            <a:ext cx="419520" cy="13918"/>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B8D1A175-3F9E-03AF-425B-B789635E6A7A}"/>
              </a:ext>
            </a:extLst>
          </p:cNvPr>
          <p:cNvGrpSpPr/>
          <p:nvPr/>
        </p:nvGrpSpPr>
        <p:grpSpPr>
          <a:xfrm>
            <a:off x="5382748" y="5442255"/>
            <a:ext cx="141064" cy="513062"/>
            <a:chOff x="1945020" y="773062"/>
            <a:chExt cx="141064" cy="513062"/>
          </a:xfrm>
        </p:grpSpPr>
        <p:cxnSp>
          <p:nvCxnSpPr>
            <p:cNvPr id="61" name="直接箭头连接符 60">
              <a:extLst>
                <a:ext uri="{FF2B5EF4-FFF2-40B4-BE49-F238E27FC236}">
                  <a16:creationId xmlns:a16="http://schemas.microsoft.com/office/drawing/2014/main" id="{ED831D9B-B379-E6D9-C372-35E5D02F6566}"/>
                </a:ext>
              </a:extLst>
            </p:cNvPr>
            <p:cNvCxnSpPr>
              <a:cxnSpLocks/>
            </p:cNvCxnSpPr>
            <p:nvPr/>
          </p:nvCxnSpPr>
          <p:spPr>
            <a:xfrm>
              <a:off x="2057999" y="1035921"/>
              <a:ext cx="0" cy="250203"/>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62" name="文本框 33">
              <a:extLst>
                <a:ext uri="{FF2B5EF4-FFF2-40B4-BE49-F238E27FC236}">
                  <a16:creationId xmlns:a16="http://schemas.microsoft.com/office/drawing/2014/main" id="{4FAD5848-1163-5D38-3AB1-CBBD434AD50F}"/>
                </a:ext>
              </a:extLst>
            </p:cNvPr>
            <p:cNvSpPr txBox="1"/>
            <p:nvPr/>
          </p:nvSpPr>
          <p:spPr>
            <a:xfrm>
              <a:off x="1945020" y="773062"/>
              <a:ext cx="141064" cy="276999"/>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chemeClr val="accent2">
                      <a:lumMod val="50000"/>
                    </a:schemeClr>
                  </a:solidFill>
                  <a:latin typeface="Arial" panose="020B0604020202020204" pitchFamily="34" charset="0"/>
                  <a:cs typeface="Arial" panose="020B0604020202020204" pitchFamily="34" charset="0"/>
                </a:rPr>
                <a:t>p</a:t>
              </a:r>
              <a:endParaRPr lang="zh-CN" altLang="en-US" b="1" dirty="0">
                <a:solidFill>
                  <a:schemeClr val="accent2">
                    <a:lumMod val="50000"/>
                  </a:schemeClr>
                </a:solidFill>
                <a:latin typeface="Arial" panose="020B0604020202020204" pitchFamily="34" charset="0"/>
                <a:cs typeface="Arial" panose="020B0604020202020204" pitchFamily="34" charset="0"/>
              </a:endParaRPr>
            </a:p>
          </p:txBody>
        </p:sp>
      </p:grpSp>
      <p:grpSp>
        <p:nvGrpSpPr>
          <p:cNvPr id="102" name="组合 101">
            <a:extLst>
              <a:ext uri="{FF2B5EF4-FFF2-40B4-BE49-F238E27FC236}">
                <a16:creationId xmlns:a16="http://schemas.microsoft.com/office/drawing/2014/main" id="{321D44A9-5223-BAA7-4945-9C861825279E}"/>
              </a:ext>
            </a:extLst>
          </p:cNvPr>
          <p:cNvGrpSpPr/>
          <p:nvPr/>
        </p:nvGrpSpPr>
        <p:grpSpPr>
          <a:xfrm>
            <a:off x="2878974" y="5887535"/>
            <a:ext cx="5277065" cy="717955"/>
            <a:chOff x="2878974" y="5887535"/>
            <a:chExt cx="5277065" cy="717955"/>
          </a:xfrm>
        </p:grpSpPr>
        <p:grpSp>
          <p:nvGrpSpPr>
            <p:cNvPr id="17" name="组合 16">
              <a:extLst>
                <a:ext uri="{FF2B5EF4-FFF2-40B4-BE49-F238E27FC236}">
                  <a16:creationId xmlns:a16="http://schemas.microsoft.com/office/drawing/2014/main" id="{DC5C5E0A-730B-1130-85B0-59374151D766}"/>
                </a:ext>
              </a:extLst>
            </p:cNvPr>
            <p:cNvGrpSpPr/>
            <p:nvPr/>
          </p:nvGrpSpPr>
          <p:grpSpPr>
            <a:xfrm>
              <a:off x="6218696" y="5949944"/>
              <a:ext cx="596900" cy="314227"/>
              <a:chOff x="1745372" y="572988"/>
              <a:chExt cx="596900" cy="314227"/>
            </a:xfrm>
          </p:grpSpPr>
          <p:sp>
            <p:nvSpPr>
              <p:cNvPr id="65" name="Rectangle 9">
                <a:extLst>
                  <a:ext uri="{FF2B5EF4-FFF2-40B4-BE49-F238E27FC236}">
                    <a16:creationId xmlns:a16="http://schemas.microsoft.com/office/drawing/2014/main" id="{2EDFDBA7-9D74-F470-EA94-02366B9387FA}"/>
                  </a:ext>
                </a:extLst>
              </p:cNvPr>
              <p:cNvSpPr>
                <a:spLocks noChangeArrowheads="1"/>
              </p:cNvSpPr>
              <p:nvPr/>
            </p:nvSpPr>
            <p:spPr bwMode="auto">
              <a:xfrm>
                <a:off x="1745372" y="572988"/>
                <a:ext cx="596900" cy="314227"/>
              </a:xfrm>
              <a:prstGeom prst="rect">
                <a:avLst/>
              </a:prstGeom>
              <a:solidFill>
                <a:srgbClr val="CCFFCC"/>
              </a:solid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t>a</a:t>
                </a:r>
                <a:r>
                  <a:rPr lang="en-US" altLang="zh-CN" sz="2000" b="1" baseline="-25000" dirty="0">
                    <a:solidFill>
                      <a:srgbClr val="006666"/>
                    </a:solidFill>
                  </a:rPr>
                  <a:t>2</a:t>
                </a:r>
                <a:endParaRPr lang="en-US" altLang="zh-CN" sz="2000" dirty="0"/>
              </a:p>
            </p:txBody>
          </p:sp>
          <p:sp>
            <p:nvSpPr>
              <p:cNvPr id="66" name="Line 10">
                <a:extLst>
                  <a:ext uri="{FF2B5EF4-FFF2-40B4-BE49-F238E27FC236}">
                    <a16:creationId xmlns:a16="http://schemas.microsoft.com/office/drawing/2014/main" id="{3CA7375B-C7F1-A673-2129-B5BE7F610A96}"/>
                  </a:ext>
                </a:extLst>
              </p:cNvPr>
              <p:cNvSpPr>
                <a:spLocks noChangeShapeType="1"/>
              </p:cNvSpPr>
              <p:nvPr/>
            </p:nvSpPr>
            <p:spPr bwMode="auto">
              <a:xfrm>
                <a:off x="2111041" y="572988"/>
                <a:ext cx="0" cy="314227"/>
              </a:xfrm>
              <a:prstGeom prst="line">
                <a:avLst/>
              </a:prstGeom>
              <a:noFill/>
              <a:ln w="1905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p>
            </p:txBody>
          </p:sp>
        </p:grpSp>
        <p:cxnSp>
          <p:nvCxnSpPr>
            <p:cNvPr id="18" name="直接箭头连接符 17">
              <a:extLst>
                <a:ext uri="{FF2B5EF4-FFF2-40B4-BE49-F238E27FC236}">
                  <a16:creationId xmlns:a16="http://schemas.microsoft.com/office/drawing/2014/main" id="{725D1BBF-2BE2-68FB-791D-58AAAE4866BB}"/>
                </a:ext>
              </a:extLst>
            </p:cNvPr>
            <p:cNvCxnSpPr>
              <a:cxnSpLocks/>
              <a:endCxn id="59" idx="1"/>
            </p:cNvCxnSpPr>
            <p:nvPr/>
          </p:nvCxnSpPr>
          <p:spPr>
            <a:xfrm>
              <a:off x="3933494" y="6103699"/>
              <a:ext cx="523564" cy="8627"/>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4D73B9A-CD6A-D2FB-F36D-8A549691A70C}"/>
                </a:ext>
              </a:extLst>
            </p:cNvPr>
            <p:cNvCxnSpPr>
              <a:cxnSpLocks/>
            </p:cNvCxnSpPr>
            <p:nvPr/>
          </p:nvCxnSpPr>
          <p:spPr>
            <a:xfrm>
              <a:off x="6716582" y="6101138"/>
              <a:ext cx="300625" cy="0"/>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71733D74-D651-7481-C67B-54ECCE55D4D2}"/>
                </a:ext>
              </a:extLst>
            </p:cNvPr>
            <p:cNvCxnSpPr>
              <a:cxnSpLocks/>
            </p:cNvCxnSpPr>
            <p:nvPr/>
          </p:nvCxnSpPr>
          <p:spPr>
            <a:xfrm>
              <a:off x="7320204" y="6102489"/>
              <a:ext cx="238935" cy="788"/>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B29D30D4-93C0-39B4-D886-F22FB8F725EB}"/>
                </a:ext>
              </a:extLst>
            </p:cNvPr>
            <p:cNvGrpSpPr/>
            <p:nvPr/>
          </p:nvGrpSpPr>
          <p:grpSpPr>
            <a:xfrm>
              <a:off x="7559139" y="5952080"/>
              <a:ext cx="596900" cy="314227"/>
              <a:chOff x="1745372" y="572988"/>
              <a:chExt cx="596900" cy="314227"/>
            </a:xfrm>
          </p:grpSpPr>
          <p:sp>
            <p:nvSpPr>
              <p:cNvPr id="63" name="Rectangle 9">
                <a:extLst>
                  <a:ext uri="{FF2B5EF4-FFF2-40B4-BE49-F238E27FC236}">
                    <a16:creationId xmlns:a16="http://schemas.microsoft.com/office/drawing/2014/main" id="{B1EC8145-7BD3-6191-756C-5E875AE76A26}"/>
                  </a:ext>
                </a:extLst>
              </p:cNvPr>
              <p:cNvSpPr>
                <a:spLocks noChangeArrowheads="1"/>
              </p:cNvSpPr>
              <p:nvPr/>
            </p:nvSpPr>
            <p:spPr bwMode="auto">
              <a:xfrm>
                <a:off x="1745372" y="572988"/>
                <a:ext cx="596900" cy="314227"/>
              </a:xfrm>
              <a:prstGeom prst="rect">
                <a:avLst/>
              </a:prstGeom>
              <a:solidFill>
                <a:srgbClr val="CCFFCC"/>
              </a:solid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t>a</a:t>
                </a:r>
                <a:r>
                  <a:rPr lang="en-US" altLang="zh-CN" sz="2000" b="1" baseline="-25000" dirty="0">
                    <a:solidFill>
                      <a:srgbClr val="006666"/>
                    </a:solidFill>
                  </a:rPr>
                  <a:t>n</a:t>
                </a:r>
                <a:endParaRPr lang="en-US" altLang="zh-CN" sz="2000" dirty="0"/>
              </a:p>
            </p:txBody>
          </p:sp>
          <p:sp>
            <p:nvSpPr>
              <p:cNvPr id="64" name="Line 10">
                <a:extLst>
                  <a:ext uri="{FF2B5EF4-FFF2-40B4-BE49-F238E27FC236}">
                    <a16:creationId xmlns:a16="http://schemas.microsoft.com/office/drawing/2014/main" id="{9C614FDA-C1E4-A97F-9F3C-0525D8977CD8}"/>
                  </a:ext>
                </a:extLst>
              </p:cNvPr>
              <p:cNvSpPr>
                <a:spLocks noChangeShapeType="1"/>
              </p:cNvSpPr>
              <p:nvPr/>
            </p:nvSpPr>
            <p:spPr bwMode="auto">
              <a:xfrm>
                <a:off x="2111041" y="572988"/>
                <a:ext cx="0" cy="314227"/>
              </a:xfrm>
              <a:prstGeom prst="line">
                <a:avLst/>
              </a:prstGeom>
              <a:noFill/>
              <a:ln w="1905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23" name="Text Box 62">
              <a:extLst>
                <a:ext uri="{FF2B5EF4-FFF2-40B4-BE49-F238E27FC236}">
                  <a16:creationId xmlns:a16="http://schemas.microsoft.com/office/drawing/2014/main" id="{D207E4D2-2ACE-BC8A-1152-9674CF703413}"/>
                </a:ext>
              </a:extLst>
            </p:cNvPr>
            <p:cNvSpPr txBox="1">
              <a:spLocks noChangeArrowheads="1"/>
            </p:cNvSpPr>
            <p:nvPr/>
          </p:nvSpPr>
          <p:spPr bwMode="auto">
            <a:xfrm>
              <a:off x="7960993" y="5980166"/>
              <a:ext cx="14908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FF0000"/>
                  </a:solidFill>
                  <a:latin typeface="Arial Rounded MT Bold" panose="020F0704030504030204" pitchFamily="34" charset="0"/>
                </a:rPr>
                <a:t>∧</a:t>
              </a:r>
              <a:endParaRPr lang="en-US" altLang="zh-CN" sz="1600" dirty="0">
                <a:solidFill>
                  <a:srgbClr val="FF0000"/>
                </a:solidFill>
                <a:latin typeface="Arial Rounded MT Bold" panose="020F0704030504030204" pitchFamily="34" charset="0"/>
              </a:endParaRPr>
            </a:p>
          </p:txBody>
        </p:sp>
        <p:grpSp>
          <p:nvGrpSpPr>
            <p:cNvPr id="100" name="组合 99">
              <a:extLst>
                <a:ext uri="{FF2B5EF4-FFF2-40B4-BE49-F238E27FC236}">
                  <a16:creationId xmlns:a16="http://schemas.microsoft.com/office/drawing/2014/main" id="{7BEB1979-D48E-C6F1-3D46-B631E25E4035}"/>
                </a:ext>
              </a:extLst>
            </p:cNvPr>
            <p:cNvGrpSpPr/>
            <p:nvPr/>
          </p:nvGrpSpPr>
          <p:grpSpPr>
            <a:xfrm>
              <a:off x="2878974" y="5887535"/>
              <a:ext cx="1181099" cy="717955"/>
              <a:chOff x="2878974" y="5887535"/>
              <a:chExt cx="1181099" cy="717955"/>
            </a:xfrm>
          </p:grpSpPr>
          <p:sp>
            <p:nvSpPr>
              <p:cNvPr id="19" name="Text Box 61">
                <a:extLst>
                  <a:ext uri="{FF2B5EF4-FFF2-40B4-BE49-F238E27FC236}">
                    <a16:creationId xmlns:a16="http://schemas.microsoft.com/office/drawing/2014/main" id="{57E12AB4-E900-6763-5786-8E0CF8C3DF3C}"/>
                  </a:ext>
                </a:extLst>
              </p:cNvPr>
              <p:cNvSpPr txBox="1">
                <a:spLocks noChangeArrowheads="1"/>
              </p:cNvSpPr>
              <p:nvPr/>
            </p:nvSpPr>
            <p:spPr bwMode="auto">
              <a:xfrm>
                <a:off x="3189236" y="6172724"/>
                <a:ext cx="184731" cy="33855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1600" dirty="0">
                  <a:solidFill>
                    <a:srgbClr val="FF0000"/>
                  </a:solidFill>
                  <a:latin typeface="Arial" panose="020B0604020202020204" pitchFamily="34" charset="0"/>
                  <a:cs typeface="Arial" panose="020B0604020202020204" pitchFamily="34" charset="0"/>
                </a:endParaRPr>
              </a:p>
            </p:txBody>
          </p:sp>
          <p:sp>
            <p:nvSpPr>
              <p:cNvPr id="25" name="Rectangle 19">
                <a:extLst>
                  <a:ext uri="{FF2B5EF4-FFF2-40B4-BE49-F238E27FC236}">
                    <a16:creationId xmlns:a16="http://schemas.microsoft.com/office/drawing/2014/main" id="{C95EB9D3-9516-796C-F4DF-7637A6037FCC}"/>
                  </a:ext>
                </a:extLst>
              </p:cNvPr>
              <p:cNvSpPr>
                <a:spLocks noChangeArrowheads="1"/>
              </p:cNvSpPr>
              <p:nvPr/>
            </p:nvSpPr>
            <p:spPr bwMode="auto">
              <a:xfrm>
                <a:off x="3699458" y="5887535"/>
                <a:ext cx="360615" cy="348210"/>
              </a:xfrm>
              <a:prstGeom prst="rect">
                <a:avLst/>
              </a:prstGeom>
              <a:solidFill>
                <a:schemeClr val="tx2">
                  <a:lumMod val="10000"/>
                  <a:lumOff val="90000"/>
                </a:schemeClr>
              </a:solid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p>
            </p:txBody>
          </p:sp>
          <p:sp>
            <p:nvSpPr>
              <p:cNvPr id="26" name="Rectangle 20">
                <a:extLst>
                  <a:ext uri="{FF2B5EF4-FFF2-40B4-BE49-F238E27FC236}">
                    <a16:creationId xmlns:a16="http://schemas.microsoft.com/office/drawing/2014/main" id="{BD75F8A0-D54C-C073-AD7E-829B19FE9558}"/>
                  </a:ext>
                </a:extLst>
              </p:cNvPr>
              <p:cNvSpPr>
                <a:spLocks noChangeArrowheads="1"/>
              </p:cNvSpPr>
              <p:nvPr/>
            </p:nvSpPr>
            <p:spPr bwMode="auto">
              <a:xfrm>
                <a:off x="3699458" y="6232152"/>
                <a:ext cx="360615" cy="361051"/>
              </a:xfrm>
              <a:prstGeom prst="rect">
                <a:avLst/>
              </a:prstGeom>
              <a:solidFill>
                <a:schemeClr val="tx2">
                  <a:lumMod val="10000"/>
                  <a:lumOff val="90000"/>
                </a:schemeClr>
              </a:solid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p>
            </p:txBody>
          </p:sp>
          <p:sp>
            <p:nvSpPr>
              <p:cNvPr id="27" name="Text Box 23">
                <a:extLst>
                  <a:ext uri="{FF2B5EF4-FFF2-40B4-BE49-F238E27FC236}">
                    <a16:creationId xmlns:a16="http://schemas.microsoft.com/office/drawing/2014/main" id="{208D6D51-6D35-5091-74F6-387872F692A7}"/>
                  </a:ext>
                </a:extLst>
              </p:cNvPr>
              <p:cNvSpPr txBox="1">
                <a:spLocks noChangeArrowheads="1"/>
              </p:cNvSpPr>
              <p:nvPr/>
            </p:nvSpPr>
            <p:spPr bwMode="auto">
              <a:xfrm>
                <a:off x="2878974" y="5910684"/>
                <a:ext cx="871506" cy="694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front</a:t>
                </a:r>
              </a:p>
              <a:p>
                <a:pPr algn="r">
                  <a:lnSpc>
                    <a:spcPct val="110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rear</a:t>
                </a:r>
              </a:p>
            </p:txBody>
          </p:sp>
        </p:grpSp>
        <p:cxnSp>
          <p:nvCxnSpPr>
            <p:cNvPr id="28" name="直接箭头连接符 27">
              <a:extLst>
                <a:ext uri="{FF2B5EF4-FFF2-40B4-BE49-F238E27FC236}">
                  <a16:creationId xmlns:a16="http://schemas.microsoft.com/office/drawing/2014/main" id="{E2188F62-5CDD-0049-B61D-771B8F51C590}"/>
                </a:ext>
              </a:extLst>
            </p:cNvPr>
            <p:cNvCxnSpPr>
              <a:cxnSpLocks/>
            </p:cNvCxnSpPr>
            <p:nvPr/>
          </p:nvCxnSpPr>
          <p:spPr>
            <a:xfrm>
              <a:off x="3879765" y="6439041"/>
              <a:ext cx="3977824" cy="15210"/>
            </a:xfrm>
            <a:prstGeom prst="straightConnector1">
              <a:avLst/>
            </a:prstGeom>
            <a:ln w="19050">
              <a:headEnd type="oval"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42820FCF-B555-F848-E697-CE73DB71301C}"/>
                </a:ext>
              </a:extLst>
            </p:cNvPr>
            <p:cNvCxnSpPr>
              <a:cxnSpLocks/>
            </p:cNvCxnSpPr>
            <p:nvPr/>
          </p:nvCxnSpPr>
          <p:spPr>
            <a:xfrm flipV="1">
              <a:off x="7857589" y="6266307"/>
              <a:ext cx="0" cy="193476"/>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54" name="Text Box 15">
              <a:extLst>
                <a:ext uri="{FF2B5EF4-FFF2-40B4-BE49-F238E27FC236}">
                  <a16:creationId xmlns:a16="http://schemas.microsoft.com/office/drawing/2014/main" id="{B69AD789-0A3E-E0F4-3CCF-B6B47738550F}"/>
                </a:ext>
              </a:extLst>
            </p:cNvPr>
            <p:cNvSpPr txBox="1">
              <a:spLocks noChangeArrowheads="1"/>
            </p:cNvSpPr>
            <p:nvPr/>
          </p:nvSpPr>
          <p:spPr bwMode="auto">
            <a:xfrm>
              <a:off x="6940062" y="5891264"/>
              <a:ext cx="838200" cy="338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en-US" altLang="zh-CN" sz="1600" b="1" dirty="0"/>
                <a:t>…</a:t>
              </a:r>
            </a:p>
          </p:txBody>
        </p:sp>
        <p:grpSp>
          <p:nvGrpSpPr>
            <p:cNvPr id="56" name="组合 55">
              <a:extLst>
                <a:ext uri="{FF2B5EF4-FFF2-40B4-BE49-F238E27FC236}">
                  <a16:creationId xmlns:a16="http://schemas.microsoft.com/office/drawing/2014/main" id="{81DA2F1C-D364-D3AE-63A4-FD4FDD82B012}"/>
                </a:ext>
              </a:extLst>
            </p:cNvPr>
            <p:cNvGrpSpPr/>
            <p:nvPr/>
          </p:nvGrpSpPr>
          <p:grpSpPr>
            <a:xfrm>
              <a:off x="4457058" y="5955212"/>
              <a:ext cx="596900" cy="314227"/>
              <a:chOff x="1745372" y="572988"/>
              <a:chExt cx="596900" cy="314227"/>
            </a:xfrm>
            <a:solidFill>
              <a:schemeClr val="accent6">
                <a:lumMod val="20000"/>
                <a:lumOff val="80000"/>
              </a:schemeClr>
            </a:solidFill>
          </p:grpSpPr>
          <p:sp>
            <p:nvSpPr>
              <p:cNvPr id="59" name="Rectangle 9">
                <a:extLst>
                  <a:ext uri="{FF2B5EF4-FFF2-40B4-BE49-F238E27FC236}">
                    <a16:creationId xmlns:a16="http://schemas.microsoft.com/office/drawing/2014/main" id="{C55EFF85-D5B8-06C5-7B11-2F69422664EB}"/>
                  </a:ext>
                </a:extLst>
              </p:cNvPr>
              <p:cNvSpPr>
                <a:spLocks noChangeArrowheads="1"/>
              </p:cNvSpPr>
              <p:nvPr/>
            </p:nvSpPr>
            <p:spPr bwMode="auto">
              <a:xfrm>
                <a:off x="1745372" y="572988"/>
                <a:ext cx="596900" cy="314227"/>
              </a:xfrm>
              <a:prstGeom prst="rect">
                <a:avLst/>
              </a:prstGeom>
              <a:grp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1600" dirty="0"/>
              </a:p>
            </p:txBody>
          </p:sp>
          <p:sp>
            <p:nvSpPr>
              <p:cNvPr id="60" name="Line 10">
                <a:extLst>
                  <a:ext uri="{FF2B5EF4-FFF2-40B4-BE49-F238E27FC236}">
                    <a16:creationId xmlns:a16="http://schemas.microsoft.com/office/drawing/2014/main" id="{4FEE9FE2-2D0B-B471-46FE-7A33E4D0B3E4}"/>
                  </a:ext>
                </a:extLst>
              </p:cNvPr>
              <p:cNvSpPr>
                <a:spLocks noChangeShapeType="1"/>
              </p:cNvSpPr>
              <p:nvPr/>
            </p:nvSpPr>
            <p:spPr bwMode="auto">
              <a:xfrm>
                <a:off x="2111041" y="572988"/>
                <a:ext cx="0" cy="314227"/>
              </a:xfrm>
              <a:prstGeom prst="line">
                <a:avLst/>
              </a:prstGeom>
              <a:grpFill/>
              <a:ln w="19050">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p>
            </p:txBody>
          </p:sp>
        </p:grpSp>
      </p:grpSp>
      <p:sp>
        <p:nvSpPr>
          <p:cNvPr id="78" name="任意多边形: 形状 77">
            <a:extLst>
              <a:ext uri="{FF2B5EF4-FFF2-40B4-BE49-F238E27FC236}">
                <a16:creationId xmlns:a16="http://schemas.microsoft.com/office/drawing/2014/main" id="{A5DB4788-5DDD-4992-667C-3A6B82C7767A}"/>
              </a:ext>
            </a:extLst>
          </p:cNvPr>
          <p:cNvSpPr/>
          <p:nvPr/>
        </p:nvSpPr>
        <p:spPr>
          <a:xfrm>
            <a:off x="4916245" y="6131859"/>
            <a:ext cx="1296296" cy="226098"/>
          </a:xfrm>
          <a:custGeom>
            <a:avLst/>
            <a:gdLst>
              <a:gd name="connsiteX0" fmla="*/ 0 w 1296296"/>
              <a:gd name="connsiteY0" fmla="*/ 0 h 226098"/>
              <a:gd name="connsiteX1" fmla="*/ 225910 w 1296296"/>
              <a:gd name="connsiteY1" fmla="*/ 172122 h 226098"/>
              <a:gd name="connsiteX2" fmla="*/ 726141 w 1296296"/>
              <a:gd name="connsiteY2" fmla="*/ 225910 h 226098"/>
              <a:gd name="connsiteX3" fmla="*/ 1075764 w 1296296"/>
              <a:gd name="connsiteY3" fmla="*/ 182880 h 226098"/>
              <a:gd name="connsiteX4" fmla="*/ 1296296 w 1296296"/>
              <a:gd name="connsiteY4" fmla="*/ 21515 h 226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296" h="226098">
                <a:moveTo>
                  <a:pt x="0" y="0"/>
                </a:moveTo>
                <a:cubicBezTo>
                  <a:pt x="52443" y="67235"/>
                  <a:pt x="104887" y="134470"/>
                  <a:pt x="225910" y="172122"/>
                </a:cubicBezTo>
                <a:cubicBezTo>
                  <a:pt x="346933" y="209774"/>
                  <a:pt x="584499" y="224117"/>
                  <a:pt x="726141" y="225910"/>
                </a:cubicBezTo>
                <a:cubicBezTo>
                  <a:pt x="867783" y="227703"/>
                  <a:pt x="980738" y="216946"/>
                  <a:pt x="1075764" y="182880"/>
                </a:cubicBezTo>
                <a:cubicBezTo>
                  <a:pt x="1170790" y="148814"/>
                  <a:pt x="1233543" y="85164"/>
                  <a:pt x="1296296" y="21515"/>
                </a:cubicBezTo>
              </a:path>
            </a:pathLst>
          </a:custGeom>
          <a:noFill/>
          <a:ln>
            <a:solidFill>
              <a:srgbClr val="C00000"/>
            </a:solidFill>
            <a:headEnd type="oval" w="med" len="med"/>
            <a:tailEnd type="triangle" w="med"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7" name="组合 116">
            <a:extLst>
              <a:ext uri="{FF2B5EF4-FFF2-40B4-BE49-F238E27FC236}">
                <a16:creationId xmlns:a16="http://schemas.microsoft.com/office/drawing/2014/main" id="{1E794437-7380-1643-C96E-DD0374330FCB}"/>
              </a:ext>
            </a:extLst>
          </p:cNvPr>
          <p:cNvGrpSpPr/>
          <p:nvPr/>
        </p:nvGrpSpPr>
        <p:grpSpPr>
          <a:xfrm>
            <a:off x="8601132" y="5827116"/>
            <a:ext cx="2124186" cy="717955"/>
            <a:chOff x="8601132" y="5827116"/>
            <a:chExt cx="2124186" cy="717955"/>
          </a:xfrm>
        </p:grpSpPr>
        <p:sp>
          <p:nvSpPr>
            <p:cNvPr id="81" name="Text Box 61">
              <a:extLst>
                <a:ext uri="{FF2B5EF4-FFF2-40B4-BE49-F238E27FC236}">
                  <a16:creationId xmlns:a16="http://schemas.microsoft.com/office/drawing/2014/main" id="{6E886136-D170-3CB4-4EF6-A0D3B85216A8}"/>
                </a:ext>
              </a:extLst>
            </p:cNvPr>
            <p:cNvSpPr txBox="1">
              <a:spLocks noChangeArrowheads="1"/>
            </p:cNvSpPr>
            <p:nvPr/>
          </p:nvSpPr>
          <p:spPr bwMode="auto">
            <a:xfrm>
              <a:off x="8911394" y="6112305"/>
              <a:ext cx="184731" cy="33855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1600" dirty="0">
                <a:solidFill>
                  <a:srgbClr val="FF0000"/>
                </a:solidFill>
                <a:latin typeface="Arial" panose="020B0604020202020204" pitchFamily="34" charset="0"/>
                <a:cs typeface="Arial" panose="020B0604020202020204" pitchFamily="34" charset="0"/>
              </a:endParaRPr>
            </a:p>
          </p:txBody>
        </p:sp>
        <p:sp>
          <p:nvSpPr>
            <p:cNvPr id="82" name="Rectangle 19">
              <a:extLst>
                <a:ext uri="{FF2B5EF4-FFF2-40B4-BE49-F238E27FC236}">
                  <a16:creationId xmlns:a16="http://schemas.microsoft.com/office/drawing/2014/main" id="{8F25C21D-ADF8-82F6-23A5-E75F605D8519}"/>
                </a:ext>
              </a:extLst>
            </p:cNvPr>
            <p:cNvSpPr>
              <a:spLocks noChangeArrowheads="1"/>
            </p:cNvSpPr>
            <p:nvPr/>
          </p:nvSpPr>
          <p:spPr bwMode="auto">
            <a:xfrm>
              <a:off x="9421616" y="5827116"/>
              <a:ext cx="360615" cy="348210"/>
            </a:xfrm>
            <a:prstGeom prst="rect">
              <a:avLst/>
            </a:prstGeom>
            <a:solidFill>
              <a:schemeClr val="tx2">
                <a:lumMod val="10000"/>
                <a:lumOff val="90000"/>
              </a:schemeClr>
            </a:solidFill>
            <a:ln w="19050">
              <a:solidFill>
                <a:srgbClr val="009999"/>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p>
          </p:txBody>
        </p:sp>
        <p:sp>
          <p:nvSpPr>
            <p:cNvPr id="83" name="Rectangle 20">
              <a:extLst>
                <a:ext uri="{FF2B5EF4-FFF2-40B4-BE49-F238E27FC236}">
                  <a16:creationId xmlns:a16="http://schemas.microsoft.com/office/drawing/2014/main" id="{3FECE974-4DD1-E19B-2D51-F7504C259702}"/>
                </a:ext>
              </a:extLst>
            </p:cNvPr>
            <p:cNvSpPr>
              <a:spLocks noChangeArrowheads="1"/>
            </p:cNvSpPr>
            <p:nvPr/>
          </p:nvSpPr>
          <p:spPr bwMode="auto">
            <a:xfrm>
              <a:off x="9421616" y="6171733"/>
              <a:ext cx="360615" cy="361051"/>
            </a:xfrm>
            <a:prstGeom prst="rect">
              <a:avLst/>
            </a:prstGeom>
            <a:solidFill>
              <a:schemeClr val="tx2">
                <a:lumMod val="10000"/>
                <a:lumOff val="90000"/>
              </a:schemeClr>
            </a:solidFill>
            <a:ln w="19050">
              <a:solidFill>
                <a:srgbClr val="009999"/>
              </a:solidFill>
              <a:miter lim="800000"/>
              <a:headEnd/>
              <a:tailEnd/>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p>
          </p:txBody>
        </p:sp>
        <p:sp>
          <p:nvSpPr>
            <p:cNvPr id="84" name="Text Box 23">
              <a:extLst>
                <a:ext uri="{FF2B5EF4-FFF2-40B4-BE49-F238E27FC236}">
                  <a16:creationId xmlns:a16="http://schemas.microsoft.com/office/drawing/2014/main" id="{C9097639-C349-DAB1-5054-6503097AD6BD}"/>
                </a:ext>
              </a:extLst>
            </p:cNvPr>
            <p:cNvSpPr txBox="1">
              <a:spLocks noChangeArrowheads="1"/>
            </p:cNvSpPr>
            <p:nvPr/>
          </p:nvSpPr>
          <p:spPr bwMode="auto">
            <a:xfrm>
              <a:off x="8601132" y="5850265"/>
              <a:ext cx="871506" cy="694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10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front</a:t>
              </a:r>
            </a:p>
            <a:p>
              <a:pPr algn="r">
                <a:lnSpc>
                  <a:spcPct val="110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rear</a:t>
              </a:r>
            </a:p>
          </p:txBody>
        </p:sp>
        <p:grpSp>
          <p:nvGrpSpPr>
            <p:cNvPr id="85" name="组合 84">
              <a:extLst>
                <a:ext uri="{FF2B5EF4-FFF2-40B4-BE49-F238E27FC236}">
                  <a16:creationId xmlns:a16="http://schemas.microsoft.com/office/drawing/2014/main" id="{8C025FDC-D2D9-3BCE-E17A-661552C7452F}"/>
                </a:ext>
              </a:extLst>
            </p:cNvPr>
            <p:cNvGrpSpPr/>
            <p:nvPr/>
          </p:nvGrpSpPr>
          <p:grpSpPr>
            <a:xfrm>
              <a:off x="10128418" y="5903062"/>
              <a:ext cx="596900" cy="314227"/>
              <a:chOff x="1745372" y="572988"/>
              <a:chExt cx="596900" cy="314227"/>
            </a:xfrm>
            <a:solidFill>
              <a:schemeClr val="accent6">
                <a:lumMod val="20000"/>
                <a:lumOff val="80000"/>
              </a:schemeClr>
            </a:solidFill>
          </p:grpSpPr>
          <p:sp>
            <p:nvSpPr>
              <p:cNvPr id="96" name="Rectangle 9">
                <a:extLst>
                  <a:ext uri="{FF2B5EF4-FFF2-40B4-BE49-F238E27FC236}">
                    <a16:creationId xmlns:a16="http://schemas.microsoft.com/office/drawing/2014/main" id="{86571B58-C23D-BBD6-2215-97B3F788FBF3}"/>
                  </a:ext>
                </a:extLst>
              </p:cNvPr>
              <p:cNvSpPr>
                <a:spLocks noChangeArrowheads="1"/>
              </p:cNvSpPr>
              <p:nvPr/>
            </p:nvSpPr>
            <p:spPr bwMode="auto">
              <a:xfrm>
                <a:off x="1745372" y="572988"/>
                <a:ext cx="596900" cy="314227"/>
              </a:xfrm>
              <a:prstGeom prst="rect">
                <a:avLst/>
              </a:prstGeom>
              <a:grp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tLang="zh-CN" sz="1600" dirty="0"/>
              </a:p>
            </p:txBody>
          </p:sp>
          <p:sp>
            <p:nvSpPr>
              <p:cNvPr id="97" name="Line 10">
                <a:extLst>
                  <a:ext uri="{FF2B5EF4-FFF2-40B4-BE49-F238E27FC236}">
                    <a16:creationId xmlns:a16="http://schemas.microsoft.com/office/drawing/2014/main" id="{74E0D480-8836-E27C-E2B5-EDA195E77F6F}"/>
                  </a:ext>
                </a:extLst>
              </p:cNvPr>
              <p:cNvSpPr>
                <a:spLocks noChangeShapeType="1"/>
              </p:cNvSpPr>
              <p:nvPr/>
            </p:nvSpPr>
            <p:spPr bwMode="auto">
              <a:xfrm>
                <a:off x="2111041" y="572988"/>
                <a:ext cx="0" cy="314227"/>
              </a:xfrm>
              <a:prstGeom prst="line">
                <a:avLst/>
              </a:prstGeom>
              <a:grpFill/>
              <a:ln w="19050">
                <a:solidFill>
                  <a:srgbClr val="0099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p>
            </p:txBody>
          </p:sp>
        </p:grpSp>
        <p:cxnSp>
          <p:nvCxnSpPr>
            <p:cNvPr id="80" name="直接箭头连接符 79">
              <a:extLst>
                <a:ext uri="{FF2B5EF4-FFF2-40B4-BE49-F238E27FC236}">
                  <a16:creationId xmlns:a16="http://schemas.microsoft.com/office/drawing/2014/main" id="{F4C84E64-7E8B-0A5B-15DC-9087A684EFF8}"/>
                </a:ext>
              </a:extLst>
            </p:cNvPr>
            <p:cNvCxnSpPr>
              <a:cxnSpLocks/>
              <a:endCxn id="96" idx="1"/>
            </p:cNvCxnSpPr>
            <p:nvPr/>
          </p:nvCxnSpPr>
          <p:spPr>
            <a:xfrm>
              <a:off x="9604854" y="6051549"/>
              <a:ext cx="523564" cy="8627"/>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cxnSp>
        <p:nvCxnSpPr>
          <p:cNvPr id="86" name="直接箭头连接符 85">
            <a:extLst>
              <a:ext uri="{FF2B5EF4-FFF2-40B4-BE49-F238E27FC236}">
                <a16:creationId xmlns:a16="http://schemas.microsoft.com/office/drawing/2014/main" id="{A83306C7-D9BF-0EAC-32FE-12014E0F211F}"/>
              </a:ext>
            </a:extLst>
          </p:cNvPr>
          <p:cNvCxnSpPr>
            <a:cxnSpLocks/>
          </p:cNvCxnSpPr>
          <p:nvPr/>
        </p:nvCxnSpPr>
        <p:spPr>
          <a:xfrm flipV="1">
            <a:off x="10612963" y="6051549"/>
            <a:ext cx="454608" cy="8626"/>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nvGrpSpPr>
          <p:cNvPr id="118" name="组合 117">
            <a:extLst>
              <a:ext uri="{FF2B5EF4-FFF2-40B4-BE49-F238E27FC236}">
                <a16:creationId xmlns:a16="http://schemas.microsoft.com/office/drawing/2014/main" id="{D90FBBD0-694A-D45A-A480-CD755DF08880}"/>
              </a:ext>
            </a:extLst>
          </p:cNvPr>
          <p:cNvGrpSpPr/>
          <p:nvPr/>
        </p:nvGrpSpPr>
        <p:grpSpPr>
          <a:xfrm>
            <a:off x="11040957" y="5850265"/>
            <a:ext cx="641248" cy="369332"/>
            <a:chOff x="11040957" y="5850265"/>
            <a:chExt cx="641248" cy="369332"/>
          </a:xfrm>
        </p:grpSpPr>
        <p:grpSp>
          <p:nvGrpSpPr>
            <p:cNvPr id="79" name="组合 78">
              <a:extLst>
                <a:ext uri="{FF2B5EF4-FFF2-40B4-BE49-F238E27FC236}">
                  <a16:creationId xmlns:a16="http://schemas.microsoft.com/office/drawing/2014/main" id="{7F71EF98-3378-39FB-2481-6A70188F4709}"/>
                </a:ext>
              </a:extLst>
            </p:cNvPr>
            <p:cNvGrpSpPr/>
            <p:nvPr/>
          </p:nvGrpSpPr>
          <p:grpSpPr>
            <a:xfrm>
              <a:off x="11040957" y="5888990"/>
              <a:ext cx="596900" cy="314227"/>
              <a:chOff x="1745372" y="572988"/>
              <a:chExt cx="596900" cy="314227"/>
            </a:xfrm>
          </p:grpSpPr>
          <p:sp>
            <p:nvSpPr>
              <p:cNvPr id="98" name="Rectangle 9">
                <a:extLst>
                  <a:ext uri="{FF2B5EF4-FFF2-40B4-BE49-F238E27FC236}">
                    <a16:creationId xmlns:a16="http://schemas.microsoft.com/office/drawing/2014/main" id="{42A4D4B7-95DF-C464-E81F-7ECD294A3D62}"/>
                  </a:ext>
                </a:extLst>
              </p:cNvPr>
              <p:cNvSpPr>
                <a:spLocks noChangeArrowheads="1"/>
              </p:cNvSpPr>
              <p:nvPr/>
            </p:nvSpPr>
            <p:spPr bwMode="auto">
              <a:xfrm>
                <a:off x="1745372" y="572988"/>
                <a:ext cx="596900" cy="314227"/>
              </a:xfrm>
              <a:prstGeom prst="rect">
                <a:avLst/>
              </a:prstGeom>
              <a:solidFill>
                <a:srgbClr val="CCFFCC"/>
              </a:solidFill>
              <a:ln w="19050">
                <a:solidFill>
                  <a:srgbClr val="00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t>a</a:t>
                </a:r>
                <a:r>
                  <a:rPr lang="en-US" altLang="zh-CN" sz="2000" b="1" baseline="-25000" dirty="0"/>
                  <a:t>1</a:t>
                </a:r>
                <a:endParaRPr lang="en-US" altLang="zh-CN" sz="2000" dirty="0"/>
              </a:p>
            </p:txBody>
          </p:sp>
          <p:sp>
            <p:nvSpPr>
              <p:cNvPr id="99" name="Line 10">
                <a:extLst>
                  <a:ext uri="{FF2B5EF4-FFF2-40B4-BE49-F238E27FC236}">
                    <a16:creationId xmlns:a16="http://schemas.microsoft.com/office/drawing/2014/main" id="{44F8A445-A246-8902-0473-612BBD6A6A75}"/>
                  </a:ext>
                </a:extLst>
              </p:cNvPr>
              <p:cNvSpPr>
                <a:spLocks noChangeShapeType="1"/>
              </p:cNvSpPr>
              <p:nvPr/>
            </p:nvSpPr>
            <p:spPr bwMode="auto">
              <a:xfrm>
                <a:off x="2111041" y="572988"/>
                <a:ext cx="0" cy="314227"/>
              </a:xfrm>
              <a:prstGeom prst="line">
                <a:avLst/>
              </a:prstGeom>
              <a:noFill/>
              <a:ln w="19050">
                <a:solidFill>
                  <a:srgbClr val="0099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600"/>
              </a:p>
            </p:txBody>
          </p:sp>
        </p:grpSp>
        <p:sp>
          <p:nvSpPr>
            <p:cNvPr id="87" name="文本框 30">
              <a:extLst>
                <a:ext uri="{FF2B5EF4-FFF2-40B4-BE49-F238E27FC236}">
                  <a16:creationId xmlns:a16="http://schemas.microsoft.com/office/drawing/2014/main" id="{F68236CC-8369-F171-46DE-2B39D2D8DF6C}"/>
                </a:ext>
              </a:extLst>
            </p:cNvPr>
            <p:cNvSpPr txBox="1"/>
            <p:nvPr/>
          </p:nvSpPr>
          <p:spPr>
            <a:xfrm>
              <a:off x="11346449" y="5850265"/>
              <a:ext cx="33575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FF0000"/>
                  </a:solidFill>
                  <a:latin typeface="Arial Rounded MT Bold" panose="020F0704030504030204" pitchFamily="34" charset="0"/>
                </a:rPr>
                <a:t>∧</a:t>
              </a:r>
              <a:endParaRPr lang="zh-CN" altLang="en-US" dirty="0"/>
            </a:p>
          </p:txBody>
        </p:sp>
      </p:grpSp>
      <p:grpSp>
        <p:nvGrpSpPr>
          <p:cNvPr id="90" name="组合 89">
            <a:extLst>
              <a:ext uri="{FF2B5EF4-FFF2-40B4-BE49-F238E27FC236}">
                <a16:creationId xmlns:a16="http://schemas.microsoft.com/office/drawing/2014/main" id="{4EEC1947-AA05-F1CD-06CB-4949D02A5D0B}"/>
              </a:ext>
            </a:extLst>
          </p:cNvPr>
          <p:cNvGrpSpPr/>
          <p:nvPr/>
        </p:nvGrpSpPr>
        <p:grpSpPr>
          <a:xfrm>
            <a:off x="11137180" y="5328046"/>
            <a:ext cx="141064" cy="566852"/>
            <a:chOff x="1977294" y="719272"/>
            <a:chExt cx="141064" cy="566852"/>
          </a:xfrm>
        </p:grpSpPr>
        <p:cxnSp>
          <p:nvCxnSpPr>
            <p:cNvPr id="94" name="直接箭头连接符 93">
              <a:extLst>
                <a:ext uri="{FF2B5EF4-FFF2-40B4-BE49-F238E27FC236}">
                  <a16:creationId xmlns:a16="http://schemas.microsoft.com/office/drawing/2014/main" id="{357BD15D-5B3C-2813-064D-1D5407E31790}"/>
                </a:ext>
              </a:extLst>
            </p:cNvPr>
            <p:cNvCxnSpPr>
              <a:cxnSpLocks/>
            </p:cNvCxnSpPr>
            <p:nvPr/>
          </p:nvCxnSpPr>
          <p:spPr>
            <a:xfrm>
              <a:off x="2057999" y="1035921"/>
              <a:ext cx="0" cy="250203"/>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95" name="文本框 35">
              <a:extLst>
                <a:ext uri="{FF2B5EF4-FFF2-40B4-BE49-F238E27FC236}">
                  <a16:creationId xmlns:a16="http://schemas.microsoft.com/office/drawing/2014/main" id="{E3F1199F-C2F6-6B09-41C8-5EE3D9DD8CEA}"/>
                </a:ext>
              </a:extLst>
            </p:cNvPr>
            <p:cNvSpPr txBox="1"/>
            <p:nvPr/>
          </p:nvSpPr>
          <p:spPr>
            <a:xfrm>
              <a:off x="1977294" y="719272"/>
              <a:ext cx="141064" cy="276999"/>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solidFill>
                    <a:schemeClr val="accent2">
                      <a:lumMod val="50000"/>
                    </a:schemeClr>
                  </a:solidFill>
                  <a:latin typeface="Arial" panose="020B0604020202020204" pitchFamily="34" charset="0"/>
                  <a:cs typeface="Arial" panose="020B0604020202020204" pitchFamily="34" charset="0"/>
                </a:rPr>
                <a:t>p</a:t>
              </a:r>
              <a:endParaRPr lang="zh-CN" altLang="en-US" b="1" dirty="0">
                <a:solidFill>
                  <a:schemeClr val="accent2">
                    <a:lumMod val="50000"/>
                  </a:schemeClr>
                </a:solidFill>
                <a:latin typeface="Arial" panose="020B0604020202020204" pitchFamily="34" charset="0"/>
                <a:cs typeface="Arial" panose="020B0604020202020204" pitchFamily="34" charset="0"/>
              </a:endParaRPr>
            </a:p>
          </p:txBody>
        </p:sp>
      </p:grpSp>
      <p:sp>
        <p:nvSpPr>
          <p:cNvPr id="91" name="文本框 45">
            <a:extLst>
              <a:ext uri="{FF2B5EF4-FFF2-40B4-BE49-F238E27FC236}">
                <a16:creationId xmlns:a16="http://schemas.microsoft.com/office/drawing/2014/main" id="{102B15CC-C6BC-13F1-8A6D-F99788BD1F73}"/>
              </a:ext>
            </a:extLst>
          </p:cNvPr>
          <p:cNvSpPr txBox="1"/>
          <p:nvPr/>
        </p:nvSpPr>
        <p:spPr>
          <a:xfrm>
            <a:off x="10445902" y="5855460"/>
            <a:ext cx="33575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800" b="1" dirty="0">
                <a:solidFill>
                  <a:srgbClr val="FF0000"/>
                </a:solidFill>
                <a:latin typeface="Arial Rounded MT Bold" panose="020F0704030504030204" pitchFamily="34" charset="0"/>
              </a:rPr>
              <a:t>∧</a:t>
            </a:r>
            <a:endParaRPr lang="zh-CN" altLang="en-US" dirty="0"/>
          </a:p>
        </p:txBody>
      </p:sp>
      <p:grpSp>
        <p:nvGrpSpPr>
          <p:cNvPr id="120" name="组合 119">
            <a:extLst>
              <a:ext uri="{FF2B5EF4-FFF2-40B4-BE49-F238E27FC236}">
                <a16:creationId xmlns:a16="http://schemas.microsoft.com/office/drawing/2014/main" id="{0DAAA2A9-2BFB-4D7A-5D50-B745EBE40524}"/>
              </a:ext>
            </a:extLst>
          </p:cNvPr>
          <p:cNvGrpSpPr/>
          <p:nvPr/>
        </p:nvGrpSpPr>
        <p:grpSpPr>
          <a:xfrm>
            <a:off x="9627997" y="6217289"/>
            <a:ext cx="679639" cy="183518"/>
            <a:chOff x="9627997" y="6217289"/>
            <a:chExt cx="679639" cy="183518"/>
          </a:xfrm>
        </p:grpSpPr>
        <p:cxnSp>
          <p:nvCxnSpPr>
            <p:cNvPr id="92" name="直接箭头连接符 91">
              <a:extLst>
                <a:ext uri="{FF2B5EF4-FFF2-40B4-BE49-F238E27FC236}">
                  <a16:creationId xmlns:a16="http://schemas.microsoft.com/office/drawing/2014/main" id="{ADAA730C-577A-A8AF-CA34-197B94E37BCB}"/>
                </a:ext>
              </a:extLst>
            </p:cNvPr>
            <p:cNvCxnSpPr>
              <a:cxnSpLocks/>
            </p:cNvCxnSpPr>
            <p:nvPr/>
          </p:nvCxnSpPr>
          <p:spPr>
            <a:xfrm flipV="1">
              <a:off x="10307636" y="6217289"/>
              <a:ext cx="0" cy="183518"/>
            </a:xfrm>
            <a:prstGeom prst="straightConnector1">
              <a:avLst/>
            </a:prstGeom>
            <a:ln w="19050">
              <a:solidFill>
                <a:srgbClr val="C00000"/>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4828F287-F0E9-98EE-510D-C9A32F32986F}"/>
                </a:ext>
              </a:extLst>
            </p:cNvPr>
            <p:cNvCxnSpPr>
              <a:cxnSpLocks/>
            </p:cNvCxnSpPr>
            <p:nvPr/>
          </p:nvCxnSpPr>
          <p:spPr>
            <a:xfrm flipV="1">
              <a:off x="9627997" y="6388481"/>
              <a:ext cx="679639" cy="5160"/>
            </a:xfrm>
            <a:prstGeom prst="straightConnector1">
              <a:avLst/>
            </a:prstGeom>
            <a:ln w="19050">
              <a:solidFill>
                <a:srgbClr val="C00000"/>
              </a:solidFill>
              <a:headEnd type="oval"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103" name="文本框 102">
            <a:extLst>
              <a:ext uri="{FF2B5EF4-FFF2-40B4-BE49-F238E27FC236}">
                <a16:creationId xmlns:a16="http://schemas.microsoft.com/office/drawing/2014/main" id="{35435A71-91C9-973C-8D23-8ACA988C5DC3}"/>
              </a:ext>
            </a:extLst>
          </p:cNvPr>
          <p:cNvSpPr txBox="1"/>
          <p:nvPr/>
        </p:nvSpPr>
        <p:spPr>
          <a:xfrm>
            <a:off x="312095" y="1153922"/>
            <a:ext cx="357083" cy="461665"/>
          </a:xfrm>
          <a:prstGeom prst="rect">
            <a:avLst/>
          </a:prstGeom>
          <a:noFill/>
        </p:spPr>
        <p:txBody>
          <a:bodyPr wrap="square">
            <a:spAutoFit/>
          </a:bodyPr>
          <a:lstStyle/>
          <a:p>
            <a:r>
              <a:rPr lang="zh-CN" altLang="en-US" sz="2400" b="1" dirty="0">
                <a:solidFill>
                  <a:srgbClr val="FF0000"/>
                </a:solidFill>
                <a:effectLst>
                  <a:outerShdw blurRad="38100" dist="38100" dir="2700000" algn="tl">
                    <a:srgbClr val="000000">
                      <a:alpha val="43137"/>
                    </a:srgbClr>
                  </a:outerShdw>
                </a:effectLst>
              </a:rPr>
              <a:t>×</a:t>
            </a:r>
          </a:p>
        </p:txBody>
      </p:sp>
      <p:cxnSp>
        <p:nvCxnSpPr>
          <p:cNvPr id="104" name="直接连接符 103">
            <a:extLst>
              <a:ext uri="{FF2B5EF4-FFF2-40B4-BE49-F238E27FC236}">
                <a16:creationId xmlns:a16="http://schemas.microsoft.com/office/drawing/2014/main" id="{C43503FA-21F0-1F01-4960-AEDA6A114C43}"/>
              </a:ext>
            </a:extLst>
          </p:cNvPr>
          <p:cNvCxnSpPr>
            <a:cxnSpLocks/>
          </p:cNvCxnSpPr>
          <p:nvPr/>
        </p:nvCxnSpPr>
        <p:spPr>
          <a:xfrm>
            <a:off x="1038991" y="1827725"/>
            <a:ext cx="3758920" cy="0"/>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16A9B7E3-F73C-01ED-8ADA-2CB0928479D0}"/>
              </a:ext>
            </a:extLst>
          </p:cNvPr>
          <p:cNvCxnSpPr>
            <a:cxnSpLocks/>
          </p:cNvCxnSpPr>
          <p:nvPr/>
        </p:nvCxnSpPr>
        <p:spPr>
          <a:xfrm>
            <a:off x="1034531" y="2174190"/>
            <a:ext cx="2845234" cy="0"/>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109" name="文本框 108">
            <a:extLst>
              <a:ext uri="{FF2B5EF4-FFF2-40B4-BE49-F238E27FC236}">
                <a16:creationId xmlns:a16="http://schemas.microsoft.com/office/drawing/2014/main" id="{440658A4-8210-7E05-3592-0921C5432671}"/>
              </a:ext>
            </a:extLst>
          </p:cNvPr>
          <p:cNvSpPr txBox="1"/>
          <p:nvPr/>
        </p:nvSpPr>
        <p:spPr>
          <a:xfrm>
            <a:off x="5395527" y="5887535"/>
            <a:ext cx="282785" cy="400110"/>
          </a:xfrm>
          <a:prstGeom prst="rect">
            <a:avLst/>
          </a:prstGeom>
          <a:noFill/>
        </p:spPr>
        <p:txBody>
          <a:bodyPr wrap="square" lIns="0" rIns="0">
            <a:spAutoFit/>
          </a:bodyPr>
          <a:lstStyle/>
          <a:p>
            <a:r>
              <a:rPr lang="en-US" altLang="zh-CN" sz="2000"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a:t>
            </a:r>
            <a:r>
              <a:rPr lang="en-US" altLang="zh-CN" sz="2000" b="1" baseline="-25000"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1</a:t>
            </a:r>
            <a:endParaRPr lang="zh-CN" altLang="en-US" sz="2000" dirty="0">
              <a:solidFill>
                <a:srgbClr val="C00000"/>
              </a:solidFill>
              <a:effectLst>
                <a:outerShdw blurRad="38100" dist="38100" dir="2700000" algn="tl">
                  <a:srgbClr val="000000">
                    <a:alpha val="43137"/>
                  </a:srgbClr>
                </a:outerShdw>
              </a:effectLst>
            </a:endParaRPr>
          </a:p>
        </p:txBody>
      </p:sp>
      <p:cxnSp>
        <p:nvCxnSpPr>
          <p:cNvPr id="110" name="直接连接符 109">
            <a:extLst>
              <a:ext uri="{FF2B5EF4-FFF2-40B4-BE49-F238E27FC236}">
                <a16:creationId xmlns:a16="http://schemas.microsoft.com/office/drawing/2014/main" id="{4E9B0086-4A2E-F0BD-B5B9-D59BB53B6732}"/>
              </a:ext>
            </a:extLst>
          </p:cNvPr>
          <p:cNvCxnSpPr>
            <a:cxnSpLocks/>
          </p:cNvCxnSpPr>
          <p:nvPr/>
        </p:nvCxnSpPr>
        <p:spPr>
          <a:xfrm>
            <a:off x="1030072" y="2485378"/>
            <a:ext cx="3426986" cy="0"/>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18B839FF-A2BD-8ED9-A72B-0387F1C5E6D8}"/>
              </a:ext>
            </a:extLst>
          </p:cNvPr>
          <p:cNvCxnSpPr>
            <a:cxnSpLocks/>
          </p:cNvCxnSpPr>
          <p:nvPr/>
        </p:nvCxnSpPr>
        <p:spPr>
          <a:xfrm flipV="1">
            <a:off x="4929599" y="6129057"/>
            <a:ext cx="389200" cy="5423"/>
          </a:xfrm>
          <a:prstGeom prst="straightConnector1">
            <a:avLst/>
          </a:prstGeom>
          <a:ln w="19050">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16A9B7E3-F73C-01ED-8ADA-2CB0928479D0}"/>
              </a:ext>
            </a:extLst>
          </p:cNvPr>
          <p:cNvCxnSpPr>
            <a:cxnSpLocks/>
          </p:cNvCxnSpPr>
          <p:nvPr/>
        </p:nvCxnSpPr>
        <p:spPr>
          <a:xfrm>
            <a:off x="1030072" y="2821662"/>
            <a:ext cx="2014278" cy="0"/>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114" name="文本框 113">
            <a:extLst>
              <a:ext uri="{FF2B5EF4-FFF2-40B4-BE49-F238E27FC236}">
                <a16:creationId xmlns:a16="http://schemas.microsoft.com/office/drawing/2014/main" id="{9642412D-E34A-6C5B-8F26-CA3EBB74B003}"/>
              </a:ext>
            </a:extLst>
          </p:cNvPr>
          <p:cNvSpPr txBox="1"/>
          <p:nvPr/>
        </p:nvSpPr>
        <p:spPr>
          <a:xfrm>
            <a:off x="317412" y="2466540"/>
            <a:ext cx="357083" cy="461665"/>
          </a:xfrm>
          <a:prstGeom prst="rect">
            <a:avLst/>
          </a:prstGeom>
          <a:noFill/>
        </p:spPr>
        <p:txBody>
          <a:bodyPr wrap="square">
            <a:spAutoFit/>
          </a:bodyPr>
          <a:lstStyle/>
          <a:p>
            <a:r>
              <a:rPr lang="zh-CN" altLang="en-US" sz="2400" b="1" dirty="0">
                <a:solidFill>
                  <a:srgbClr val="FF0000"/>
                </a:solidFill>
                <a:effectLst>
                  <a:outerShdw blurRad="38100" dist="38100" dir="2700000" algn="tl">
                    <a:srgbClr val="000000">
                      <a:alpha val="43137"/>
                    </a:srgbClr>
                  </a:outerShdw>
                </a:effectLst>
              </a:rPr>
              <a:t>×</a:t>
            </a:r>
          </a:p>
        </p:txBody>
      </p:sp>
      <p:cxnSp>
        <p:nvCxnSpPr>
          <p:cNvPr id="115" name="直接连接符 114">
            <a:extLst>
              <a:ext uri="{FF2B5EF4-FFF2-40B4-BE49-F238E27FC236}">
                <a16:creationId xmlns:a16="http://schemas.microsoft.com/office/drawing/2014/main" id="{8DBF43C4-8944-3735-FA7E-D73BC9B60B36}"/>
              </a:ext>
            </a:extLst>
          </p:cNvPr>
          <p:cNvCxnSpPr>
            <a:cxnSpLocks/>
          </p:cNvCxnSpPr>
          <p:nvPr/>
        </p:nvCxnSpPr>
        <p:spPr>
          <a:xfrm>
            <a:off x="1017338" y="3149278"/>
            <a:ext cx="2733142" cy="0"/>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grpSp>
        <p:nvGrpSpPr>
          <p:cNvPr id="119" name="组合 118">
            <a:extLst>
              <a:ext uri="{FF2B5EF4-FFF2-40B4-BE49-F238E27FC236}">
                <a16:creationId xmlns:a16="http://schemas.microsoft.com/office/drawing/2014/main" id="{E0511C86-FB15-AB20-A517-F8729B5C10C0}"/>
              </a:ext>
            </a:extLst>
          </p:cNvPr>
          <p:cNvGrpSpPr/>
          <p:nvPr/>
        </p:nvGrpSpPr>
        <p:grpSpPr>
          <a:xfrm>
            <a:off x="9622954" y="6181539"/>
            <a:ext cx="1638489" cy="206942"/>
            <a:chOff x="9627997" y="6187342"/>
            <a:chExt cx="1638489" cy="206942"/>
          </a:xfrm>
        </p:grpSpPr>
        <p:cxnSp>
          <p:nvCxnSpPr>
            <p:cNvPr id="88" name="直接箭头连接符 87">
              <a:extLst>
                <a:ext uri="{FF2B5EF4-FFF2-40B4-BE49-F238E27FC236}">
                  <a16:creationId xmlns:a16="http://schemas.microsoft.com/office/drawing/2014/main" id="{82B70854-1A56-2A0C-A074-6C6DA569BD6E}"/>
                </a:ext>
              </a:extLst>
            </p:cNvPr>
            <p:cNvCxnSpPr>
              <a:cxnSpLocks/>
            </p:cNvCxnSpPr>
            <p:nvPr/>
          </p:nvCxnSpPr>
          <p:spPr>
            <a:xfrm flipV="1">
              <a:off x="9627997" y="6389124"/>
              <a:ext cx="1638489" cy="5160"/>
            </a:xfrm>
            <a:prstGeom prst="straightConnector1">
              <a:avLst/>
            </a:prstGeom>
            <a:ln w="19050">
              <a:headEnd type="oval"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B48C6DC0-645D-809D-6536-4256AF4B0955}"/>
                </a:ext>
              </a:extLst>
            </p:cNvPr>
            <p:cNvCxnSpPr>
              <a:cxnSpLocks/>
            </p:cNvCxnSpPr>
            <p:nvPr/>
          </p:nvCxnSpPr>
          <p:spPr>
            <a:xfrm flipV="1">
              <a:off x="11258866" y="6187342"/>
              <a:ext cx="0" cy="193476"/>
            </a:xfrm>
            <a:prstGeom prst="straightConnector1">
              <a:avLst/>
            </a:prstGeom>
            <a:ln w="19050">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sp>
        <p:nvSpPr>
          <p:cNvPr id="122" name="文本框 121">
            <a:extLst>
              <a:ext uri="{FF2B5EF4-FFF2-40B4-BE49-F238E27FC236}">
                <a16:creationId xmlns:a16="http://schemas.microsoft.com/office/drawing/2014/main" id="{58056BC7-7C34-FAA9-10A7-7E430917EBE3}"/>
              </a:ext>
            </a:extLst>
          </p:cNvPr>
          <p:cNvSpPr txBox="1"/>
          <p:nvPr/>
        </p:nvSpPr>
        <p:spPr>
          <a:xfrm>
            <a:off x="312095" y="2466540"/>
            <a:ext cx="443534" cy="369332"/>
          </a:xfrm>
          <a:prstGeom prst="rect">
            <a:avLst/>
          </a:prstGeom>
          <a:noFill/>
        </p:spPr>
        <p:txBody>
          <a:bodyPr wrap="square">
            <a:spAutoFit/>
          </a:bodyPr>
          <a:lstStyle/>
          <a:p>
            <a:r>
              <a:rPr lang="zh-CN" altLang="en-US" dirty="0">
                <a:solidFill>
                  <a:srgbClr val="C00000"/>
                </a:solidFill>
              </a:rPr>
              <a:t>✔️</a:t>
            </a:r>
          </a:p>
        </p:txBody>
      </p:sp>
      <p:cxnSp>
        <p:nvCxnSpPr>
          <p:cNvPr id="123" name="直接连接符 122">
            <a:extLst>
              <a:ext uri="{FF2B5EF4-FFF2-40B4-BE49-F238E27FC236}">
                <a16:creationId xmlns:a16="http://schemas.microsoft.com/office/drawing/2014/main" id="{5A6983FF-07E0-078E-2636-E8062FBA5B7C}"/>
              </a:ext>
            </a:extLst>
          </p:cNvPr>
          <p:cNvCxnSpPr>
            <a:cxnSpLocks/>
          </p:cNvCxnSpPr>
          <p:nvPr/>
        </p:nvCxnSpPr>
        <p:spPr>
          <a:xfrm>
            <a:off x="3214140" y="2821662"/>
            <a:ext cx="2585036" cy="0"/>
          </a:xfrm>
          <a:prstGeom prst="line">
            <a:avLst/>
          </a:prstGeom>
          <a:ln w="38100">
            <a:solidFill>
              <a:schemeClr val="accent2"/>
            </a:solidFill>
            <a:prstDash val="dash"/>
          </a:ln>
        </p:spPr>
        <p:style>
          <a:lnRef idx="1">
            <a:schemeClr val="accent1"/>
          </a:lnRef>
          <a:fillRef idx="0">
            <a:schemeClr val="accent1"/>
          </a:fillRef>
          <a:effectRef idx="0">
            <a:schemeClr val="accent1"/>
          </a:effectRef>
          <a:fontRef idx="minor">
            <a:schemeClr val="tx1"/>
          </a:fontRef>
        </p:style>
      </p:cxnSp>
      <p:grpSp>
        <p:nvGrpSpPr>
          <p:cNvPr id="128" name="组合 127">
            <a:extLst>
              <a:ext uri="{FF2B5EF4-FFF2-40B4-BE49-F238E27FC236}">
                <a16:creationId xmlns:a16="http://schemas.microsoft.com/office/drawing/2014/main" id="{4FDF55CF-85A1-0BB0-077B-F49DBCC0D645}"/>
              </a:ext>
            </a:extLst>
          </p:cNvPr>
          <p:cNvGrpSpPr/>
          <p:nvPr/>
        </p:nvGrpSpPr>
        <p:grpSpPr>
          <a:xfrm>
            <a:off x="546250" y="5313198"/>
            <a:ext cx="651027" cy="400110"/>
            <a:chOff x="546250" y="5313198"/>
            <a:chExt cx="651027" cy="400110"/>
          </a:xfrm>
        </p:grpSpPr>
        <p:sp>
          <p:nvSpPr>
            <p:cNvPr id="125" name="文本框 124">
              <a:extLst>
                <a:ext uri="{FF2B5EF4-FFF2-40B4-BE49-F238E27FC236}">
                  <a16:creationId xmlns:a16="http://schemas.microsoft.com/office/drawing/2014/main" id="{CB1E507C-5FDC-3ADA-AF8A-4CC8E70BEBCE}"/>
                </a:ext>
              </a:extLst>
            </p:cNvPr>
            <p:cNvSpPr txBox="1"/>
            <p:nvPr/>
          </p:nvSpPr>
          <p:spPr>
            <a:xfrm>
              <a:off x="546250" y="5313198"/>
              <a:ext cx="338554"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Q</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27" name="直接箭头连接符 126">
              <a:extLst>
                <a:ext uri="{FF2B5EF4-FFF2-40B4-BE49-F238E27FC236}">
                  <a16:creationId xmlns:a16="http://schemas.microsoft.com/office/drawing/2014/main" id="{4AACC780-83C7-4725-E499-F8900D1F8FAF}"/>
                </a:ext>
              </a:extLst>
            </p:cNvPr>
            <p:cNvCxnSpPr/>
            <p:nvPr/>
          </p:nvCxnSpPr>
          <p:spPr>
            <a:xfrm>
              <a:off x="878084" y="5605045"/>
              <a:ext cx="319193" cy="56980"/>
            </a:xfrm>
            <a:prstGeom prst="straightConnector1">
              <a:avLst/>
            </a:prstGeom>
            <a:ln>
              <a:solidFill>
                <a:srgbClr val="8E000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grpSp>
        <p:nvGrpSpPr>
          <p:cNvPr id="129" name="组合 128">
            <a:extLst>
              <a:ext uri="{FF2B5EF4-FFF2-40B4-BE49-F238E27FC236}">
                <a16:creationId xmlns:a16="http://schemas.microsoft.com/office/drawing/2014/main" id="{3625EDF9-222E-D4E1-2B3C-1C39A6879E3B}"/>
              </a:ext>
            </a:extLst>
          </p:cNvPr>
          <p:cNvGrpSpPr/>
          <p:nvPr/>
        </p:nvGrpSpPr>
        <p:grpSpPr>
          <a:xfrm>
            <a:off x="3067773" y="5540939"/>
            <a:ext cx="651027" cy="400110"/>
            <a:chOff x="546250" y="5313198"/>
            <a:chExt cx="651027" cy="400110"/>
          </a:xfrm>
        </p:grpSpPr>
        <p:sp>
          <p:nvSpPr>
            <p:cNvPr id="130" name="文本框 129">
              <a:extLst>
                <a:ext uri="{FF2B5EF4-FFF2-40B4-BE49-F238E27FC236}">
                  <a16:creationId xmlns:a16="http://schemas.microsoft.com/office/drawing/2014/main" id="{647E6AD6-2D1E-D466-1C60-639E03F42118}"/>
                </a:ext>
              </a:extLst>
            </p:cNvPr>
            <p:cNvSpPr txBox="1"/>
            <p:nvPr/>
          </p:nvSpPr>
          <p:spPr>
            <a:xfrm>
              <a:off x="546250" y="5313198"/>
              <a:ext cx="338554"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Q</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31" name="直接箭头连接符 130">
              <a:extLst>
                <a:ext uri="{FF2B5EF4-FFF2-40B4-BE49-F238E27FC236}">
                  <a16:creationId xmlns:a16="http://schemas.microsoft.com/office/drawing/2014/main" id="{A007B767-F818-3171-8169-E29C2057CE03}"/>
                </a:ext>
              </a:extLst>
            </p:cNvPr>
            <p:cNvCxnSpPr/>
            <p:nvPr/>
          </p:nvCxnSpPr>
          <p:spPr>
            <a:xfrm>
              <a:off x="878084" y="5605045"/>
              <a:ext cx="319193" cy="56980"/>
            </a:xfrm>
            <a:prstGeom prst="straightConnector1">
              <a:avLst/>
            </a:prstGeom>
            <a:ln>
              <a:solidFill>
                <a:srgbClr val="8E000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grpSp>
        <p:nvGrpSpPr>
          <p:cNvPr id="132" name="组合 131">
            <a:extLst>
              <a:ext uri="{FF2B5EF4-FFF2-40B4-BE49-F238E27FC236}">
                <a16:creationId xmlns:a16="http://schemas.microsoft.com/office/drawing/2014/main" id="{4FDF55CF-85A1-0BB0-077B-F49DBCC0D645}"/>
              </a:ext>
            </a:extLst>
          </p:cNvPr>
          <p:cNvGrpSpPr/>
          <p:nvPr/>
        </p:nvGrpSpPr>
        <p:grpSpPr>
          <a:xfrm>
            <a:off x="8783716" y="5495554"/>
            <a:ext cx="651027" cy="400110"/>
            <a:chOff x="546250" y="5313198"/>
            <a:chExt cx="651027" cy="400110"/>
          </a:xfrm>
        </p:grpSpPr>
        <p:sp>
          <p:nvSpPr>
            <p:cNvPr id="133" name="文本框 124">
              <a:extLst>
                <a:ext uri="{FF2B5EF4-FFF2-40B4-BE49-F238E27FC236}">
                  <a16:creationId xmlns:a16="http://schemas.microsoft.com/office/drawing/2014/main" id="{CB1E507C-5FDC-3ADA-AF8A-4CC8E70BEBCE}"/>
                </a:ext>
              </a:extLst>
            </p:cNvPr>
            <p:cNvSpPr txBox="1"/>
            <p:nvPr/>
          </p:nvSpPr>
          <p:spPr>
            <a:xfrm>
              <a:off x="546250" y="5313198"/>
              <a:ext cx="338554"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Q</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cxnSp>
          <p:nvCxnSpPr>
            <p:cNvPr id="134" name="直接箭头连接符 133">
              <a:extLst>
                <a:ext uri="{FF2B5EF4-FFF2-40B4-BE49-F238E27FC236}">
                  <a16:creationId xmlns:a16="http://schemas.microsoft.com/office/drawing/2014/main" id="{4AACC780-83C7-4725-E499-F8900D1F8FAF}"/>
                </a:ext>
              </a:extLst>
            </p:cNvPr>
            <p:cNvCxnSpPr/>
            <p:nvPr/>
          </p:nvCxnSpPr>
          <p:spPr>
            <a:xfrm>
              <a:off x="878084" y="5605045"/>
              <a:ext cx="319193" cy="56980"/>
            </a:xfrm>
            <a:prstGeom prst="straightConnector1">
              <a:avLst/>
            </a:prstGeom>
            <a:ln>
              <a:solidFill>
                <a:srgbClr val="8E0000"/>
              </a:solidFill>
              <a:headEnd type="oval" w="med" len="med"/>
              <a:tailEnd type="triangle" w="med"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195415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1000"/>
                                        <p:tgtEl>
                                          <p:spTgt spid="10">
                                            <p:txEl>
                                              <p:pRg st="0" end="0"/>
                                            </p:txEl>
                                          </p:spTgt>
                                        </p:tgtEl>
                                      </p:cBhvr>
                                    </p:animEffect>
                                    <p:anim calcmode="lin" valueType="num">
                                      <p:cBhvr>
                                        <p:cTn id="1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128"/>
                                        </p:tgtEl>
                                        <p:attrNameLst>
                                          <p:attrName>style.visibility</p:attrName>
                                        </p:attrNameLst>
                                      </p:cBhvr>
                                      <p:to>
                                        <p:strVal val="visible"/>
                                      </p:to>
                                    </p:set>
                                    <p:animEffect transition="in" filter="wipe(left)">
                                      <p:cBhvr>
                                        <p:cTn id="17" dur="500"/>
                                        <p:tgtEl>
                                          <p:spTgt spid="128"/>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nodeType="with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fade">
                                      <p:cBhvr>
                                        <p:cTn id="24" dur="500"/>
                                        <p:tgtEl>
                                          <p:spTgt spid="45"/>
                                        </p:tgtEl>
                                      </p:cBhvr>
                                    </p:animEffect>
                                  </p:childTnLst>
                                </p:cTn>
                              </p:par>
                              <p:par>
                                <p:cTn id="25" presetID="10" presetClass="entr" presetSubtype="0" fill="hold" nodeType="with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500"/>
                                        <p:tgtEl>
                                          <p:spTgt spid="49"/>
                                        </p:tgtEl>
                                      </p:cBhvr>
                                    </p:animEffect>
                                  </p:childTnLst>
                                </p:cTn>
                              </p:par>
                              <p:par>
                                <p:cTn id="28" presetID="10" presetClass="entr" presetSubtype="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ipe(left)">
                                      <p:cBhvr>
                                        <p:cTn id="34" dur="1000"/>
                                        <p:tgtEl>
                                          <p:spTgt spid="51"/>
                                        </p:tgtEl>
                                      </p:cBhvr>
                                    </p:animEffect>
                                  </p:childTnLst>
                                </p:cTn>
                              </p:par>
                            </p:childTnLst>
                          </p:cTn>
                        </p:par>
                      </p:childTnLst>
                    </p:cTn>
                  </p:par>
                  <p:par>
                    <p:cTn id="35" fill="hold">
                      <p:stCondLst>
                        <p:cond delay="indefinite"/>
                      </p:stCondLst>
                      <p:childTnLst>
                        <p:par>
                          <p:cTn id="36" fill="hold">
                            <p:stCondLst>
                              <p:cond delay="0"/>
                            </p:stCondLst>
                            <p:childTnLst>
                              <p:par>
                                <p:cTn id="37" presetID="45" presetClass="entr" presetSubtype="0"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1000"/>
                                        <p:tgtEl>
                                          <p:spTgt spid="45"/>
                                        </p:tgtEl>
                                      </p:cBhvr>
                                    </p:animEffect>
                                    <p:anim calcmode="lin" valueType="num">
                                      <p:cBhvr>
                                        <p:cTn id="40" dur="1000" fill="hold"/>
                                        <p:tgtEl>
                                          <p:spTgt spid="45"/>
                                        </p:tgtEl>
                                        <p:attrNameLst>
                                          <p:attrName>ppt_w</p:attrName>
                                        </p:attrNameLst>
                                      </p:cBhvr>
                                      <p:tavLst>
                                        <p:tav tm="0" fmla="#ppt_w*sin(2.5*pi*$)">
                                          <p:val>
                                            <p:fltVal val="0"/>
                                          </p:val>
                                        </p:tav>
                                        <p:tav tm="100000">
                                          <p:val>
                                            <p:fltVal val="1"/>
                                          </p:val>
                                        </p:tav>
                                      </p:tavLst>
                                    </p:anim>
                                    <p:anim calcmode="lin" valueType="num">
                                      <p:cBhvr>
                                        <p:cTn id="41" dur="1000" fill="hold"/>
                                        <p:tgtEl>
                                          <p:spTgt spid="45"/>
                                        </p:tgtEl>
                                        <p:attrNameLst>
                                          <p:attrName>ppt_h</p:attrName>
                                        </p:attrNameLst>
                                      </p:cBhvr>
                                      <p:tavLst>
                                        <p:tav tm="0">
                                          <p:val>
                                            <p:strVal val="#ppt_h"/>
                                          </p:val>
                                        </p:tav>
                                        <p:tav tm="100000">
                                          <p:val>
                                            <p:strVal val="#ppt_h"/>
                                          </p:val>
                                        </p:tav>
                                      </p:tavLst>
                                    </p:anim>
                                  </p:childTnLst>
                                </p:cTn>
                              </p:par>
                              <p:par>
                                <p:cTn id="42" presetID="45" presetClass="entr" presetSubtype="0" fill="hold"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1000"/>
                                        <p:tgtEl>
                                          <p:spTgt spid="49"/>
                                        </p:tgtEl>
                                      </p:cBhvr>
                                    </p:animEffect>
                                    <p:anim calcmode="lin" valueType="num">
                                      <p:cBhvr>
                                        <p:cTn id="45" dur="1000" fill="hold"/>
                                        <p:tgtEl>
                                          <p:spTgt spid="49"/>
                                        </p:tgtEl>
                                        <p:attrNameLst>
                                          <p:attrName>ppt_w</p:attrName>
                                        </p:attrNameLst>
                                      </p:cBhvr>
                                      <p:tavLst>
                                        <p:tav tm="0" fmla="#ppt_w*sin(2.5*pi*$)">
                                          <p:val>
                                            <p:fltVal val="0"/>
                                          </p:val>
                                        </p:tav>
                                        <p:tav tm="100000">
                                          <p:val>
                                            <p:fltVal val="1"/>
                                          </p:val>
                                        </p:tav>
                                      </p:tavLst>
                                    </p:anim>
                                    <p:anim calcmode="lin" valueType="num">
                                      <p:cBhvr>
                                        <p:cTn id="46" dur="1000" fill="hold"/>
                                        <p:tgtEl>
                                          <p:spTgt spid="49"/>
                                        </p:tgtEl>
                                        <p:attrNameLst>
                                          <p:attrName>ppt_h</p:attrName>
                                        </p:attrNameLst>
                                      </p:cBhvr>
                                      <p:tavLst>
                                        <p:tav tm="0">
                                          <p:val>
                                            <p:strVal val="#ppt_h"/>
                                          </p:val>
                                        </p:tav>
                                        <p:tav tm="100000">
                                          <p:val>
                                            <p:strVal val="#ppt_h"/>
                                          </p:val>
                                        </p:tav>
                                      </p:tavLst>
                                    </p:anim>
                                  </p:childTnLst>
                                </p:cTn>
                              </p:par>
                            </p:childTnLst>
                          </p:cTn>
                        </p:par>
                        <p:par>
                          <p:cTn id="47" fill="hold">
                            <p:stCondLst>
                              <p:cond delay="1000"/>
                            </p:stCondLst>
                            <p:childTnLst>
                              <p:par>
                                <p:cTn id="48" presetID="31" presetClass="entr" presetSubtype="0" fill="hold" grpId="0" nodeType="afterEffect">
                                  <p:stCondLst>
                                    <p:cond delay="0"/>
                                  </p:stCondLst>
                                  <p:childTnLst>
                                    <p:set>
                                      <p:cBhvr>
                                        <p:cTn id="49" dur="1" fill="hold">
                                          <p:stCondLst>
                                            <p:cond delay="0"/>
                                          </p:stCondLst>
                                        </p:cTn>
                                        <p:tgtEl>
                                          <p:spTgt spid="55"/>
                                        </p:tgtEl>
                                        <p:attrNameLst>
                                          <p:attrName>style.visibility</p:attrName>
                                        </p:attrNameLst>
                                      </p:cBhvr>
                                      <p:to>
                                        <p:strVal val="visible"/>
                                      </p:to>
                                    </p:set>
                                    <p:anim calcmode="lin" valueType="num">
                                      <p:cBhvr>
                                        <p:cTn id="50" dur="1000" fill="hold"/>
                                        <p:tgtEl>
                                          <p:spTgt spid="55"/>
                                        </p:tgtEl>
                                        <p:attrNameLst>
                                          <p:attrName>ppt_w</p:attrName>
                                        </p:attrNameLst>
                                      </p:cBhvr>
                                      <p:tavLst>
                                        <p:tav tm="0">
                                          <p:val>
                                            <p:fltVal val="0"/>
                                          </p:val>
                                        </p:tav>
                                        <p:tav tm="100000">
                                          <p:val>
                                            <p:strVal val="#ppt_w"/>
                                          </p:val>
                                        </p:tav>
                                      </p:tavLst>
                                    </p:anim>
                                    <p:anim calcmode="lin" valueType="num">
                                      <p:cBhvr>
                                        <p:cTn id="51" dur="1000" fill="hold"/>
                                        <p:tgtEl>
                                          <p:spTgt spid="55"/>
                                        </p:tgtEl>
                                        <p:attrNameLst>
                                          <p:attrName>ppt_h</p:attrName>
                                        </p:attrNameLst>
                                      </p:cBhvr>
                                      <p:tavLst>
                                        <p:tav tm="0">
                                          <p:val>
                                            <p:fltVal val="0"/>
                                          </p:val>
                                        </p:tav>
                                        <p:tav tm="100000">
                                          <p:val>
                                            <p:strVal val="#ppt_h"/>
                                          </p:val>
                                        </p:tav>
                                      </p:tavLst>
                                    </p:anim>
                                    <p:anim calcmode="lin" valueType="num">
                                      <p:cBhvr>
                                        <p:cTn id="52" dur="1000" fill="hold"/>
                                        <p:tgtEl>
                                          <p:spTgt spid="55"/>
                                        </p:tgtEl>
                                        <p:attrNameLst>
                                          <p:attrName>style.rotation</p:attrName>
                                        </p:attrNameLst>
                                      </p:cBhvr>
                                      <p:tavLst>
                                        <p:tav tm="0">
                                          <p:val>
                                            <p:fltVal val="90"/>
                                          </p:val>
                                        </p:tav>
                                        <p:tav tm="100000">
                                          <p:val>
                                            <p:fltVal val="0"/>
                                          </p:val>
                                        </p:tav>
                                      </p:tavLst>
                                    </p:anim>
                                    <p:animEffect transition="in" filter="fade">
                                      <p:cBhvr>
                                        <p:cTn id="53" dur="1000"/>
                                        <p:tgtEl>
                                          <p:spTgt spid="55"/>
                                        </p:tgtEl>
                                      </p:cBhvr>
                                    </p:animEffect>
                                  </p:childTnLst>
                                </p:cTn>
                              </p:par>
                            </p:childTnLst>
                          </p:cTn>
                        </p:par>
                        <p:par>
                          <p:cTn id="54" fill="hold">
                            <p:stCondLst>
                              <p:cond delay="2000"/>
                            </p:stCondLst>
                            <p:childTnLst>
                              <p:par>
                                <p:cTn id="55" presetID="22" presetClass="entr" presetSubtype="8" fill="hold" nodeType="after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wipe(left)">
                                      <p:cBhvr>
                                        <p:cTn id="57" dur="10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0">
                                            <p:txEl>
                                              <p:pRg st="1" end="1"/>
                                            </p:txEl>
                                          </p:spTgt>
                                        </p:tgtEl>
                                        <p:attrNameLst>
                                          <p:attrName>style.visibility</p:attrName>
                                        </p:attrNameLst>
                                      </p:cBhvr>
                                      <p:to>
                                        <p:strVal val="visible"/>
                                      </p:to>
                                    </p:set>
                                    <p:animEffect transition="in" filter="fade">
                                      <p:cBhvr>
                                        <p:cTn id="62" dur="1000"/>
                                        <p:tgtEl>
                                          <p:spTgt spid="10">
                                            <p:txEl>
                                              <p:pRg st="1" end="1"/>
                                            </p:txEl>
                                          </p:spTgt>
                                        </p:tgtEl>
                                      </p:cBhvr>
                                    </p:animEffect>
                                    <p:anim calcmode="lin" valueType="num">
                                      <p:cBhvr>
                                        <p:cTn id="63"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64"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par>
                          <p:cTn id="65" fill="hold">
                            <p:stCondLst>
                              <p:cond delay="1000"/>
                            </p:stCondLst>
                            <p:childTnLst>
                              <p:par>
                                <p:cTn id="66" presetID="22" presetClass="exit" presetSubtype="2" fill="hold" nodeType="afterEffect">
                                  <p:stCondLst>
                                    <p:cond delay="0"/>
                                  </p:stCondLst>
                                  <p:childTnLst>
                                    <p:animEffect transition="out" filter="wipe(right)">
                                      <p:cBhvr>
                                        <p:cTn id="67" dur="500"/>
                                        <p:tgtEl>
                                          <p:spTgt spid="51"/>
                                        </p:tgtEl>
                                      </p:cBhvr>
                                    </p:animEffect>
                                    <p:set>
                                      <p:cBhvr>
                                        <p:cTn id="68" dur="1" fill="hold">
                                          <p:stCondLst>
                                            <p:cond delay="499"/>
                                          </p:stCondLst>
                                        </p:cTn>
                                        <p:tgtEl>
                                          <p:spTgt spid="51"/>
                                        </p:tgtEl>
                                        <p:attrNameLst>
                                          <p:attrName>style.visibility</p:attrName>
                                        </p:attrNameLst>
                                      </p:cBhvr>
                                      <p:to>
                                        <p:strVal val="hidden"/>
                                      </p:to>
                                    </p:set>
                                  </p:childTnLst>
                                </p:cTn>
                              </p:par>
                              <p:par>
                                <p:cTn id="69" presetID="22" presetClass="exit" presetSubtype="2" fill="hold" nodeType="withEffect">
                                  <p:stCondLst>
                                    <p:cond delay="0"/>
                                  </p:stCondLst>
                                  <p:childTnLst>
                                    <p:animEffect transition="out" filter="wipe(right)">
                                      <p:cBhvr>
                                        <p:cTn id="70" dur="500"/>
                                        <p:tgtEl>
                                          <p:spTgt spid="52"/>
                                        </p:tgtEl>
                                      </p:cBhvr>
                                    </p:animEffect>
                                    <p:set>
                                      <p:cBhvr>
                                        <p:cTn id="71" dur="1" fill="hold">
                                          <p:stCondLst>
                                            <p:cond delay="499"/>
                                          </p:stCondLst>
                                        </p:cTn>
                                        <p:tgtEl>
                                          <p:spTgt spid="52"/>
                                        </p:tgtEl>
                                        <p:attrNameLst>
                                          <p:attrName>style.visibility</p:attrName>
                                        </p:attrNameLst>
                                      </p:cBhvr>
                                      <p:to>
                                        <p:strVal val="hidden"/>
                                      </p:to>
                                    </p:set>
                                  </p:childTnLst>
                                </p:cTn>
                              </p:par>
                              <p:par>
                                <p:cTn id="72" presetID="22" presetClass="exit" presetSubtype="2" fill="hold" grpId="1" nodeType="withEffect">
                                  <p:stCondLst>
                                    <p:cond delay="0"/>
                                  </p:stCondLst>
                                  <p:childTnLst>
                                    <p:animEffect transition="out" filter="wipe(right)">
                                      <p:cBhvr>
                                        <p:cTn id="73" dur="500"/>
                                        <p:tgtEl>
                                          <p:spTgt spid="55"/>
                                        </p:tgtEl>
                                      </p:cBhvr>
                                    </p:animEffect>
                                    <p:set>
                                      <p:cBhvr>
                                        <p:cTn id="74" dur="1" fill="hold">
                                          <p:stCondLst>
                                            <p:cond delay="499"/>
                                          </p:stCondLst>
                                        </p:cTn>
                                        <p:tgtEl>
                                          <p:spTgt spid="55"/>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2">
                                            <p:txEl>
                                              <p:pRg st="0" end="0"/>
                                            </p:txEl>
                                          </p:spTgt>
                                        </p:tgtEl>
                                        <p:attrNameLst>
                                          <p:attrName>style.visibility</p:attrName>
                                        </p:attrNameLst>
                                      </p:cBhvr>
                                      <p:to>
                                        <p:strVal val="visible"/>
                                      </p:to>
                                    </p:set>
                                    <p:animEffect transition="in" filter="fade">
                                      <p:cBhvr>
                                        <p:cTn id="79" dur="1000"/>
                                        <p:tgtEl>
                                          <p:spTgt spid="12">
                                            <p:txEl>
                                              <p:pRg st="0" end="0"/>
                                            </p:txEl>
                                          </p:spTgt>
                                        </p:tgtEl>
                                      </p:cBhvr>
                                    </p:animEffect>
                                    <p:anim calcmode="lin" valueType="num">
                                      <p:cBhvr>
                                        <p:cTn id="80"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81"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par>
                          <p:cTn id="82" fill="hold">
                            <p:stCondLst>
                              <p:cond delay="1000"/>
                            </p:stCondLst>
                            <p:childTnLst>
                              <p:par>
                                <p:cTn id="83" presetID="22" presetClass="entr" presetSubtype="8" fill="hold" nodeType="afterEffect">
                                  <p:stCondLst>
                                    <p:cond delay="0"/>
                                  </p:stCondLst>
                                  <p:childTnLst>
                                    <p:set>
                                      <p:cBhvr>
                                        <p:cTn id="84" dur="1" fill="hold">
                                          <p:stCondLst>
                                            <p:cond delay="0"/>
                                          </p:stCondLst>
                                        </p:cTn>
                                        <p:tgtEl>
                                          <p:spTgt spid="129"/>
                                        </p:tgtEl>
                                        <p:attrNameLst>
                                          <p:attrName>style.visibility</p:attrName>
                                        </p:attrNameLst>
                                      </p:cBhvr>
                                      <p:to>
                                        <p:strVal val="visible"/>
                                      </p:to>
                                    </p:set>
                                    <p:animEffect transition="in" filter="wipe(left)">
                                      <p:cBhvr>
                                        <p:cTn id="85" dur="500"/>
                                        <p:tgtEl>
                                          <p:spTgt spid="129"/>
                                        </p:tgtEl>
                                      </p:cBhvr>
                                    </p:animEffect>
                                  </p:childTnLst>
                                </p:cTn>
                              </p:par>
                            </p:childTnLst>
                          </p:cTn>
                        </p:par>
                        <p:par>
                          <p:cTn id="86" fill="hold">
                            <p:stCondLst>
                              <p:cond delay="1500"/>
                            </p:stCondLst>
                            <p:childTnLst>
                              <p:par>
                                <p:cTn id="87" presetID="10" presetClass="entr" presetSubtype="0" fill="hold" nodeType="afterEffect">
                                  <p:stCondLst>
                                    <p:cond delay="0"/>
                                  </p:stCondLst>
                                  <p:childTnLst>
                                    <p:set>
                                      <p:cBhvr>
                                        <p:cTn id="88" dur="1" fill="hold">
                                          <p:stCondLst>
                                            <p:cond delay="0"/>
                                          </p:stCondLst>
                                        </p:cTn>
                                        <p:tgtEl>
                                          <p:spTgt spid="102"/>
                                        </p:tgtEl>
                                        <p:attrNameLst>
                                          <p:attrName>style.visibility</p:attrName>
                                        </p:attrNameLst>
                                      </p:cBhvr>
                                      <p:to>
                                        <p:strVal val="visible"/>
                                      </p:to>
                                    </p:set>
                                    <p:animEffect transition="in" filter="fade">
                                      <p:cBhvr>
                                        <p:cTn id="89" dur="500"/>
                                        <p:tgtEl>
                                          <p:spTgt spid="102"/>
                                        </p:tgtEl>
                                      </p:cBhvr>
                                    </p:animEffect>
                                  </p:childTnLst>
                                </p:cTn>
                              </p:par>
                              <p:par>
                                <p:cTn id="90" presetID="10" presetClass="entr" presetSubtype="0" fill="hold" nodeType="withEffect">
                                  <p:stCondLst>
                                    <p:cond delay="0"/>
                                  </p:stCondLst>
                                  <p:childTnLst>
                                    <p:set>
                                      <p:cBhvr>
                                        <p:cTn id="91" dur="1" fill="hold">
                                          <p:stCondLst>
                                            <p:cond delay="0"/>
                                          </p:stCondLst>
                                        </p:cTn>
                                        <p:tgtEl>
                                          <p:spTgt spid="57"/>
                                        </p:tgtEl>
                                        <p:attrNameLst>
                                          <p:attrName>style.visibility</p:attrName>
                                        </p:attrNameLst>
                                      </p:cBhvr>
                                      <p:to>
                                        <p:strVal val="visible"/>
                                      </p:to>
                                    </p:set>
                                    <p:animEffect transition="in" filter="fade">
                                      <p:cBhvr>
                                        <p:cTn id="92" dur="500"/>
                                        <p:tgtEl>
                                          <p:spTgt spid="57"/>
                                        </p:tgtEl>
                                      </p:cBhvr>
                                    </p:animEffec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500"/>
                                        <p:tgtEl>
                                          <p:spTgt spid="15"/>
                                        </p:tgtEl>
                                      </p:cBhvr>
                                    </p:animEffect>
                                  </p:childTnLst>
                                </p:cTn>
                              </p:par>
                              <p:par>
                                <p:cTn id="96" presetID="10" presetClass="entr" presetSubtype="0" fill="hold" nodeType="with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500"/>
                                        <p:tgtEl>
                                          <p:spTgt spid="16"/>
                                        </p:tgtEl>
                                      </p:cBhvr>
                                    </p:animEffect>
                                  </p:childTnLst>
                                </p:cTn>
                              </p:par>
                            </p:childTnLst>
                          </p:cTn>
                        </p:par>
                        <p:par>
                          <p:cTn id="99" fill="hold">
                            <p:stCondLst>
                              <p:cond delay="2000"/>
                            </p:stCondLst>
                            <p:childTnLst>
                              <p:par>
                                <p:cTn id="100" presetID="22" presetClass="entr" presetSubtype="8" fill="hold" nodeType="afterEffect">
                                  <p:stCondLst>
                                    <p:cond delay="0"/>
                                  </p:stCondLst>
                                  <p:childTnLst>
                                    <p:set>
                                      <p:cBhvr>
                                        <p:cTn id="101" dur="1" fill="hold">
                                          <p:stCondLst>
                                            <p:cond delay="0"/>
                                          </p:stCondLst>
                                        </p:cTn>
                                        <p:tgtEl>
                                          <p:spTgt spid="51"/>
                                        </p:tgtEl>
                                        <p:attrNameLst>
                                          <p:attrName>style.visibility</p:attrName>
                                        </p:attrNameLst>
                                      </p:cBhvr>
                                      <p:to>
                                        <p:strVal val="visible"/>
                                      </p:to>
                                    </p:set>
                                    <p:animEffect transition="in" filter="wipe(left)">
                                      <p:cBhvr>
                                        <p:cTn id="102" dur="500"/>
                                        <p:tgtEl>
                                          <p:spTgt spid="51"/>
                                        </p:tgtEl>
                                      </p:cBhvr>
                                    </p:animEffect>
                                  </p:childTnLst>
                                </p:cTn>
                              </p:par>
                            </p:childTnLst>
                          </p:cTn>
                        </p:par>
                      </p:childTnLst>
                    </p:cTn>
                  </p:par>
                  <p:par>
                    <p:cTn id="103" fill="hold">
                      <p:stCondLst>
                        <p:cond delay="indefinite"/>
                      </p:stCondLst>
                      <p:childTnLst>
                        <p:par>
                          <p:cTn id="104" fill="hold">
                            <p:stCondLst>
                              <p:cond delay="0"/>
                            </p:stCondLst>
                            <p:childTnLst>
                              <p:par>
                                <p:cTn id="105" presetID="31" presetClass="entr" presetSubtype="0" fill="hold" grpId="0" nodeType="clickEffect">
                                  <p:stCondLst>
                                    <p:cond delay="0"/>
                                  </p:stCondLst>
                                  <p:childTnLst>
                                    <p:set>
                                      <p:cBhvr>
                                        <p:cTn id="106" dur="1" fill="hold">
                                          <p:stCondLst>
                                            <p:cond delay="0"/>
                                          </p:stCondLst>
                                        </p:cTn>
                                        <p:tgtEl>
                                          <p:spTgt spid="103"/>
                                        </p:tgtEl>
                                        <p:attrNameLst>
                                          <p:attrName>style.visibility</p:attrName>
                                        </p:attrNameLst>
                                      </p:cBhvr>
                                      <p:to>
                                        <p:strVal val="visible"/>
                                      </p:to>
                                    </p:set>
                                    <p:anim calcmode="lin" valueType="num">
                                      <p:cBhvr>
                                        <p:cTn id="107" dur="1000" fill="hold"/>
                                        <p:tgtEl>
                                          <p:spTgt spid="103"/>
                                        </p:tgtEl>
                                        <p:attrNameLst>
                                          <p:attrName>ppt_w</p:attrName>
                                        </p:attrNameLst>
                                      </p:cBhvr>
                                      <p:tavLst>
                                        <p:tav tm="0">
                                          <p:val>
                                            <p:fltVal val="0"/>
                                          </p:val>
                                        </p:tav>
                                        <p:tav tm="100000">
                                          <p:val>
                                            <p:strVal val="#ppt_w"/>
                                          </p:val>
                                        </p:tav>
                                      </p:tavLst>
                                    </p:anim>
                                    <p:anim calcmode="lin" valueType="num">
                                      <p:cBhvr>
                                        <p:cTn id="108" dur="1000" fill="hold"/>
                                        <p:tgtEl>
                                          <p:spTgt spid="103"/>
                                        </p:tgtEl>
                                        <p:attrNameLst>
                                          <p:attrName>ppt_h</p:attrName>
                                        </p:attrNameLst>
                                      </p:cBhvr>
                                      <p:tavLst>
                                        <p:tav tm="0">
                                          <p:val>
                                            <p:fltVal val="0"/>
                                          </p:val>
                                        </p:tav>
                                        <p:tav tm="100000">
                                          <p:val>
                                            <p:strVal val="#ppt_h"/>
                                          </p:val>
                                        </p:tav>
                                      </p:tavLst>
                                    </p:anim>
                                    <p:anim calcmode="lin" valueType="num">
                                      <p:cBhvr>
                                        <p:cTn id="109" dur="1000" fill="hold"/>
                                        <p:tgtEl>
                                          <p:spTgt spid="103"/>
                                        </p:tgtEl>
                                        <p:attrNameLst>
                                          <p:attrName>style.rotation</p:attrName>
                                        </p:attrNameLst>
                                      </p:cBhvr>
                                      <p:tavLst>
                                        <p:tav tm="0">
                                          <p:val>
                                            <p:fltVal val="90"/>
                                          </p:val>
                                        </p:tav>
                                        <p:tav tm="100000">
                                          <p:val>
                                            <p:fltVal val="0"/>
                                          </p:val>
                                        </p:tav>
                                      </p:tavLst>
                                    </p:anim>
                                    <p:animEffect transition="in" filter="fade">
                                      <p:cBhvr>
                                        <p:cTn id="110" dur="1000"/>
                                        <p:tgtEl>
                                          <p:spTgt spid="103"/>
                                        </p:tgtEl>
                                      </p:cBhvr>
                                    </p:animEffect>
                                  </p:childTnLst>
                                </p:cTn>
                              </p:par>
                            </p:childTnLst>
                          </p:cTn>
                        </p:par>
                        <p:par>
                          <p:cTn id="111" fill="hold">
                            <p:stCondLst>
                              <p:cond delay="1000"/>
                            </p:stCondLst>
                            <p:childTnLst>
                              <p:par>
                                <p:cTn id="112" presetID="22" presetClass="exit" presetSubtype="2" fill="hold" nodeType="afterEffect">
                                  <p:stCondLst>
                                    <p:cond delay="0"/>
                                  </p:stCondLst>
                                  <p:childTnLst>
                                    <p:animEffect transition="out" filter="wipe(right)">
                                      <p:cBhvr>
                                        <p:cTn id="113" dur="500"/>
                                        <p:tgtEl>
                                          <p:spTgt spid="51"/>
                                        </p:tgtEl>
                                      </p:cBhvr>
                                    </p:animEffect>
                                    <p:set>
                                      <p:cBhvr>
                                        <p:cTn id="114" dur="1" fill="hold">
                                          <p:stCondLst>
                                            <p:cond delay="499"/>
                                          </p:stCondLst>
                                        </p:cTn>
                                        <p:tgtEl>
                                          <p:spTgt spid="51"/>
                                        </p:tgtEl>
                                        <p:attrNameLst>
                                          <p:attrName>style.visibility</p:attrName>
                                        </p:attrNameLst>
                                      </p:cBhvr>
                                      <p:to>
                                        <p:strVal val="hidden"/>
                                      </p:to>
                                    </p:set>
                                  </p:childTnLst>
                                </p:cTn>
                              </p:par>
                            </p:childTnLst>
                          </p:cTn>
                        </p:par>
                        <p:par>
                          <p:cTn id="115" fill="hold">
                            <p:stCondLst>
                              <p:cond delay="1500"/>
                            </p:stCondLst>
                            <p:childTnLst>
                              <p:par>
                                <p:cTn id="116" presetID="22" presetClass="exit" presetSubtype="2" fill="hold" grpId="1" nodeType="afterEffect">
                                  <p:stCondLst>
                                    <p:cond delay="0"/>
                                  </p:stCondLst>
                                  <p:childTnLst>
                                    <p:animEffect transition="out" filter="wipe(right)">
                                      <p:cBhvr>
                                        <p:cTn id="117" dur="500"/>
                                        <p:tgtEl>
                                          <p:spTgt spid="103"/>
                                        </p:tgtEl>
                                      </p:cBhvr>
                                    </p:animEffect>
                                    <p:set>
                                      <p:cBhvr>
                                        <p:cTn id="118" dur="1" fill="hold">
                                          <p:stCondLst>
                                            <p:cond delay="499"/>
                                          </p:stCondLst>
                                        </p:cTn>
                                        <p:tgtEl>
                                          <p:spTgt spid="103"/>
                                        </p:tgtEl>
                                        <p:attrNameLst>
                                          <p:attrName>style.visibility</p:attrName>
                                        </p:attrNameLst>
                                      </p:cBhvr>
                                      <p:to>
                                        <p:strVal val="hidden"/>
                                      </p:to>
                                    </p:set>
                                  </p:childTnLst>
                                </p:cTn>
                              </p:par>
                            </p:childTnLst>
                          </p:cTn>
                        </p:par>
                        <p:par>
                          <p:cTn id="119" fill="hold">
                            <p:stCondLst>
                              <p:cond delay="2000"/>
                            </p:stCondLst>
                            <p:childTnLst>
                              <p:par>
                                <p:cTn id="120" presetID="42" presetClass="entr" presetSubtype="0" fill="hold" grpId="0" nodeType="afterEffect">
                                  <p:stCondLst>
                                    <p:cond delay="0"/>
                                  </p:stCondLst>
                                  <p:childTnLst>
                                    <p:set>
                                      <p:cBhvr>
                                        <p:cTn id="121" dur="1" fill="hold">
                                          <p:stCondLst>
                                            <p:cond delay="0"/>
                                          </p:stCondLst>
                                        </p:cTn>
                                        <p:tgtEl>
                                          <p:spTgt spid="12">
                                            <p:txEl>
                                              <p:pRg st="1" end="1"/>
                                            </p:txEl>
                                          </p:spTgt>
                                        </p:tgtEl>
                                        <p:attrNameLst>
                                          <p:attrName>style.visibility</p:attrName>
                                        </p:attrNameLst>
                                      </p:cBhvr>
                                      <p:to>
                                        <p:strVal val="visible"/>
                                      </p:to>
                                    </p:set>
                                    <p:animEffect transition="in" filter="fade">
                                      <p:cBhvr>
                                        <p:cTn id="122" dur="1000"/>
                                        <p:tgtEl>
                                          <p:spTgt spid="12">
                                            <p:txEl>
                                              <p:pRg st="1" end="1"/>
                                            </p:txEl>
                                          </p:spTgt>
                                        </p:tgtEl>
                                      </p:cBhvr>
                                    </p:animEffect>
                                    <p:anim calcmode="lin" valueType="num">
                                      <p:cBhvr>
                                        <p:cTn id="123"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124"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par>
                          <p:cTn id="125" fill="hold">
                            <p:stCondLst>
                              <p:cond delay="3000"/>
                            </p:stCondLst>
                            <p:childTnLst>
                              <p:par>
                                <p:cTn id="126" presetID="22" presetClass="entr" presetSubtype="8" fill="hold" nodeType="afterEffect">
                                  <p:stCondLst>
                                    <p:cond delay="0"/>
                                  </p:stCondLst>
                                  <p:childTnLst>
                                    <p:set>
                                      <p:cBhvr>
                                        <p:cTn id="127" dur="1" fill="hold">
                                          <p:stCondLst>
                                            <p:cond delay="0"/>
                                          </p:stCondLst>
                                        </p:cTn>
                                        <p:tgtEl>
                                          <p:spTgt spid="104"/>
                                        </p:tgtEl>
                                        <p:attrNameLst>
                                          <p:attrName>style.visibility</p:attrName>
                                        </p:attrNameLst>
                                      </p:cBhvr>
                                      <p:to>
                                        <p:strVal val="visible"/>
                                      </p:to>
                                    </p:set>
                                    <p:animEffect transition="in" filter="wipe(left)">
                                      <p:cBhvr>
                                        <p:cTn id="128" dur="1000"/>
                                        <p:tgtEl>
                                          <p:spTgt spid="104"/>
                                        </p:tgtEl>
                                      </p:cBhvr>
                                    </p:animEffect>
                                  </p:childTnLst>
                                </p:cTn>
                              </p:par>
                            </p:childTnLst>
                          </p:cTn>
                        </p:par>
                      </p:childTnLst>
                    </p:cTn>
                  </p:par>
                  <p:par>
                    <p:cTn id="129" fill="hold">
                      <p:stCondLst>
                        <p:cond delay="indefinite"/>
                      </p:stCondLst>
                      <p:childTnLst>
                        <p:par>
                          <p:cTn id="130" fill="hold">
                            <p:stCondLst>
                              <p:cond delay="0"/>
                            </p:stCondLst>
                            <p:childTnLst>
                              <p:par>
                                <p:cTn id="131" presetID="47" presetClass="entr" presetSubtype="0" fill="hold" nodeType="clickEffect">
                                  <p:stCondLst>
                                    <p:cond delay="0"/>
                                  </p:stCondLst>
                                  <p:childTnLst>
                                    <p:set>
                                      <p:cBhvr>
                                        <p:cTn id="132" dur="1" fill="hold">
                                          <p:stCondLst>
                                            <p:cond delay="0"/>
                                          </p:stCondLst>
                                        </p:cTn>
                                        <p:tgtEl>
                                          <p:spTgt spid="24"/>
                                        </p:tgtEl>
                                        <p:attrNameLst>
                                          <p:attrName>style.visibility</p:attrName>
                                        </p:attrNameLst>
                                      </p:cBhvr>
                                      <p:to>
                                        <p:strVal val="visible"/>
                                      </p:to>
                                    </p:set>
                                    <p:animEffect transition="in" filter="fade">
                                      <p:cBhvr>
                                        <p:cTn id="133" dur="1000"/>
                                        <p:tgtEl>
                                          <p:spTgt spid="24"/>
                                        </p:tgtEl>
                                      </p:cBhvr>
                                    </p:animEffect>
                                    <p:anim calcmode="lin" valueType="num">
                                      <p:cBhvr>
                                        <p:cTn id="134" dur="1000" fill="hold"/>
                                        <p:tgtEl>
                                          <p:spTgt spid="24"/>
                                        </p:tgtEl>
                                        <p:attrNameLst>
                                          <p:attrName>ppt_x</p:attrName>
                                        </p:attrNameLst>
                                      </p:cBhvr>
                                      <p:tavLst>
                                        <p:tav tm="0">
                                          <p:val>
                                            <p:strVal val="#ppt_x"/>
                                          </p:val>
                                        </p:tav>
                                        <p:tav tm="100000">
                                          <p:val>
                                            <p:strVal val="#ppt_x"/>
                                          </p:val>
                                        </p:tav>
                                      </p:tavLst>
                                    </p:anim>
                                    <p:anim calcmode="lin" valueType="num">
                                      <p:cBhvr>
                                        <p:cTn id="135" dur="1000" fill="hold"/>
                                        <p:tgtEl>
                                          <p:spTgt spid="24"/>
                                        </p:tgtEl>
                                        <p:attrNameLst>
                                          <p:attrName>ppt_y</p:attrName>
                                        </p:attrNameLst>
                                      </p:cBhvr>
                                      <p:tavLst>
                                        <p:tav tm="0">
                                          <p:val>
                                            <p:strVal val="#ppt_y-.1"/>
                                          </p:val>
                                        </p:tav>
                                        <p:tav tm="100000">
                                          <p:val>
                                            <p:strVal val="#ppt_y"/>
                                          </p:val>
                                        </p:tav>
                                      </p:tavLst>
                                    </p:anim>
                                  </p:childTnLst>
                                </p:cTn>
                              </p:par>
                            </p:childTnLst>
                          </p:cTn>
                        </p:par>
                        <p:par>
                          <p:cTn id="136" fill="hold">
                            <p:stCondLst>
                              <p:cond delay="1000"/>
                            </p:stCondLst>
                            <p:childTnLst>
                              <p:par>
                                <p:cTn id="137" presetID="22" presetClass="exit" presetSubtype="2" fill="hold" nodeType="afterEffect">
                                  <p:stCondLst>
                                    <p:cond delay="0"/>
                                  </p:stCondLst>
                                  <p:childTnLst>
                                    <p:animEffect transition="out" filter="wipe(right)">
                                      <p:cBhvr>
                                        <p:cTn id="138" dur="500"/>
                                        <p:tgtEl>
                                          <p:spTgt spid="104"/>
                                        </p:tgtEl>
                                      </p:cBhvr>
                                    </p:animEffect>
                                    <p:set>
                                      <p:cBhvr>
                                        <p:cTn id="139" dur="1" fill="hold">
                                          <p:stCondLst>
                                            <p:cond delay="499"/>
                                          </p:stCondLst>
                                        </p:cTn>
                                        <p:tgtEl>
                                          <p:spTgt spid="104"/>
                                        </p:tgtEl>
                                        <p:attrNameLst>
                                          <p:attrName>style.visibility</p:attrName>
                                        </p:attrNameLst>
                                      </p:cBhvr>
                                      <p:to>
                                        <p:strVal val="hidden"/>
                                      </p:to>
                                    </p:set>
                                  </p:childTnLst>
                                </p:cTn>
                              </p:par>
                            </p:childTnLst>
                          </p:cTn>
                        </p:par>
                        <p:par>
                          <p:cTn id="140" fill="hold">
                            <p:stCondLst>
                              <p:cond delay="1500"/>
                            </p:stCondLst>
                            <p:childTnLst>
                              <p:par>
                                <p:cTn id="141" presetID="42" presetClass="entr" presetSubtype="0" fill="hold" grpId="0" nodeType="afterEffect">
                                  <p:stCondLst>
                                    <p:cond delay="0"/>
                                  </p:stCondLst>
                                  <p:childTnLst>
                                    <p:set>
                                      <p:cBhvr>
                                        <p:cTn id="142" dur="1" fill="hold">
                                          <p:stCondLst>
                                            <p:cond delay="0"/>
                                          </p:stCondLst>
                                        </p:cTn>
                                        <p:tgtEl>
                                          <p:spTgt spid="12">
                                            <p:txEl>
                                              <p:pRg st="2" end="2"/>
                                            </p:txEl>
                                          </p:spTgt>
                                        </p:tgtEl>
                                        <p:attrNameLst>
                                          <p:attrName>style.visibility</p:attrName>
                                        </p:attrNameLst>
                                      </p:cBhvr>
                                      <p:to>
                                        <p:strVal val="visible"/>
                                      </p:to>
                                    </p:set>
                                    <p:animEffect transition="in" filter="fade">
                                      <p:cBhvr>
                                        <p:cTn id="143" dur="1000"/>
                                        <p:tgtEl>
                                          <p:spTgt spid="12">
                                            <p:txEl>
                                              <p:pRg st="2" end="2"/>
                                            </p:txEl>
                                          </p:spTgt>
                                        </p:tgtEl>
                                      </p:cBhvr>
                                    </p:animEffect>
                                    <p:anim calcmode="lin" valueType="num">
                                      <p:cBhvr>
                                        <p:cTn id="144"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45"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par>
                          <p:cTn id="146" fill="hold">
                            <p:stCondLst>
                              <p:cond delay="2500"/>
                            </p:stCondLst>
                            <p:childTnLst>
                              <p:par>
                                <p:cTn id="147" presetID="22" presetClass="entr" presetSubtype="8" fill="hold" nodeType="afterEffect">
                                  <p:stCondLst>
                                    <p:cond delay="0"/>
                                  </p:stCondLst>
                                  <p:childTnLst>
                                    <p:set>
                                      <p:cBhvr>
                                        <p:cTn id="148" dur="1" fill="hold">
                                          <p:stCondLst>
                                            <p:cond delay="0"/>
                                          </p:stCondLst>
                                        </p:cTn>
                                        <p:tgtEl>
                                          <p:spTgt spid="106"/>
                                        </p:tgtEl>
                                        <p:attrNameLst>
                                          <p:attrName>style.visibility</p:attrName>
                                        </p:attrNameLst>
                                      </p:cBhvr>
                                      <p:to>
                                        <p:strVal val="visible"/>
                                      </p:to>
                                    </p:set>
                                    <p:animEffect transition="in" filter="wipe(left)">
                                      <p:cBhvr>
                                        <p:cTn id="149" dur="1000"/>
                                        <p:tgtEl>
                                          <p:spTgt spid="106"/>
                                        </p:tgtEl>
                                      </p:cBhvr>
                                    </p:animEffect>
                                  </p:childTnLst>
                                </p:cTn>
                              </p:par>
                            </p:childTnLst>
                          </p:cTn>
                        </p:par>
                      </p:childTnLst>
                    </p:cTn>
                  </p:par>
                  <p:par>
                    <p:cTn id="150" fill="hold">
                      <p:stCondLst>
                        <p:cond delay="indefinite"/>
                      </p:stCondLst>
                      <p:childTnLst>
                        <p:par>
                          <p:cTn id="151" fill="hold">
                            <p:stCondLst>
                              <p:cond delay="0"/>
                            </p:stCondLst>
                            <p:childTnLst>
                              <p:par>
                                <p:cTn id="152" presetID="31" presetClass="entr" presetSubtype="0" fill="hold" grpId="0" nodeType="clickEffect">
                                  <p:stCondLst>
                                    <p:cond delay="0"/>
                                  </p:stCondLst>
                                  <p:childTnLst>
                                    <p:set>
                                      <p:cBhvr>
                                        <p:cTn id="153" dur="1" fill="hold">
                                          <p:stCondLst>
                                            <p:cond delay="0"/>
                                          </p:stCondLst>
                                        </p:cTn>
                                        <p:tgtEl>
                                          <p:spTgt spid="109"/>
                                        </p:tgtEl>
                                        <p:attrNameLst>
                                          <p:attrName>style.visibility</p:attrName>
                                        </p:attrNameLst>
                                      </p:cBhvr>
                                      <p:to>
                                        <p:strVal val="visible"/>
                                      </p:to>
                                    </p:set>
                                    <p:anim calcmode="lin" valueType="num">
                                      <p:cBhvr>
                                        <p:cTn id="154" dur="1000" fill="hold"/>
                                        <p:tgtEl>
                                          <p:spTgt spid="109"/>
                                        </p:tgtEl>
                                        <p:attrNameLst>
                                          <p:attrName>ppt_w</p:attrName>
                                        </p:attrNameLst>
                                      </p:cBhvr>
                                      <p:tavLst>
                                        <p:tav tm="0">
                                          <p:val>
                                            <p:fltVal val="0"/>
                                          </p:val>
                                        </p:tav>
                                        <p:tav tm="100000">
                                          <p:val>
                                            <p:strVal val="#ppt_w"/>
                                          </p:val>
                                        </p:tav>
                                      </p:tavLst>
                                    </p:anim>
                                    <p:anim calcmode="lin" valueType="num">
                                      <p:cBhvr>
                                        <p:cTn id="155" dur="1000" fill="hold"/>
                                        <p:tgtEl>
                                          <p:spTgt spid="109"/>
                                        </p:tgtEl>
                                        <p:attrNameLst>
                                          <p:attrName>ppt_h</p:attrName>
                                        </p:attrNameLst>
                                      </p:cBhvr>
                                      <p:tavLst>
                                        <p:tav tm="0">
                                          <p:val>
                                            <p:fltVal val="0"/>
                                          </p:val>
                                        </p:tav>
                                        <p:tav tm="100000">
                                          <p:val>
                                            <p:strVal val="#ppt_h"/>
                                          </p:val>
                                        </p:tav>
                                      </p:tavLst>
                                    </p:anim>
                                    <p:anim calcmode="lin" valueType="num">
                                      <p:cBhvr>
                                        <p:cTn id="156" dur="1000" fill="hold"/>
                                        <p:tgtEl>
                                          <p:spTgt spid="109"/>
                                        </p:tgtEl>
                                        <p:attrNameLst>
                                          <p:attrName>style.rotation</p:attrName>
                                        </p:attrNameLst>
                                      </p:cBhvr>
                                      <p:tavLst>
                                        <p:tav tm="0">
                                          <p:val>
                                            <p:fltVal val="90"/>
                                          </p:val>
                                        </p:tav>
                                        <p:tav tm="100000">
                                          <p:val>
                                            <p:fltVal val="0"/>
                                          </p:val>
                                        </p:tav>
                                      </p:tavLst>
                                    </p:anim>
                                    <p:animEffect transition="in" filter="fade">
                                      <p:cBhvr>
                                        <p:cTn id="157" dur="1000"/>
                                        <p:tgtEl>
                                          <p:spTgt spid="109"/>
                                        </p:tgtEl>
                                      </p:cBhvr>
                                    </p:animEffect>
                                  </p:childTnLst>
                                </p:cTn>
                              </p:par>
                            </p:childTnLst>
                          </p:cTn>
                        </p:par>
                        <p:par>
                          <p:cTn id="158" fill="hold">
                            <p:stCondLst>
                              <p:cond delay="1000"/>
                            </p:stCondLst>
                            <p:childTnLst>
                              <p:par>
                                <p:cTn id="159" presetID="64" presetClass="path" presetSubtype="0" accel="50000" decel="50000" fill="hold" grpId="1" nodeType="afterEffect">
                                  <p:stCondLst>
                                    <p:cond delay="0"/>
                                  </p:stCondLst>
                                  <p:childTnLst>
                                    <p:animMotion origin="layout" path="M 3.33333E-6 -1.48148E-6 L -0.07761 -0.19167 " pathEditMode="relative" rAng="0" ptsTypes="AA">
                                      <p:cBhvr>
                                        <p:cTn id="160" dur="2000" fill="hold"/>
                                        <p:tgtEl>
                                          <p:spTgt spid="109"/>
                                        </p:tgtEl>
                                        <p:attrNameLst>
                                          <p:attrName>ppt_x</p:attrName>
                                          <p:attrName>ppt_y</p:attrName>
                                        </p:attrNameLst>
                                      </p:cBhvr>
                                      <p:rCtr x="-3880" y="-9583"/>
                                    </p:animMotion>
                                  </p:childTnLst>
                                </p:cTn>
                              </p:par>
                            </p:childTnLst>
                          </p:cTn>
                        </p:par>
                        <p:par>
                          <p:cTn id="161" fill="hold">
                            <p:stCondLst>
                              <p:cond delay="3000"/>
                            </p:stCondLst>
                            <p:childTnLst>
                              <p:par>
                                <p:cTn id="162" presetID="22" presetClass="exit" presetSubtype="2" fill="hold" nodeType="afterEffect">
                                  <p:stCondLst>
                                    <p:cond delay="0"/>
                                  </p:stCondLst>
                                  <p:childTnLst>
                                    <p:animEffect transition="out" filter="wipe(right)">
                                      <p:cBhvr>
                                        <p:cTn id="163" dur="500"/>
                                        <p:tgtEl>
                                          <p:spTgt spid="106"/>
                                        </p:tgtEl>
                                      </p:cBhvr>
                                    </p:animEffect>
                                    <p:set>
                                      <p:cBhvr>
                                        <p:cTn id="164" dur="1" fill="hold">
                                          <p:stCondLst>
                                            <p:cond delay="499"/>
                                          </p:stCondLst>
                                        </p:cTn>
                                        <p:tgtEl>
                                          <p:spTgt spid="106"/>
                                        </p:tgtEl>
                                        <p:attrNameLst>
                                          <p:attrName>style.visibility</p:attrName>
                                        </p:attrNameLst>
                                      </p:cBhvr>
                                      <p:to>
                                        <p:strVal val="hidden"/>
                                      </p:to>
                                    </p:set>
                                  </p:childTnLst>
                                </p:cTn>
                              </p:par>
                            </p:childTnLst>
                          </p:cTn>
                        </p:par>
                        <p:par>
                          <p:cTn id="165" fill="hold">
                            <p:stCondLst>
                              <p:cond delay="3500"/>
                            </p:stCondLst>
                            <p:childTnLst>
                              <p:par>
                                <p:cTn id="166" presetID="42" presetClass="entr" presetSubtype="0" fill="hold" grpId="0" nodeType="afterEffect">
                                  <p:stCondLst>
                                    <p:cond delay="0"/>
                                  </p:stCondLst>
                                  <p:childTnLst>
                                    <p:set>
                                      <p:cBhvr>
                                        <p:cTn id="167" dur="1" fill="hold">
                                          <p:stCondLst>
                                            <p:cond delay="0"/>
                                          </p:stCondLst>
                                        </p:cTn>
                                        <p:tgtEl>
                                          <p:spTgt spid="12">
                                            <p:txEl>
                                              <p:pRg st="3" end="3"/>
                                            </p:txEl>
                                          </p:spTgt>
                                        </p:tgtEl>
                                        <p:attrNameLst>
                                          <p:attrName>style.visibility</p:attrName>
                                        </p:attrNameLst>
                                      </p:cBhvr>
                                      <p:to>
                                        <p:strVal val="visible"/>
                                      </p:to>
                                    </p:set>
                                    <p:animEffect transition="in" filter="fade">
                                      <p:cBhvr>
                                        <p:cTn id="168" dur="1000"/>
                                        <p:tgtEl>
                                          <p:spTgt spid="12">
                                            <p:txEl>
                                              <p:pRg st="3" end="3"/>
                                            </p:txEl>
                                          </p:spTgt>
                                        </p:tgtEl>
                                      </p:cBhvr>
                                    </p:animEffect>
                                    <p:anim calcmode="lin" valueType="num">
                                      <p:cBhvr>
                                        <p:cTn id="169"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70"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par>
                          <p:cTn id="171" fill="hold">
                            <p:stCondLst>
                              <p:cond delay="4500"/>
                            </p:stCondLst>
                            <p:childTnLst>
                              <p:par>
                                <p:cTn id="172" presetID="22" presetClass="entr" presetSubtype="8" fill="hold" nodeType="afterEffect">
                                  <p:stCondLst>
                                    <p:cond delay="0"/>
                                  </p:stCondLst>
                                  <p:childTnLst>
                                    <p:set>
                                      <p:cBhvr>
                                        <p:cTn id="173" dur="1" fill="hold">
                                          <p:stCondLst>
                                            <p:cond delay="0"/>
                                          </p:stCondLst>
                                        </p:cTn>
                                        <p:tgtEl>
                                          <p:spTgt spid="110"/>
                                        </p:tgtEl>
                                        <p:attrNameLst>
                                          <p:attrName>style.visibility</p:attrName>
                                        </p:attrNameLst>
                                      </p:cBhvr>
                                      <p:to>
                                        <p:strVal val="visible"/>
                                      </p:to>
                                    </p:set>
                                    <p:animEffect transition="in" filter="wipe(left)">
                                      <p:cBhvr>
                                        <p:cTn id="174" dur="1000"/>
                                        <p:tgtEl>
                                          <p:spTgt spid="110"/>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xit" presetSubtype="2" fill="hold" nodeType="clickEffect">
                                  <p:stCondLst>
                                    <p:cond delay="0"/>
                                  </p:stCondLst>
                                  <p:childTnLst>
                                    <p:animEffect transition="out" filter="wipe(right)">
                                      <p:cBhvr>
                                        <p:cTn id="178" dur="500"/>
                                        <p:tgtEl>
                                          <p:spTgt spid="57"/>
                                        </p:tgtEl>
                                      </p:cBhvr>
                                    </p:animEffect>
                                    <p:set>
                                      <p:cBhvr>
                                        <p:cTn id="179" dur="1" fill="hold">
                                          <p:stCondLst>
                                            <p:cond delay="499"/>
                                          </p:stCondLst>
                                        </p:cTn>
                                        <p:tgtEl>
                                          <p:spTgt spid="57"/>
                                        </p:tgtEl>
                                        <p:attrNameLst>
                                          <p:attrName>style.visibility</p:attrName>
                                        </p:attrNameLst>
                                      </p:cBhvr>
                                      <p:to>
                                        <p:strVal val="hidden"/>
                                      </p:to>
                                    </p:set>
                                  </p:childTnLst>
                                </p:cTn>
                              </p:par>
                            </p:childTnLst>
                          </p:cTn>
                        </p:par>
                        <p:par>
                          <p:cTn id="180" fill="hold">
                            <p:stCondLst>
                              <p:cond delay="500"/>
                            </p:stCondLst>
                            <p:childTnLst>
                              <p:par>
                                <p:cTn id="181" presetID="22" presetClass="entr" presetSubtype="8" fill="hold" grpId="0" nodeType="afterEffect">
                                  <p:stCondLst>
                                    <p:cond delay="0"/>
                                  </p:stCondLst>
                                  <p:childTnLst>
                                    <p:set>
                                      <p:cBhvr>
                                        <p:cTn id="182" dur="1" fill="hold">
                                          <p:stCondLst>
                                            <p:cond delay="0"/>
                                          </p:stCondLst>
                                        </p:cTn>
                                        <p:tgtEl>
                                          <p:spTgt spid="78"/>
                                        </p:tgtEl>
                                        <p:attrNameLst>
                                          <p:attrName>style.visibility</p:attrName>
                                        </p:attrNameLst>
                                      </p:cBhvr>
                                      <p:to>
                                        <p:strVal val="visible"/>
                                      </p:to>
                                    </p:set>
                                    <p:animEffect transition="in" filter="wipe(left)">
                                      <p:cBhvr>
                                        <p:cTn id="183" dur="1000"/>
                                        <p:tgtEl>
                                          <p:spTgt spid="78"/>
                                        </p:tgtEl>
                                      </p:cBhvr>
                                    </p:animEffect>
                                  </p:childTnLst>
                                </p:cTn>
                              </p:par>
                            </p:childTnLst>
                          </p:cTn>
                        </p:par>
                        <p:par>
                          <p:cTn id="184" fill="hold">
                            <p:stCondLst>
                              <p:cond delay="1500"/>
                            </p:stCondLst>
                            <p:childTnLst>
                              <p:par>
                                <p:cTn id="185" presetID="22" presetClass="exit" presetSubtype="2" fill="hold" nodeType="afterEffect">
                                  <p:stCondLst>
                                    <p:cond delay="0"/>
                                  </p:stCondLst>
                                  <p:childTnLst>
                                    <p:animEffect transition="out" filter="wipe(right)">
                                      <p:cBhvr>
                                        <p:cTn id="186" dur="500"/>
                                        <p:tgtEl>
                                          <p:spTgt spid="110"/>
                                        </p:tgtEl>
                                      </p:cBhvr>
                                    </p:animEffect>
                                    <p:set>
                                      <p:cBhvr>
                                        <p:cTn id="187" dur="1" fill="hold">
                                          <p:stCondLst>
                                            <p:cond delay="499"/>
                                          </p:stCondLst>
                                        </p:cTn>
                                        <p:tgtEl>
                                          <p:spTgt spid="110"/>
                                        </p:tgtEl>
                                        <p:attrNameLst>
                                          <p:attrName>style.visibility</p:attrName>
                                        </p:attrNameLst>
                                      </p:cBhvr>
                                      <p:to>
                                        <p:strVal val="hidden"/>
                                      </p:to>
                                    </p:set>
                                  </p:childTnLst>
                                </p:cTn>
                              </p:par>
                            </p:childTnLst>
                          </p:cTn>
                        </p:par>
                        <p:par>
                          <p:cTn id="188" fill="hold">
                            <p:stCondLst>
                              <p:cond delay="3000"/>
                            </p:stCondLst>
                            <p:childTnLst>
                              <p:par>
                                <p:cTn id="189" presetID="22" presetClass="entr" presetSubtype="8" fill="hold" nodeType="afterEffect">
                                  <p:stCondLst>
                                    <p:cond delay="0"/>
                                  </p:stCondLst>
                                  <p:childTnLst>
                                    <p:set>
                                      <p:cBhvr>
                                        <p:cTn id="190" dur="1" fill="hold">
                                          <p:stCondLst>
                                            <p:cond delay="0"/>
                                          </p:stCondLst>
                                        </p:cTn>
                                        <p:tgtEl>
                                          <p:spTgt spid="112"/>
                                        </p:tgtEl>
                                        <p:attrNameLst>
                                          <p:attrName>style.visibility</p:attrName>
                                        </p:attrNameLst>
                                      </p:cBhvr>
                                      <p:to>
                                        <p:strVal val="visible"/>
                                      </p:to>
                                    </p:set>
                                    <p:animEffect transition="in" filter="wipe(left)">
                                      <p:cBhvr>
                                        <p:cTn id="191" dur="500"/>
                                        <p:tgtEl>
                                          <p:spTgt spid="112"/>
                                        </p:tgtEl>
                                      </p:cBhvr>
                                    </p:animEffect>
                                  </p:childTnLst>
                                </p:cTn>
                              </p:par>
                            </p:childTnLst>
                          </p:cTn>
                        </p:par>
                      </p:childTnLst>
                    </p:cTn>
                  </p:par>
                  <p:par>
                    <p:cTn id="192" fill="hold">
                      <p:stCondLst>
                        <p:cond delay="indefinite"/>
                      </p:stCondLst>
                      <p:childTnLst>
                        <p:par>
                          <p:cTn id="193" fill="hold">
                            <p:stCondLst>
                              <p:cond delay="0"/>
                            </p:stCondLst>
                            <p:childTnLst>
                              <p:par>
                                <p:cTn id="194" presetID="31" presetClass="entr" presetSubtype="0" fill="hold" grpId="0" nodeType="clickEffect">
                                  <p:stCondLst>
                                    <p:cond delay="0"/>
                                  </p:stCondLst>
                                  <p:childTnLst>
                                    <p:set>
                                      <p:cBhvr>
                                        <p:cTn id="195" dur="1" fill="hold">
                                          <p:stCondLst>
                                            <p:cond delay="0"/>
                                          </p:stCondLst>
                                        </p:cTn>
                                        <p:tgtEl>
                                          <p:spTgt spid="114"/>
                                        </p:tgtEl>
                                        <p:attrNameLst>
                                          <p:attrName>style.visibility</p:attrName>
                                        </p:attrNameLst>
                                      </p:cBhvr>
                                      <p:to>
                                        <p:strVal val="visible"/>
                                      </p:to>
                                    </p:set>
                                    <p:anim calcmode="lin" valueType="num">
                                      <p:cBhvr>
                                        <p:cTn id="196" dur="1000" fill="hold"/>
                                        <p:tgtEl>
                                          <p:spTgt spid="114"/>
                                        </p:tgtEl>
                                        <p:attrNameLst>
                                          <p:attrName>ppt_w</p:attrName>
                                        </p:attrNameLst>
                                      </p:cBhvr>
                                      <p:tavLst>
                                        <p:tav tm="0">
                                          <p:val>
                                            <p:fltVal val="0"/>
                                          </p:val>
                                        </p:tav>
                                        <p:tav tm="100000">
                                          <p:val>
                                            <p:strVal val="#ppt_w"/>
                                          </p:val>
                                        </p:tav>
                                      </p:tavLst>
                                    </p:anim>
                                    <p:anim calcmode="lin" valueType="num">
                                      <p:cBhvr>
                                        <p:cTn id="197" dur="1000" fill="hold"/>
                                        <p:tgtEl>
                                          <p:spTgt spid="114"/>
                                        </p:tgtEl>
                                        <p:attrNameLst>
                                          <p:attrName>ppt_h</p:attrName>
                                        </p:attrNameLst>
                                      </p:cBhvr>
                                      <p:tavLst>
                                        <p:tav tm="0">
                                          <p:val>
                                            <p:fltVal val="0"/>
                                          </p:val>
                                        </p:tav>
                                        <p:tav tm="100000">
                                          <p:val>
                                            <p:strVal val="#ppt_h"/>
                                          </p:val>
                                        </p:tav>
                                      </p:tavLst>
                                    </p:anim>
                                    <p:anim calcmode="lin" valueType="num">
                                      <p:cBhvr>
                                        <p:cTn id="198" dur="1000" fill="hold"/>
                                        <p:tgtEl>
                                          <p:spTgt spid="114"/>
                                        </p:tgtEl>
                                        <p:attrNameLst>
                                          <p:attrName>style.rotation</p:attrName>
                                        </p:attrNameLst>
                                      </p:cBhvr>
                                      <p:tavLst>
                                        <p:tav tm="0">
                                          <p:val>
                                            <p:fltVal val="90"/>
                                          </p:val>
                                        </p:tav>
                                        <p:tav tm="100000">
                                          <p:val>
                                            <p:fltVal val="0"/>
                                          </p:val>
                                        </p:tav>
                                      </p:tavLst>
                                    </p:anim>
                                    <p:animEffect transition="in" filter="fade">
                                      <p:cBhvr>
                                        <p:cTn id="199" dur="1000"/>
                                        <p:tgtEl>
                                          <p:spTgt spid="114"/>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xit" presetSubtype="2" fill="hold" nodeType="clickEffect">
                                  <p:stCondLst>
                                    <p:cond delay="0"/>
                                  </p:stCondLst>
                                  <p:childTnLst>
                                    <p:animEffect transition="out" filter="wipe(right)">
                                      <p:cBhvr>
                                        <p:cTn id="203" dur="500"/>
                                        <p:tgtEl>
                                          <p:spTgt spid="112"/>
                                        </p:tgtEl>
                                      </p:cBhvr>
                                    </p:animEffect>
                                    <p:set>
                                      <p:cBhvr>
                                        <p:cTn id="204" dur="1" fill="hold">
                                          <p:stCondLst>
                                            <p:cond delay="499"/>
                                          </p:stCondLst>
                                        </p:cTn>
                                        <p:tgtEl>
                                          <p:spTgt spid="112"/>
                                        </p:tgtEl>
                                        <p:attrNameLst>
                                          <p:attrName>style.visibility</p:attrName>
                                        </p:attrNameLst>
                                      </p:cBhvr>
                                      <p:to>
                                        <p:strVal val="hidden"/>
                                      </p:to>
                                    </p:set>
                                  </p:childTnLst>
                                </p:cTn>
                              </p:par>
                            </p:childTnLst>
                          </p:cTn>
                        </p:par>
                        <p:par>
                          <p:cTn id="205" fill="hold">
                            <p:stCondLst>
                              <p:cond delay="500"/>
                            </p:stCondLst>
                            <p:childTnLst>
                              <p:par>
                                <p:cTn id="206" presetID="22" presetClass="exit" presetSubtype="2" fill="hold" grpId="1" nodeType="afterEffect">
                                  <p:stCondLst>
                                    <p:cond delay="0"/>
                                  </p:stCondLst>
                                  <p:childTnLst>
                                    <p:animEffect transition="out" filter="wipe(right)">
                                      <p:cBhvr>
                                        <p:cTn id="207" dur="500"/>
                                        <p:tgtEl>
                                          <p:spTgt spid="114"/>
                                        </p:tgtEl>
                                      </p:cBhvr>
                                    </p:animEffect>
                                    <p:set>
                                      <p:cBhvr>
                                        <p:cTn id="208" dur="1" fill="hold">
                                          <p:stCondLst>
                                            <p:cond delay="499"/>
                                          </p:stCondLst>
                                        </p:cTn>
                                        <p:tgtEl>
                                          <p:spTgt spid="114"/>
                                        </p:tgtEl>
                                        <p:attrNameLst>
                                          <p:attrName>style.visibility</p:attrName>
                                        </p:attrNameLst>
                                      </p:cBhvr>
                                      <p:to>
                                        <p:strVal val="hidden"/>
                                      </p:to>
                                    </p:set>
                                  </p:childTnLst>
                                </p:cTn>
                              </p:par>
                            </p:childTnLst>
                          </p:cTn>
                        </p:par>
                        <p:par>
                          <p:cTn id="209" fill="hold">
                            <p:stCondLst>
                              <p:cond delay="1000"/>
                            </p:stCondLst>
                            <p:childTnLst>
                              <p:par>
                                <p:cTn id="210" presetID="42" presetClass="entr" presetSubtype="0" fill="hold" grpId="0" nodeType="afterEffect">
                                  <p:stCondLst>
                                    <p:cond delay="0"/>
                                  </p:stCondLst>
                                  <p:childTnLst>
                                    <p:set>
                                      <p:cBhvr>
                                        <p:cTn id="211" dur="1" fill="hold">
                                          <p:stCondLst>
                                            <p:cond delay="0"/>
                                          </p:stCondLst>
                                        </p:cTn>
                                        <p:tgtEl>
                                          <p:spTgt spid="12">
                                            <p:txEl>
                                              <p:pRg st="4" end="4"/>
                                            </p:txEl>
                                          </p:spTgt>
                                        </p:tgtEl>
                                        <p:attrNameLst>
                                          <p:attrName>style.visibility</p:attrName>
                                        </p:attrNameLst>
                                      </p:cBhvr>
                                      <p:to>
                                        <p:strVal val="visible"/>
                                      </p:to>
                                    </p:set>
                                    <p:animEffect transition="in" filter="fade">
                                      <p:cBhvr>
                                        <p:cTn id="212" dur="1000"/>
                                        <p:tgtEl>
                                          <p:spTgt spid="12">
                                            <p:txEl>
                                              <p:pRg st="4" end="4"/>
                                            </p:txEl>
                                          </p:spTgt>
                                        </p:tgtEl>
                                      </p:cBhvr>
                                    </p:animEffect>
                                    <p:anim calcmode="lin" valueType="num">
                                      <p:cBhvr>
                                        <p:cTn id="213"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14"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par>
                          <p:cTn id="215" fill="hold">
                            <p:stCondLst>
                              <p:cond delay="2000"/>
                            </p:stCondLst>
                            <p:childTnLst>
                              <p:par>
                                <p:cTn id="216" presetID="22" presetClass="entr" presetSubtype="8" fill="hold" nodeType="afterEffect">
                                  <p:stCondLst>
                                    <p:cond delay="0"/>
                                  </p:stCondLst>
                                  <p:childTnLst>
                                    <p:set>
                                      <p:cBhvr>
                                        <p:cTn id="217" dur="1" fill="hold">
                                          <p:stCondLst>
                                            <p:cond delay="0"/>
                                          </p:stCondLst>
                                        </p:cTn>
                                        <p:tgtEl>
                                          <p:spTgt spid="115"/>
                                        </p:tgtEl>
                                        <p:attrNameLst>
                                          <p:attrName>style.visibility</p:attrName>
                                        </p:attrNameLst>
                                      </p:cBhvr>
                                      <p:to>
                                        <p:strVal val="visible"/>
                                      </p:to>
                                    </p:set>
                                    <p:animEffect transition="in" filter="wipe(left)">
                                      <p:cBhvr>
                                        <p:cTn id="218" dur="500"/>
                                        <p:tgtEl>
                                          <p:spTgt spid="115"/>
                                        </p:tgtEl>
                                      </p:cBhvr>
                                    </p:animEffect>
                                  </p:childTnLst>
                                </p:cTn>
                              </p:par>
                            </p:childTnLst>
                          </p:cTn>
                        </p:par>
                      </p:childTnLst>
                    </p:cTn>
                  </p:par>
                  <p:par>
                    <p:cTn id="219" fill="hold">
                      <p:stCondLst>
                        <p:cond delay="indefinite"/>
                      </p:stCondLst>
                      <p:childTnLst>
                        <p:par>
                          <p:cTn id="220" fill="hold">
                            <p:stCondLst>
                              <p:cond delay="0"/>
                            </p:stCondLst>
                            <p:childTnLst>
                              <p:par>
                                <p:cTn id="221" presetID="26" presetClass="exit" presetSubtype="0" fill="hold" nodeType="clickEffect">
                                  <p:stCondLst>
                                    <p:cond delay="0"/>
                                  </p:stCondLst>
                                  <p:childTnLst>
                                    <p:animEffect transition="out" filter="wipe(down)">
                                      <p:cBhvr>
                                        <p:cTn id="222" dur="180" accel="50000">
                                          <p:stCondLst>
                                            <p:cond delay="1820"/>
                                          </p:stCondLst>
                                        </p:cTn>
                                        <p:tgtEl>
                                          <p:spTgt spid="15"/>
                                        </p:tgtEl>
                                      </p:cBhvr>
                                    </p:animEffect>
                                    <p:anim calcmode="lin" valueType="num">
                                      <p:cBhvr>
                                        <p:cTn id="223" dur="1822" tmFilter="0,0; 0.14,0.31; 0.43,0.73; 0.71,0.91; 1.0,1.0">
                                          <p:stCondLst>
                                            <p:cond delay="0"/>
                                          </p:stCondLst>
                                        </p:cTn>
                                        <p:tgtEl>
                                          <p:spTgt spid="15"/>
                                        </p:tgtEl>
                                        <p:attrNameLst>
                                          <p:attrName>ppt_x</p:attrName>
                                        </p:attrNameLst>
                                      </p:cBhvr>
                                      <p:tavLst>
                                        <p:tav tm="0">
                                          <p:val>
                                            <p:strVal val="ppt_x"/>
                                          </p:val>
                                        </p:tav>
                                        <p:tav tm="100000">
                                          <p:val>
                                            <p:strVal val="#ppt_x+0.25"/>
                                          </p:val>
                                        </p:tav>
                                      </p:tavLst>
                                    </p:anim>
                                    <p:anim calcmode="lin" valueType="num">
                                      <p:cBhvr>
                                        <p:cTn id="224" dur="178">
                                          <p:stCondLst>
                                            <p:cond delay="1822"/>
                                          </p:stCondLst>
                                        </p:cTn>
                                        <p:tgtEl>
                                          <p:spTgt spid="15"/>
                                        </p:tgtEl>
                                        <p:attrNameLst>
                                          <p:attrName>ppt_x</p:attrName>
                                        </p:attrNameLst>
                                      </p:cBhvr>
                                      <p:tavLst>
                                        <p:tav tm="0">
                                          <p:val>
                                            <p:strVal val="ppt_x"/>
                                          </p:val>
                                        </p:tav>
                                        <p:tav tm="100000">
                                          <p:val>
                                            <p:strVal val="ppt_x"/>
                                          </p:val>
                                        </p:tav>
                                      </p:tavLst>
                                    </p:anim>
                                    <p:anim calcmode="lin" valueType="num">
                                      <p:cBhvr>
                                        <p:cTn id="225" dur="664" tmFilter="0.0,0.0;0.25,0.07;0.50,0.2;0.75,0.467;1.0,1.0">
                                          <p:stCondLst>
                                            <p:cond delay="0"/>
                                          </p:stCondLst>
                                        </p:cTn>
                                        <p:tgtEl>
                                          <p:spTgt spid="15"/>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26" dur="664" tmFilter="0, 0; 0.125,0.2665; 0.25,0.4; 0.375,0.465; 0.5,0.5;  0.625,0.535; 0.75,0.6; 0.875,0.7335; 1,1">
                                          <p:stCondLst>
                                            <p:cond delay="664"/>
                                          </p:stCondLst>
                                        </p:cTn>
                                        <p:tgtEl>
                                          <p:spTgt spid="15"/>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27" dur="332" tmFilter="0, 0; 0.125,0.2665; 0.25,0.4; 0.375,0.465; 0.5,0.5;  0.625,0.535; 0.75,0.6; 0.875,0.7335; 1,1">
                                          <p:stCondLst>
                                            <p:cond delay="1324"/>
                                          </p:stCondLst>
                                        </p:cTn>
                                        <p:tgtEl>
                                          <p:spTgt spid="15"/>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28" dur="164" tmFilter="0, 0; 0.125,0.2665; 0.25,0.4; 0.375,0.465; 0.5,0.5;  0.625,0.535; 0.75,0.6; 0.875,0.7335; 1,1">
                                          <p:stCondLst>
                                            <p:cond delay="1656"/>
                                          </p:stCondLst>
                                        </p:cTn>
                                        <p:tgtEl>
                                          <p:spTgt spid="15"/>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29" dur="180" accel="50000">
                                          <p:stCondLst>
                                            <p:cond delay="1820"/>
                                          </p:stCondLst>
                                        </p:cTn>
                                        <p:tgtEl>
                                          <p:spTgt spid="15"/>
                                        </p:tgtEl>
                                        <p:attrNameLst>
                                          <p:attrName>ppt_y</p:attrName>
                                        </p:attrNameLst>
                                      </p:cBhvr>
                                      <p:tavLst>
                                        <p:tav tm="0">
                                          <p:val>
                                            <p:strVal val="ppt_y"/>
                                          </p:val>
                                        </p:tav>
                                        <p:tav tm="100000">
                                          <p:val>
                                            <p:strVal val="ppt_y+ppt_h"/>
                                          </p:val>
                                        </p:tav>
                                      </p:tavLst>
                                    </p:anim>
                                    <p:animScale>
                                      <p:cBhvr>
                                        <p:cTn id="230" dur="26">
                                          <p:stCondLst>
                                            <p:cond delay="620"/>
                                          </p:stCondLst>
                                        </p:cTn>
                                        <p:tgtEl>
                                          <p:spTgt spid="15"/>
                                        </p:tgtEl>
                                      </p:cBhvr>
                                      <p:to x="100000" y="60000"/>
                                    </p:animScale>
                                    <p:animScale>
                                      <p:cBhvr>
                                        <p:cTn id="231" dur="166" decel="50000">
                                          <p:stCondLst>
                                            <p:cond delay="646"/>
                                          </p:stCondLst>
                                        </p:cTn>
                                        <p:tgtEl>
                                          <p:spTgt spid="15"/>
                                        </p:tgtEl>
                                      </p:cBhvr>
                                      <p:to x="100000" y="100000"/>
                                    </p:animScale>
                                    <p:animScale>
                                      <p:cBhvr>
                                        <p:cTn id="232" dur="26">
                                          <p:stCondLst>
                                            <p:cond delay="1312"/>
                                          </p:stCondLst>
                                        </p:cTn>
                                        <p:tgtEl>
                                          <p:spTgt spid="15"/>
                                        </p:tgtEl>
                                      </p:cBhvr>
                                      <p:to x="100000" y="80000"/>
                                    </p:animScale>
                                    <p:animScale>
                                      <p:cBhvr>
                                        <p:cTn id="233" dur="166" decel="50000">
                                          <p:stCondLst>
                                            <p:cond delay="1338"/>
                                          </p:stCondLst>
                                        </p:cTn>
                                        <p:tgtEl>
                                          <p:spTgt spid="15"/>
                                        </p:tgtEl>
                                      </p:cBhvr>
                                      <p:to x="100000" y="100000"/>
                                    </p:animScale>
                                    <p:animScale>
                                      <p:cBhvr>
                                        <p:cTn id="234" dur="26">
                                          <p:stCondLst>
                                            <p:cond delay="1642"/>
                                          </p:stCondLst>
                                        </p:cTn>
                                        <p:tgtEl>
                                          <p:spTgt spid="15"/>
                                        </p:tgtEl>
                                      </p:cBhvr>
                                      <p:to x="100000" y="90000"/>
                                    </p:animScale>
                                    <p:animScale>
                                      <p:cBhvr>
                                        <p:cTn id="235" dur="166" decel="50000">
                                          <p:stCondLst>
                                            <p:cond delay="1668"/>
                                          </p:stCondLst>
                                        </p:cTn>
                                        <p:tgtEl>
                                          <p:spTgt spid="15"/>
                                        </p:tgtEl>
                                      </p:cBhvr>
                                      <p:to x="100000" y="100000"/>
                                    </p:animScale>
                                    <p:animScale>
                                      <p:cBhvr>
                                        <p:cTn id="236" dur="26">
                                          <p:stCondLst>
                                            <p:cond delay="1808"/>
                                          </p:stCondLst>
                                        </p:cTn>
                                        <p:tgtEl>
                                          <p:spTgt spid="15"/>
                                        </p:tgtEl>
                                      </p:cBhvr>
                                      <p:to x="100000" y="95000"/>
                                    </p:animScale>
                                    <p:animScale>
                                      <p:cBhvr>
                                        <p:cTn id="237" dur="166" decel="50000">
                                          <p:stCondLst>
                                            <p:cond delay="1834"/>
                                          </p:stCondLst>
                                        </p:cTn>
                                        <p:tgtEl>
                                          <p:spTgt spid="15"/>
                                        </p:tgtEl>
                                      </p:cBhvr>
                                      <p:to x="100000" y="100000"/>
                                    </p:animScale>
                                    <p:set>
                                      <p:cBhvr>
                                        <p:cTn id="238" dur="1" fill="hold">
                                          <p:stCondLst>
                                            <p:cond delay="1999"/>
                                          </p:stCondLst>
                                        </p:cTn>
                                        <p:tgtEl>
                                          <p:spTgt spid="15"/>
                                        </p:tgtEl>
                                        <p:attrNameLst>
                                          <p:attrName>style.visibility</p:attrName>
                                        </p:attrNameLst>
                                      </p:cBhvr>
                                      <p:to>
                                        <p:strVal val="hidden"/>
                                      </p:to>
                                    </p:set>
                                  </p:childTnLst>
                                </p:cTn>
                              </p:par>
                              <p:par>
                                <p:cTn id="239" presetID="1" presetClass="exit" presetSubtype="0" fill="hold" nodeType="withEffect">
                                  <p:stCondLst>
                                    <p:cond delay="0"/>
                                  </p:stCondLst>
                                  <p:childTnLst>
                                    <p:set>
                                      <p:cBhvr>
                                        <p:cTn id="240" dur="1" fill="hold">
                                          <p:stCondLst>
                                            <p:cond delay="0"/>
                                          </p:stCondLst>
                                        </p:cTn>
                                        <p:tgtEl>
                                          <p:spTgt spid="16"/>
                                        </p:tgtEl>
                                        <p:attrNameLst>
                                          <p:attrName>style.visibility</p:attrName>
                                        </p:attrNameLst>
                                      </p:cBhvr>
                                      <p:to>
                                        <p:strVal val="hidden"/>
                                      </p:to>
                                    </p:set>
                                  </p:childTnLst>
                                </p:cTn>
                              </p:par>
                            </p:childTnLst>
                          </p:cTn>
                        </p:par>
                        <p:par>
                          <p:cTn id="241" fill="hold">
                            <p:stCondLst>
                              <p:cond delay="2000"/>
                            </p:stCondLst>
                            <p:childTnLst>
                              <p:par>
                                <p:cTn id="242" presetID="22" presetClass="exit" presetSubtype="2" fill="hold" nodeType="afterEffect">
                                  <p:stCondLst>
                                    <p:cond delay="0"/>
                                  </p:stCondLst>
                                  <p:childTnLst>
                                    <p:animEffect transition="out" filter="wipe(right)">
                                      <p:cBhvr>
                                        <p:cTn id="243" dur="500"/>
                                        <p:tgtEl>
                                          <p:spTgt spid="115"/>
                                        </p:tgtEl>
                                      </p:cBhvr>
                                    </p:animEffect>
                                    <p:set>
                                      <p:cBhvr>
                                        <p:cTn id="244" dur="1" fill="hold">
                                          <p:stCondLst>
                                            <p:cond delay="499"/>
                                          </p:stCondLst>
                                        </p:cTn>
                                        <p:tgtEl>
                                          <p:spTgt spid="115"/>
                                        </p:tgtEl>
                                        <p:attrNameLst>
                                          <p:attrName>style.visibility</p:attrName>
                                        </p:attrNameLst>
                                      </p:cBhvr>
                                      <p:to>
                                        <p:strVal val="hidden"/>
                                      </p:to>
                                    </p:set>
                                  </p:childTnLst>
                                </p:cTn>
                              </p:par>
                            </p:childTnLst>
                          </p:cTn>
                        </p:par>
                      </p:childTnLst>
                    </p:cTn>
                  </p:par>
                  <p:par>
                    <p:cTn id="245" fill="hold">
                      <p:stCondLst>
                        <p:cond delay="indefinite"/>
                      </p:stCondLst>
                      <p:childTnLst>
                        <p:par>
                          <p:cTn id="246" fill="hold">
                            <p:stCondLst>
                              <p:cond delay="0"/>
                            </p:stCondLst>
                            <p:childTnLst>
                              <p:par>
                                <p:cTn id="247" presetID="42" presetClass="entr" presetSubtype="0" fill="hold" grpId="0" nodeType="clickEffect">
                                  <p:stCondLst>
                                    <p:cond delay="0"/>
                                  </p:stCondLst>
                                  <p:childTnLst>
                                    <p:set>
                                      <p:cBhvr>
                                        <p:cTn id="248" dur="1" fill="hold">
                                          <p:stCondLst>
                                            <p:cond delay="0"/>
                                          </p:stCondLst>
                                        </p:cTn>
                                        <p:tgtEl>
                                          <p:spTgt spid="14">
                                            <p:txEl>
                                              <p:pRg st="0" end="0"/>
                                            </p:txEl>
                                          </p:spTgt>
                                        </p:tgtEl>
                                        <p:attrNameLst>
                                          <p:attrName>style.visibility</p:attrName>
                                        </p:attrNameLst>
                                      </p:cBhvr>
                                      <p:to>
                                        <p:strVal val="visible"/>
                                      </p:to>
                                    </p:set>
                                    <p:animEffect transition="in" filter="fade">
                                      <p:cBhvr>
                                        <p:cTn id="249" dur="1000"/>
                                        <p:tgtEl>
                                          <p:spTgt spid="14">
                                            <p:txEl>
                                              <p:pRg st="0" end="0"/>
                                            </p:txEl>
                                          </p:spTgt>
                                        </p:tgtEl>
                                      </p:cBhvr>
                                    </p:animEffect>
                                    <p:anim calcmode="lin" valueType="num">
                                      <p:cBhvr>
                                        <p:cTn id="250"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251"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par>
                          <p:cTn id="252" fill="hold">
                            <p:stCondLst>
                              <p:cond delay="1000"/>
                            </p:stCondLst>
                            <p:childTnLst>
                              <p:par>
                                <p:cTn id="253" presetID="22" presetClass="entr" presetSubtype="8" fill="hold" nodeType="afterEffect">
                                  <p:stCondLst>
                                    <p:cond delay="0"/>
                                  </p:stCondLst>
                                  <p:childTnLst>
                                    <p:set>
                                      <p:cBhvr>
                                        <p:cTn id="254" dur="1" fill="hold">
                                          <p:stCondLst>
                                            <p:cond delay="0"/>
                                          </p:stCondLst>
                                        </p:cTn>
                                        <p:tgtEl>
                                          <p:spTgt spid="132"/>
                                        </p:tgtEl>
                                        <p:attrNameLst>
                                          <p:attrName>style.visibility</p:attrName>
                                        </p:attrNameLst>
                                      </p:cBhvr>
                                      <p:to>
                                        <p:strVal val="visible"/>
                                      </p:to>
                                    </p:set>
                                    <p:animEffect transition="in" filter="wipe(left)">
                                      <p:cBhvr>
                                        <p:cTn id="255" dur="500"/>
                                        <p:tgtEl>
                                          <p:spTgt spid="132"/>
                                        </p:tgtEl>
                                      </p:cBhvr>
                                    </p:animEffect>
                                  </p:childTnLst>
                                </p:cTn>
                              </p:par>
                            </p:childTnLst>
                          </p:cTn>
                        </p:par>
                        <p:par>
                          <p:cTn id="256" fill="hold">
                            <p:stCondLst>
                              <p:cond delay="1500"/>
                            </p:stCondLst>
                            <p:childTnLst>
                              <p:par>
                                <p:cTn id="257" presetID="10" presetClass="entr" presetSubtype="0" fill="hold" nodeType="afterEffect">
                                  <p:stCondLst>
                                    <p:cond delay="0"/>
                                  </p:stCondLst>
                                  <p:childTnLst>
                                    <p:set>
                                      <p:cBhvr>
                                        <p:cTn id="258" dur="1" fill="hold">
                                          <p:stCondLst>
                                            <p:cond delay="0"/>
                                          </p:stCondLst>
                                        </p:cTn>
                                        <p:tgtEl>
                                          <p:spTgt spid="86"/>
                                        </p:tgtEl>
                                        <p:attrNameLst>
                                          <p:attrName>style.visibility</p:attrName>
                                        </p:attrNameLst>
                                      </p:cBhvr>
                                      <p:to>
                                        <p:strVal val="visible"/>
                                      </p:to>
                                    </p:set>
                                    <p:animEffect transition="in" filter="fade">
                                      <p:cBhvr>
                                        <p:cTn id="259" dur="500"/>
                                        <p:tgtEl>
                                          <p:spTgt spid="86"/>
                                        </p:tgtEl>
                                      </p:cBhvr>
                                    </p:animEffect>
                                  </p:childTnLst>
                                </p:cTn>
                              </p:par>
                              <p:par>
                                <p:cTn id="260" presetID="10" presetClass="entr" presetSubtype="0" fill="hold" nodeType="withEffect">
                                  <p:stCondLst>
                                    <p:cond delay="0"/>
                                  </p:stCondLst>
                                  <p:childTnLst>
                                    <p:set>
                                      <p:cBhvr>
                                        <p:cTn id="261" dur="1" fill="hold">
                                          <p:stCondLst>
                                            <p:cond delay="0"/>
                                          </p:stCondLst>
                                        </p:cTn>
                                        <p:tgtEl>
                                          <p:spTgt spid="118"/>
                                        </p:tgtEl>
                                        <p:attrNameLst>
                                          <p:attrName>style.visibility</p:attrName>
                                        </p:attrNameLst>
                                      </p:cBhvr>
                                      <p:to>
                                        <p:strVal val="visible"/>
                                      </p:to>
                                    </p:set>
                                    <p:animEffect transition="in" filter="fade">
                                      <p:cBhvr>
                                        <p:cTn id="262" dur="500"/>
                                        <p:tgtEl>
                                          <p:spTgt spid="118"/>
                                        </p:tgtEl>
                                      </p:cBhvr>
                                    </p:animEffect>
                                  </p:childTnLst>
                                </p:cTn>
                              </p:par>
                              <p:par>
                                <p:cTn id="263" presetID="10" presetClass="entr" presetSubtype="0" fill="hold" nodeType="withEffect">
                                  <p:stCondLst>
                                    <p:cond delay="0"/>
                                  </p:stCondLst>
                                  <p:childTnLst>
                                    <p:set>
                                      <p:cBhvr>
                                        <p:cTn id="264" dur="1" fill="hold">
                                          <p:stCondLst>
                                            <p:cond delay="0"/>
                                          </p:stCondLst>
                                        </p:cTn>
                                        <p:tgtEl>
                                          <p:spTgt spid="119"/>
                                        </p:tgtEl>
                                        <p:attrNameLst>
                                          <p:attrName>style.visibility</p:attrName>
                                        </p:attrNameLst>
                                      </p:cBhvr>
                                      <p:to>
                                        <p:strVal val="visible"/>
                                      </p:to>
                                    </p:set>
                                    <p:animEffect transition="in" filter="fade">
                                      <p:cBhvr>
                                        <p:cTn id="265" dur="500"/>
                                        <p:tgtEl>
                                          <p:spTgt spid="119"/>
                                        </p:tgtEl>
                                      </p:cBhvr>
                                    </p:animEffect>
                                  </p:childTnLst>
                                </p:cTn>
                              </p:par>
                              <p:par>
                                <p:cTn id="266" presetID="10" presetClass="entr" presetSubtype="0" fill="hold" nodeType="withEffect">
                                  <p:stCondLst>
                                    <p:cond delay="0"/>
                                  </p:stCondLst>
                                  <p:childTnLst>
                                    <p:set>
                                      <p:cBhvr>
                                        <p:cTn id="267" dur="1" fill="hold">
                                          <p:stCondLst>
                                            <p:cond delay="0"/>
                                          </p:stCondLst>
                                        </p:cTn>
                                        <p:tgtEl>
                                          <p:spTgt spid="117"/>
                                        </p:tgtEl>
                                        <p:attrNameLst>
                                          <p:attrName>style.visibility</p:attrName>
                                        </p:attrNameLst>
                                      </p:cBhvr>
                                      <p:to>
                                        <p:strVal val="visible"/>
                                      </p:to>
                                    </p:set>
                                    <p:animEffect transition="in" filter="fade">
                                      <p:cBhvr>
                                        <p:cTn id="268" dur="500"/>
                                        <p:tgtEl>
                                          <p:spTgt spid="117"/>
                                        </p:tgtEl>
                                      </p:cBhvr>
                                    </p:animEffect>
                                  </p:childTnLst>
                                </p:cTn>
                              </p:par>
                            </p:childTnLst>
                          </p:cTn>
                        </p:par>
                        <p:par>
                          <p:cTn id="269" fill="hold">
                            <p:stCondLst>
                              <p:cond delay="2000"/>
                            </p:stCondLst>
                            <p:childTnLst>
                              <p:par>
                                <p:cTn id="270" presetID="42" presetClass="entr" presetSubtype="0" fill="hold" grpId="0" nodeType="afterEffect">
                                  <p:stCondLst>
                                    <p:cond delay="0"/>
                                  </p:stCondLst>
                                  <p:childTnLst>
                                    <p:set>
                                      <p:cBhvr>
                                        <p:cTn id="271" dur="1" fill="hold">
                                          <p:stCondLst>
                                            <p:cond delay="0"/>
                                          </p:stCondLst>
                                        </p:cTn>
                                        <p:tgtEl>
                                          <p:spTgt spid="14">
                                            <p:txEl>
                                              <p:pRg st="1" end="1"/>
                                            </p:txEl>
                                          </p:spTgt>
                                        </p:tgtEl>
                                        <p:attrNameLst>
                                          <p:attrName>style.visibility</p:attrName>
                                        </p:attrNameLst>
                                      </p:cBhvr>
                                      <p:to>
                                        <p:strVal val="visible"/>
                                      </p:to>
                                    </p:set>
                                    <p:animEffect transition="in" filter="fade">
                                      <p:cBhvr>
                                        <p:cTn id="272" dur="1000"/>
                                        <p:tgtEl>
                                          <p:spTgt spid="14">
                                            <p:txEl>
                                              <p:pRg st="1" end="1"/>
                                            </p:txEl>
                                          </p:spTgt>
                                        </p:tgtEl>
                                      </p:cBhvr>
                                    </p:animEffect>
                                    <p:anim calcmode="lin" valueType="num">
                                      <p:cBhvr>
                                        <p:cTn id="273"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274"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5" fill="hold">
                      <p:stCondLst>
                        <p:cond delay="indefinite"/>
                      </p:stCondLst>
                      <p:childTnLst>
                        <p:par>
                          <p:cTn id="276" fill="hold">
                            <p:stCondLst>
                              <p:cond delay="0"/>
                            </p:stCondLst>
                            <p:childTnLst>
                              <p:par>
                                <p:cTn id="277" presetID="47" presetClass="entr" presetSubtype="0" fill="hold" nodeType="clickEffect">
                                  <p:stCondLst>
                                    <p:cond delay="0"/>
                                  </p:stCondLst>
                                  <p:childTnLst>
                                    <p:set>
                                      <p:cBhvr>
                                        <p:cTn id="278" dur="1" fill="hold">
                                          <p:stCondLst>
                                            <p:cond delay="0"/>
                                          </p:stCondLst>
                                        </p:cTn>
                                        <p:tgtEl>
                                          <p:spTgt spid="90"/>
                                        </p:tgtEl>
                                        <p:attrNameLst>
                                          <p:attrName>style.visibility</p:attrName>
                                        </p:attrNameLst>
                                      </p:cBhvr>
                                      <p:to>
                                        <p:strVal val="visible"/>
                                      </p:to>
                                    </p:set>
                                    <p:animEffect transition="in" filter="fade">
                                      <p:cBhvr>
                                        <p:cTn id="279" dur="1000"/>
                                        <p:tgtEl>
                                          <p:spTgt spid="90"/>
                                        </p:tgtEl>
                                      </p:cBhvr>
                                    </p:animEffect>
                                    <p:anim calcmode="lin" valueType="num">
                                      <p:cBhvr>
                                        <p:cTn id="280" dur="1000" fill="hold"/>
                                        <p:tgtEl>
                                          <p:spTgt spid="90"/>
                                        </p:tgtEl>
                                        <p:attrNameLst>
                                          <p:attrName>ppt_x</p:attrName>
                                        </p:attrNameLst>
                                      </p:cBhvr>
                                      <p:tavLst>
                                        <p:tav tm="0">
                                          <p:val>
                                            <p:strVal val="#ppt_x"/>
                                          </p:val>
                                        </p:tav>
                                        <p:tav tm="100000">
                                          <p:val>
                                            <p:strVal val="#ppt_x"/>
                                          </p:val>
                                        </p:tav>
                                      </p:tavLst>
                                    </p:anim>
                                    <p:anim calcmode="lin" valueType="num">
                                      <p:cBhvr>
                                        <p:cTn id="281" dur="1000" fill="hold"/>
                                        <p:tgtEl>
                                          <p:spTgt spid="90"/>
                                        </p:tgtEl>
                                        <p:attrNameLst>
                                          <p:attrName>ppt_y</p:attrName>
                                        </p:attrNameLst>
                                      </p:cBhvr>
                                      <p:tavLst>
                                        <p:tav tm="0">
                                          <p:val>
                                            <p:strVal val="#ppt_y-.1"/>
                                          </p:val>
                                        </p:tav>
                                        <p:tav tm="100000">
                                          <p:val>
                                            <p:strVal val="#ppt_y"/>
                                          </p:val>
                                        </p:tav>
                                      </p:tavLst>
                                    </p:anim>
                                  </p:childTnLst>
                                </p:cTn>
                              </p:par>
                            </p:childTnLst>
                          </p:cTn>
                        </p:par>
                        <p:par>
                          <p:cTn id="282" fill="hold">
                            <p:stCondLst>
                              <p:cond delay="1000"/>
                            </p:stCondLst>
                            <p:childTnLst>
                              <p:par>
                                <p:cTn id="283" presetID="22" presetClass="exit" presetSubtype="2" fill="hold" nodeType="afterEffect">
                                  <p:stCondLst>
                                    <p:cond delay="0"/>
                                  </p:stCondLst>
                                  <p:childTnLst>
                                    <p:animEffect transition="out" filter="wipe(right)">
                                      <p:cBhvr>
                                        <p:cTn id="284" dur="500"/>
                                        <p:tgtEl>
                                          <p:spTgt spid="86"/>
                                        </p:tgtEl>
                                      </p:cBhvr>
                                    </p:animEffect>
                                    <p:set>
                                      <p:cBhvr>
                                        <p:cTn id="285" dur="1" fill="hold">
                                          <p:stCondLst>
                                            <p:cond delay="499"/>
                                          </p:stCondLst>
                                        </p:cTn>
                                        <p:tgtEl>
                                          <p:spTgt spid="86"/>
                                        </p:tgtEl>
                                        <p:attrNameLst>
                                          <p:attrName>style.visibility</p:attrName>
                                        </p:attrNameLst>
                                      </p:cBhvr>
                                      <p:to>
                                        <p:strVal val="hidden"/>
                                      </p:to>
                                    </p:set>
                                  </p:childTnLst>
                                </p:cTn>
                              </p:par>
                            </p:childTnLst>
                          </p:cTn>
                        </p:par>
                        <p:par>
                          <p:cTn id="286" fill="hold">
                            <p:stCondLst>
                              <p:cond delay="1500"/>
                            </p:stCondLst>
                            <p:childTnLst>
                              <p:par>
                                <p:cTn id="287" presetID="47" presetClass="entr" presetSubtype="0" fill="hold" grpId="0" nodeType="afterEffect">
                                  <p:stCondLst>
                                    <p:cond delay="0"/>
                                  </p:stCondLst>
                                  <p:childTnLst>
                                    <p:set>
                                      <p:cBhvr>
                                        <p:cTn id="288" dur="1" fill="hold">
                                          <p:stCondLst>
                                            <p:cond delay="0"/>
                                          </p:stCondLst>
                                        </p:cTn>
                                        <p:tgtEl>
                                          <p:spTgt spid="91"/>
                                        </p:tgtEl>
                                        <p:attrNameLst>
                                          <p:attrName>style.visibility</p:attrName>
                                        </p:attrNameLst>
                                      </p:cBhvr>
                                      <p:to>
                                        <p:strVal val="visible"/>
                                      </p:to>
                                    </p:set>
                                    <p:animEffect transition="in" filter="fade">
                                      <p:cBhvr>
                                        <p:cTn id="289" dur="1000"/>
                                        <p:tgtEl>
                                          <p:spTgt spid="91"/>
                                        </p:tgtEl>
                                      </p:cBhvr>
                                    </p:animEffect>
                                    <p:anim calcmode="lin" valueType="num">
                                      <p:cBhvr>
                                        <p:cTn id="290" dur="1000" fill="hold"/>
                                        <p:tgtEl>
                                          <p:spTgt spid="91"/>
                                        </p:tgtEl>
                                        <p:attrNameLst>
                                          <p:attrName>ppt_x</p:attrName>
                                        </p:attrNameLst>
                                      </p:cBhvr>
                                      <p:tavLst>
                                        <p:tav tm="0">
                                          <p:val>
                                            <p:strVal val="#ppt_x"/>
                                          </p:val>
                                        </p:tav>
                                        <p:tav tm="100000">
                                          <p:val>
                                            <p:strVal val="#ppt_x"/>
                                          </p:val>
                                        </p:tav>
                                      </p:tavLst>
                                    </p:anim>
                                    <p:anim calcmode="lin" valueType="num">
                                      <p:cBhvr>
                                        <p:cTn id="291" dur="1000" fill="hold"/>
                                        <p:tgtEl>
                                          <p:spTgt spid="91"/>
                                        </p:tgtEl>
                                        <p:attrNameLst>
                                          <p:attrName>ppt_y</p:attrName>
                                        </p:attrNameLst>
                                      </p:cBhvr>
                                      <p:tavLst>
                                        <p:tav tm="0">
                                          <p:val>
                                            <p:strVal val="#ppt_y-.1"/>
                                          </p:val>
                                        </p:tav>
                                        <p:tav tm="100000">
                                          <p:val>
                                            <p:strVal val="#ppt_y"/>
                                          </p:val>
                                        </p:tav>
                                      </p:tavLst>
                                    </p:anim>
                                  </p:childTnLst>
                                </p:cTn>
                              </p:par>
                            </p:childTnLst>
                          </p:cTn>
                        </p:par>
                        <p:par>
                          <p:cTn id="292" fill="hold">
                            <p:stCondLst>
                              <p:cond delay="2500"/>
                            </p:stCondLst>
                            <p:childTnLst>
                              <p:par>
                                <p:cTn id="293" presetID="22" presetClass="entr" presetSubtype="8" fill="hold" nodeType="afterEffect">
                                  <p:stCondLst>
                                    <p:cond delay="0"/>
                                  </p:stCondLst>
                                  <p:childTnLst>
                                    <p:set>
                                      <p:cBhvr>
                                        <p:cTn id="294" dur="1" fill="hold">
                                          <p:stCondLst>
                                            <p:cond delay="0"/>
                                          </p:stCondLst>
                                        </p:cTn>
                                        <p:tgtEl>
                                          <p:spTgt spid="112"/>
                                        </p:tgtEl>
                                        <p:attrNameLst>
                                          <p:attrName>style.visibility</p:attrName>
                                        </p:attrNameLst>
                                      </p:cBhvr>
                                      <p:to>
                                        <p:strVal val="visible"/>
                                      </p:to>
                                    </p:set>
                                    <p:animEffect transition="in" filter="wipe(left)">
                                      <p:cBhvr>
                                        <p:cTn id="295" dur="500"/>
                                        <p:tgtEl>
                                          <p:spTgt spid="112"/>
                                        </p:tgtEl>
                                      </p:cBhvr>
                                    </p:animEffect>
                                  </p:childTnLst>
                                </p:cTn>
                              </p:par>
                            </p:childTnLst>
                          </p:cTn>
                        </p:par>
                        <p:par>
                          <p:cTn id="296" fill="hold">
                            <p:stCondLst>
                              <p:cond delay="3000"/>
                            </p:stCondLst>
                            <p:childTnLst>
                              <p:par>
                                <p:cTn id="297" presetID="31" presetClass="entr" presetSubtype="0" fill="hold" grpId="0" nodeType="afterEffect">
                                  <p:stCondLst>
                                    <p:cond delay="0"/>
                                  </p:stCondLst>
                                  <p:childTnLst>
                                    <p:set>
                                      <p:cBhvr>
                                        <p:cTn id="298" dur="1" fill="hold">
                                          <p:stCondLst>
                                            <p:cond delay="0"/>
                                          </p:stCondLst>
                                        </p:cTn>
                                        <p:tgtEl>
                                          <p:spTgt spid="122"/>
                                        </p:tgtEl>
                                        <p:attrNameLst>
                                          <p:attrName>style.visibility</p:attrName>
                                        </p:attrNameLst>
                                      </p:cBhvr>
                                      <p:to>
                                        <p:strVal val="visible"/>
                                      </p:to>
                                    </p:set>
                                    <p:anim calcmode="lin" valueType="num">
                                      <p:cBhvr>
                                        <p:cTn id="299" dur="1000" fill="hold"/>
                                        <p:tgtEl>
                                          <p:spTgt spid="122"/>
                                        </p:tgtEl>
                                        <p:attrNameLst>
                                          <p:attrName>ppt_w</p:attrName>
                                        </p:attrNameLst>
                                      </p:cBhvr>
                                      <p:tavLst>
                                        <p:tav tm="0">
                                          <p:val>
                                            <p:fltVal val="0"/>
                                          </p:val>
                                        </p:tav>
                                        <p:tav tm="100000">
                                          <p:val>
                                            <p:strVal val="#ppt_w"/>
                                          </p:val>
                                        </p:tav>
                                      </p:tavLst>
                                    </p:anim>
                                    <p:anim calcmode="lin" valueType="num">
                                      <p:cBhvr>
                                        <p:cTn id="300" dur="1000" fill="hold"/>
                                        <p:tgtEl>
                                          <p:spTgt spid="122"/>
                                        </p:tgtEl>
                                        <p:attrNameLst>
                                          <p:attrName>ppt_h</p:attrName>
                                        </p:attrNameLst>
                                      </p:cBhvr>
                                      <p:tavLst>
                                        <p:tav tm="0">
                                          <p:val>
                                            <p:fltVal val="0"/>
                                          </p:val>
                                        </p:tav>
                                        <p:tav tm="100000">
                                          <p:val>
                                            <p:strVal val="#ppt_h"/>
                                          </p:val>
                                        </p:tav>
                                      </p:tavLst>
                                    </p:anim>
                                    <p:anim calcmode="lin" valueType="num">
                                      <p:cBhvr>
                                        <p:cTn id="301" dur="1000" fill="hold"/>
                                        <p:tgtEl>
                                          <p:spTgt spid="122"/>
                                        </p:tgtEl>
                                        <p:attrNameLst>
                                          <p:attrName>style.rotation</p:attrName>
                                        </p:attrNameLst>
                                      </p:cBhvr>
                                      <p:tavLst>
                                        <p:tav tm="0">
                                          <p:val>
                                            <p:fltVal val="90"/>
                                          </p:val>
                                        </p:tav>
                                        <p:tav tm="100000">
                                          <p:val>
                                            <p:fltVal val="0"/>
                                          </p:val>
                                        </p:tav>
                                      </p:tavLst>
                                    </p:anim>
                                    <p:animEffect transition="in" filter="fade">
                                      <p:cBhvr>
                                        <p:cTn id="302" dur="1000"/>
                                        <p:tgtEl>
                                          <p:spTgt spid="122"/>
                                        </p:tgtEl>
                                      </p:cBhvr>
                                    </p:animEffect>
                                  </p:childTnLst>
                                </p:cTn>
                              </p:par>
                            </p:childTnLst>
                          </p:cTn>
                        </p:par>
                        <p:par>
                          <p:cTn id="303" fill="hold">
                            <p:stCondLst>
                              <p:cond delay="4000"/>
                            </p:stCondLst>
                            <p:childTnLst>
                              <p:par>
                                <p:cTn id="304" presetID="42" presetClass="entr" presetSubtype="0" fill="hold" grpId="0" nodeType="afterEffect">
                                  <p:stCondLst>
                                    <p:cond delay="0"/>
                                  </p:stCondLst>
                                  <p:childTnLst>
                                    <p:set>
                                      <p:cBhvr>
                                        <p:cTn id="305" dur="1" fill="hold">
                                          <p:stCondLst>
                                            <p:cond delay="0"/>
                                          </p:stCondLst>
                                        </p:cTn>
                                        <p:tgtEl>
                                          <p:spTgt spid="14">
                                            <p:txEl>
                                              <p:pRg st="2" end="2"/>
                                            </p:txEl>
                                          </p:spTgt>
                                        </p:tgtEl>
                                        <p:attrNameLst>
                                          <p:attrName>style.visibility</p:attrName>
                                        </p:attrNameLst>
                                      </p:cBhvr>
                                      <p:to>
                                        <p:strVal val="visible"/>
                                      </p:to>
                                    </p:set>
                                    <p:animEffect transition="in" filter="fade">
                                      <p:cBhvr>
                                        <p:cTn id="306" dur="1000"/>
                                        <p:tgtEl>
                                          <p:spTgt spid="14">
                                            <p:txEl>
                                              <p:pRg st="2" end="2"/>
                                            </p:txEl>
                                          </p:spTgt>
                                        </p:tgtEl>
                                      </p:cBhvr>
                                    </p:animEffect>
                                    <p:anim calcmode="lin" valueType="num">
                                      <p:cBhvr>
                                        <p:cTn id="307"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308"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9" fill="hold">
                      <p:stCondLst>
                        <p:cond delay="indefinite"/>
                      </p:stCondLst>
                      <p:childTnLst>
                        <p:par>
                          <p:cTn id="310" fill="hold">
                            <p:stCondLst>
                              <p:cond delay="0"/>
                            </p:stCondLst>
                            <p:childTnLst>
                              <p:par>
                                <p:cTn id="311" presetID="22" presetClass="exit" presetSubtype="2" fill="hold" nodeType="clickEffect">
                                  <p:stCondLst>
                                    <p:cond delay="0"/>
                                  </p:stCondLst>
                                  <p:childTnLst>
                                    <p:animEffect transition="out" filter="wipe(right)">
                                      <p:cBhvr>
                                        <p:cTn id="312" dur="500"/>
                                        <p:tgtEl>
                                          <p:spTgt spid="112"/>
                                        </p:tgtEl>
                                      </p:cBhvr>
                                    </p:animEffect>
                                    <p:set>
                                      <p:cBhvr>
                                        <p:cTn id="313" dur="1" fill="hold">
                                          <p:stCondLst>
                                            <p:cond delay="499"/>
                                          </p:stCondLst>
                                        </p:cTn>
                                        <p:tgtEl>
                                          <p:spTgt spid="112"/>
                                        </p:tgtEl>
                                        <p:attrNameLst>
                                          <p:attrName>style.visibility</p:attrName>
                                        </p:attrNameLst>
                                      </p:cBhvr>
                                      <p:to>
                                        <p:strVal val="hidden"/>
                                      </p:to>
                                    </p:set>
                                  </p:childTnLst>
                                </p:cTn>
                              </p:par>
                            </p:childTnLst>
                          </p:cTn>
                        </p:par>
                        <p:par>
                          <p:cTn id="314" fill="hold">
                            <p:stCondLst>
                              <p:cond delay="500"/>
                            </p:stCondLst>
                            <p:childTnLst>
                              <p:par>
                                <p:cTn id="315" presetID="22" presetClass="entr" presetSubtype="8" fill="hold" nodeType="afterEffect">
                                  <p:stCondLst>
                                    <p:cond delay="0"/>
                                  </p:stCondLst>
                                  <p:childTnLst>
                                    <p:set>
                                      <p:cBhvr>
                                        <p:cTn id="316" dur="1" fill="hold">
                                          <p:stCondLst>
                                            <p:cond delay="0"/>
                                          </p:stCondLst>
                                        </p:cTn>
                                        <p:tgtEl>
                                          <p:spTgt spid="123"/>
                                        </p:tgtEl>
                                        <p:attrNameLst>
                                          <p:attrName>style.visibility</p:attrName>
                                        </p:attrNameLst>
                                      </p:cBhvr>
                                      <p:to>
                                        <p:strVal val="visible"/>
                                      </p:to>
                                    </p:set>
                                    <p:animEffect transition="in" filter="wipe(left)">
                                      <p:cBhvr>
                                        <p:cTn id="317" dur="500"/>
                                        <p:tgtEl>
                                          <p:spTgt spid="123"/>
                                        </p:tgtEl>
                                      </p:cBhvr>
                                    </p:animEffect>
                                  </p:childTnLst>
                                </p:cTn>
                              </p:par>
                              <p:par>
                                <p:cTn id="318" presetID="22" presetClass="exit" presetSubtype="2" fill="hold" grpId="1" nodeType="withEffect">
                                  <p:stCondLst>
                                    <p:cond delay="0"/>
                                  </p:stCondLst>
                                  <p:childTnLst>
                                    <p:animEffect transition="out" filter="wipe(right)">
                                      <p:cBhvr>
                                        <p:cTn id="319" dur="500"/>
                                        <p:tgtEl>
                                          <p:spTgt spid="122"/>
                                        </p:tgtEl>
                                      </p:cBhvr>
                                    </p:animEffect>
                                    <p:set>
                                      <p:cBhvr>
                                        <p:cTn id="320" dur="1" fill="hold">
                                          <p:stCondLst>
                                            <p:cond delay="499"/>
                                          </p:stCondLst>
                                        </p:cTn>
                                        <p:tgtEl>
                                          <p:spTgt spid="122"/>
                                        </p:tgtEl>
                                        <p:attrNameLst>
                                          <p:attrName>style.visibility</p:attrName>
                                        </p:attrNameLst>
                                      </p:cBhvr>
                                      <p:to>
                                        <p:strVal val="hidden"/>
                                      </p:to>
                                    </p:set>
                                  </p:childTnLst>
                                </p:cTn>
                              </p:par>
                            </p:childTnLst>
                          </p:cTn>
                        </p:par>
                      </p:childTnLst>
                    </p:cTn>
                  </p:par>
                  <p:par>
                    <p:cTn id="321" fill="hold">
                      <p:stCondLst>
                        <p:cond delay="indefinite"/>
                      </p:stCondLst>
                      <p:childTnLst>
                        <p:par>
                          <p:cTn id="322" fill="hold">
                            <p:stCondLst>
                              <p:cond delay="0"/>
                            </p:stCondLst>
                            <p:childTnLst>
                              <p:par>
                                <p:cTn id="323" presetID="22" presetClass="exit" presetSubtype="2" fill="hold" nodeType="clickEffect">
                                  <p:stCondLst>
                                    <p:cond delay="0"/>
                                  </p:stCondLst>
                                  <p:childTnLst>
                                    <p:animEffect transition="out" filter="wipe(right)">
                                      <p:cBhvr>
                                        <p:cTn id="324" dur="500"/>
                                        <p:tgtEl>
                                          <p:spTgt spid="119"/>
                                        </p:tgtEl>
                                      </p:cBhvr>
                                    </p:animEffect>
                                    <p:set>
                                      <p:cBhvr>
                                        <p:cTn id="325" dur="1" fill="hold">
                                          <p:stCondLst>
                                            <p:cond delay="499"/>
                                          </p:stCondLst>
                                        </p:cTn>
                                        <p:tgtEl>
                                          <p:spTgt spid="119"/>
                                        </p:tgtEl>
                                        <p:attrNameLst>
                                          <p:attrName>style.visibility</p:attrName>
                                        </p:attrNameLst>
                                      </p:cBhvr>
                                      <p:to>
                                        <p:strVal val="hidden"/>
                                      </p:to>
                                    </p:set>
                                  </p:childTnLst>
                                </p:cTn>
                              </p:par>
                            </p:childTnLst>
                          </p:cTn>
                        </p:par>
                        <p:par>
                          <p:cTn id="326" fill="hold">
                            <p:stCondLst>
                              <p:cond delay="500"/>
                            </p:stCondLst>
                            <p:childTnLst>
                              <p:par>
                                <p:cTn id="327" presetID="22" presetClass="entr" presetSubtype="8" fill="hold" nodeType="afterEffect">
                                  <p:stCondLst>
                                    <p:cond delay="0"/>
                                  </p:stCondLst>
                                  <p:childTnLst>
                                    <p:set>
                                      <p:cBhvr>
                                        <p:cTn id="328" dur="1" fill="hold">
                                          <p:stCondLst>
                                            <p:cond delay="0"/>
                                          </p:stCondLst>
                                        </p:cTn>
                                        <p:tgtEl>
                                          <p:spTgt spid="120"/>
                                        </p:tgtEl>
                                        <p:attrNameLst>
                                          <p:attrName>style.visibility</p:attrName>
                                        </p:attrNameLst>
                                      </p:cBhvr>
                                      <p:to>
                                        <p:strVal val="visible"/>
                                      </p:to>
                                    </p:set>
                                    <p:animEffect transition="in" filter="wipe(left)">
                                      <p:cBhvr>
                                        <p:cTn id="329" dur="500"/>
                                        <p:tgtEl>
                                          <p:spTgt spid="120"/>
                                        </p:tgtEl>
                                      </p:cBhvr>
                                    </p:animEffect>
                                  </p:childTnLst>
                                </p:cTn>
                              </p:par>
                            </p:childTnLst>
                          </p:cTn>
                        </p:par>
                        <p:par>
                          <p:cTn id="330" fill="hold">
                            <p:stCondLst>
                              <p:cond delay="1000"/>
                            </p:stCondLst>
                            <p:childTnLst>
                              <p:par>
                                <p:cTn id="331" presetID="42" presetClass="entr" presetSubtype="0" fill="hold" grpId="0" nodeType="afterEffect">
                                  <p:stCondLst>
                                    <p:cond delay="0"/>
                                  </p:stCondLst>
                                  <p:childTnLst>
                                    <p:set>
                                      <p:cBhvr>
                                        <p:cTn id="332" dur="1" fill="hold">
                                          <p:stCondLst>
                                            <p:cond delay="0"/>
                                          </p:stCondLst>
                                        </p:cTn>
                                        <p:tgtEl>
                                          <p:spTgt spid="14">
                                            <p:txEl>
                                              <p:pRg st="3" end="3"/>
                                            </p:txEl>
                                          </p:spTgt>
                                        </p:tgtEl>
                                        <p:attrNameLst>
                                          <p:attrName>style.visibility</p:attrName>
                                        </p:attrNameLst>
                                      </p:cBhvr>
                                      <p:to>
                                        <p:strVal val="visible"/>
                                      </p:to>
                                    </p:set>
                                    <p:animEffect transition="in" filter="fade">
                                      <p:cBhvr>
                                        <p:cTn id="333" dur="1000"/>
                                        <p:tgtEl>
                                          <p:spTgt spid="14">
                                            <p:txEl>
                                              <p:pRg st="3" end="3"/>
                                            </p:txEl>
                                          </p:spTgt>
                                        </p:tgtEl>
                                      </p:cBhvr>
                                    </p:animEffect>
                                    <p:anim calcmode="lin" valueType="num">
                                      <p:cBhvr>
                                        <p:cTn id="334"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35"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par>
                          <p:cTn id="336" fill="hold">
                            <p:stCondLst>
                              <p:cond delay="2000"/>
                            </p:stCondLst>
                            <p:childTnLst>
                              <p:par>
                                <p:cTn id="337" presetID="22" presetClass="entr" presetSubtype="8" fill="hold" nodeType="afterEffect">
                                  <p:stCondLst>
                                    <p:cond delay="0"/>
                                  </p:stCondLst>
                                  <p:childTnLst>
                                    <p:set>
                                      <p:cBhvr>
                                        <p:cTn id="338" dur="1" fill="hold">
                                          <p:stCondLst>
                                            <p:cond delay="0"/>
                                          </p:stCondLst>
                                        </p:cTn>
                                        <p:tgtEl>
                                          <p:spTgt spid="115"/>
                                        </p:tgtEl>
                                        <p:attrNameLst>
                                          <p:attrName>style.visibility</p:attrName>
                                        </p:attrNameLst>
                                      </p:cBhvr>
                                      <p:to>
                                        <p:strVal val="visible"/>
                                      </p:to>
                                    </p:set>
                                    <p:animEffect transition="in" filter="wipe(left)">
                                      <p:cBhvr>
                                        <p:cTn id="339" dur="500"/>
                                        <p:tgtEl>
                                          <p:spTgt spid="115"/>
                                        </p:tgtEl>
                                      </p:cBhvr>
                                    </p:animEffect>
                                  </p:childTnLst>
                                </p:cTn>
                              </p:par>
                            </p:childTnLst>
                          </p:cTn>
                        </p:par>
                      </p:childTnLst>
                    </p:cTn>
                  </p:par>
                  <p:par>
                    <p:cTn id="340" fill="hold">
                      <p:stCondLst>
                        <p:cond delay="indefinite"/>
                      </p:stCondLst>
                      <p:childTnLst>
                        <p:par>
                          <p:cTn id="341" fill="hold">
                            <p:stCondLst>
                              <p:cond delay="0"/>
                            </p:stCondLst>
                            <p:childTnLst>
                              <p:par>
                                <p:cTn id="342" presetID="26" presetClass="exit" presetSubtype="0" fill="hold" nodeType="clickEffect">
                                  <p:stCondLst>
                                    <p:cond delay="0"/>
                                  </p:stCondLst>
                                  <p:childTnLst>
                                    <p:animEffect transition="out" filter="wipe(down)">
                                      <p:cBhvr>
                                        <p:cTn id="343" dur="180" accel="50000">
                                          <p:stCondLst>
                                            <p:cond delay="1820"/>
                                          </p:stCondLst>
                                        </p:cTn>
                                        <p:tgtEl>
                                          <p:spTgt spid="118"/>
                                        </p:tgtEl>
                                      </p:cBhvr>
                                    </p:animEffect>
                                    <p:anim calcmode="lin" valueType="num">
                                      <p:cBhvr>
                                        <p:cTn id="344" dur="1822" tmFilter="0,0; 0.14,0.31; 0.43,0.73; 0.71,0.91; 1.0,1.0">
                                          <p:stCondLst>
                                            <p:cond delay="0"/>
                                          </p:stCondLst>
                                        </p:cTn>
                                        <p:tgtEl>
                                          <p:spTgt spid="118"/>
                                        </p:tgtEl>
                                        <p:attrNameLst>
                                          <p:attrName>ppt_x</p:attrName>
                                        </p:attrNameLst>
                                      </p:cBhvr>
                                      <p:tavLst>
                                        <p:tav tm="0">
                                          <p:val>
                                            <p:strVal val="ppt_x"/>
                                          </p:val>
                                        </p:tav>
                                        <p:tav tm="100000">
                                          <p:val>
                                            <p:strVal val="#ppt_x+0.25"/>
                                          </p:val>
                                        </p:tav>
                                      </p:tavLst>
                                    </p:anim>
                                    <p:anim calcmode="lin" valueType="num">
                                      <p:cBhvr>
                                        <p:cTn id="345" dur="178">
                                          <p:stCondLst>
                                            <p:cond delay="1822"/>
                                          </p:stCondLst>
                                        </p:cTn>
                                        <p:tgtEl>
                                          <p:spTgt spid="118"/>
                                        </p:tgtEl>
                                        <p:attrNameLst>
                                          <p:attrName>ppt_x</p:attrName>
                                        </p:attrNameLst>
                                      </p:cBhvr>
                                      <p:tavLst>
                                        <p:tav tm="0">
                                          <p:val>
                                            <p:strVal val="ppt_x"/>
                                          </p:val>
                                        </p:tav>
                                        <p:tav tm="100000">
                                          <p:val>
                                            <p:strVal val="ppt_x"/>
                                          </p:val>
                                        </p:tav>
                                      </p:tavLst>
                                    </p:anim>
                                    <p:anim calcmode="lin" valueType="num">
                                      <p:cBhvr>
                                        <p:cTn id="346" dur="664" tmFilter="0.0,0.0;0.25,0.07;0.50,0.2;0.75,0.467;1.0,1.0">
                                          <p:stCondLst>
                                            <p:cond delay="0"/>
                                          </p:stCondLst>
                                        </p:cTn>
                                        <p:tgtEl>
                                          <p:spTgt spid="118"/>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47" dur="664" tmFilter="0, 0; 0.125,0.2665; 0.25,0.4; 0.375,0.465; 0.5,0.5;  0.625,0.535; 0.75,0.6; 0.875,0.7335; 1,1">
                                          <p:stCondLst>
                                            <p:cond delay="664"/>
                                          </p:stCondLst>
                                        </p:cTn>
                                        <p:tgtEl>
                                          <p:spTgt spid="118"/>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48" dur="332" tmFilter="0, 0; 0.125,0.2665; 0.25,0.4; 0.375,0.465; 0.5,0.5;  0.625,0.535; 0.75,0.6; 0.875,0.7335; 1,1">
                                          <p:stCondLst>
                                            <p:cond delay="1324"/>
                                          </p:stCondLst>
                                        </p:cTn>
                                        <p:tgtEl>
                                          <p:spTgt spid="118"/>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49" dur="164" tmFilter="0, 0; 0.125,0.2665; 0.25,0.4; 0.375,0.465; 0.5,0.5;  0.625,0.535; 0.75,0.6; 0.875,0.7335; 1,1">
                                          <p:stCondLst>
                                            <p:cond delay="1656"/>
                                          </p:stCondLst>
                                        </p:cTn>
                                        <p:tgtEl>
                                          <p:spTgt spid="118"/>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50" dur="180" accel="50000">
                                          <p:stCondLst>
                                            <p:cond delay="1820"/>
                                          </p:stCondLst>
                                        </p:cTn>
                                        <p:tgtEl>
                                          <p:spTgt spid="118"/>
                                        </p:tgtEl>
                                        <p:attrNameLst>
                                          <p:attrName>ppt_y</p:attrName>
                                        </p:attrNameLst>
                                      </p:cBhvr>
                                      <p:tavLst>
                                        <p:tav tm="0">
                                          <p:val>
                                            <p:strVal val="ppt_y"/>
                                          </p:val>
                                        </p:tav>
                                        <p:tav tm="100000">
                                          <p:val>
                                            <p:strVal val="ppt_y+ppt_h"/>
                                          </p:val>
                                        </p:tav>
                                      </p:tavLst>
                                    </p:anim>
                                    <p:animScale>
                                      <p:cBhvr>
                                        <p:cTn id="351" dur="26">
                                          <p:stCondLst>
                                            <p:cond delay="620"/>
                                          </p:stCondLst>
                                        </p:cTn>
                                        <p:tgtEl>
                                          <p:spTgt spid="118"/>
                                        </p:tgtEl>
                                      </p:cBhvr>
                                      <p:to x="100000" y="60000"/>
                                    </p:animScale>
                                    <p:animScale>
                                      <p:cBhvr>
                                        <p:cTn id="352" dur="166" decel="50000">
                                          <p:stCondLst>
                                            <p:cond delay="646"/>
                                          </p:stCondLst>
                                        </p:cTn>
                                        <p:tgtEl>
                                          <p:spTgt spid="118"/>
                                        </p:tgtEl>
                                      </p:cBhvr>
                                      <p:to x="100000" y="100000"/>
                                    </p:animScale>
                                    <p:animScale>
                                      <p:cBhvr>
                                        <p:cTn id="353" dur="26">
                                          <p:stCondLst>
                                            <p:cond delay="1312"/>
                                          </p:stCondLst>
                                        </p:cTn>
                                        <p:tgtEl>
                                          <p:spTgt spid="118"/>
                                        </p:tgtEl>
                                      </p:cBhvr>
                                      <p:to x="100000" y="80000"/>
                                    </p:animScale>
                                    <p:animScale>
                                      <p:cBhvr>
                                        <p:cTn id="354" dur="166" decel="50000">
                                          <p:stCondLst>
                                            <p:cond delay="1338"/>
                                          </p:stCondLst>
                                        </p:cTn>
                                        <p:tgtEl>
                                          <p:spTgt spid="118"/>
                                        </p:tgtEl>
                                      </p:cBhvr>
                                      <p:to x="100000" y="100000"/>
                                    </p:animScale>
                                    <p:animScale>
                                      <p:cBhvr>
                                        <p:cTn id="355" dur="26">
                                          <p:stCondLst>
                                            <p:cond delay="1642"/>
                                          </p:stCondLst>
                                        </p:cTn>
                                        <p:tgtEl>
                                          <p:spTgt spid="118"/>
                                        </p:tgtEl>
                                      </p:cBhvr>
                                      <p:to x="100000" y="90000"/>
                                    </p:animScale>
                                    <p:animScale>
                                      <p:cBhvr>
                                        <p:cTn id="356" dur="166" decel="50000">
                                          <p:stCondLst>
                                            <p:cond delay="1668"/>
                                          </p:stCondLst>
                                        </p:cTn>
                                        <p:tgtEl>
                                          <p:spTgt spid="118"/>
                                        </p:tgtEl>
                                      </p:cBhvr>
                                      <p:to x="100000" y="100000"/>
                                    </p:animScale>
                                    <p:animScale>
                                      <p:cBhvr>
                                        <p:cTn id="357" dur="26">
                                          <p:stCondLst>
                                            <p:cond delay="1808"/>
                                          </p:stCondLst>
                                        </p:cTn>
                                        <p:tgtEl>
                                          <p:spTgt spid="118"/>
                                        </p:tgtEl>
                                      </p:cBhvr>
                                      <p:to x="100000" y="95000"/>
                                    </p:animScale>
                                    <p:animScale>
                                      <p:cBhvr>
                                        <p:cTn id="358" dur="166" decel="50000">
                                          <p:stCondLst>
                                            <p:cond delay="1834"/>
                                          </p:stCondLst>
                                        </p:cTn>
                                        <p:tgtEl>
                                          <p:spTgt spid="118"/>
                                        </p:tgtEl>
                                      </p:cBhvr>
                                      <p:to x="100000" y="100000"/>
                                    </p:animScale>
                                    <p:set>
                                      <p:cBhvr>
                                        <p:cTn id="359" dur="1" fill="hold">
                                          <p:stCondLst>
                                            <p:cond delay="1999"/>
                                          </p:stCondLst>
                                        </p:cTn>
                                        <p:tgtEl>
                                          <p:spTgt spid="1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4" grpId="0" autoUpdateAnimBg="0"/>
      <p:bldP spid="55" grpId="0"/>
      <p:bldP spid="55" grpId="1"/>
      <p:bldP spid="10" grpId="0" uiExpand="1" build="p"/>
      <p:bldP spid="12" grpId="0" uiExpand="1" build="p"/>
      <p:bldP spid="14" grpId="0" uiExpand="1" build="p"/>
      <p:bldP spid="78" grpId="0" animBg="1"/>
      <p:bldP spid="91" grpId="0"/>
      <p:bldP spid="103" grpId="0"/>
      <p:bldP spid="103" grpId="1"/>
      <p:bldP spid="109" grpId="0"/>
      <p:bldP spid="109" grpId="1"/>
      <p:bldP spid="114" grpId="0"/>
      <p:bldP spid="114" grpId="1"/>
      <p:bldP spid="122" grpId="0"/>
      <p:bldP spid="12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4D0EDDF-A74C-1A91-155E-A6FB10F653AA}"/>
              </a:ext>
            </a:extLst>
          </p:cNvPr>
          <p:cNvSpPr>
            <a:spLocks noGrp="1"/>
          </p:cNvSpPr>
          <p:nvPr>
            <p:ph type="sldNum" sz="quarter" idx="12"/>
          </p:nvPr>
        </p:nvSpPr>
        <p:spPr/>
        <p:txBody>
          <a:bodyPr/>
          <a:lstStyle/>
          <a:p>
            <a:fld id="{D7C0FE0B-717B-41AE-9FA2-CA4BF851D1C3}" type="slidenum">
              <a:rPr lang="zh-CN" altLang="en-US" smtClean="0"/>
              <a:t>18</a:t>
            </a:fld>
            <a:endParaRPr lang="zh-CN" altLang="en-US"/>
          </a:p>
        </p:txBody>
      </p:sp>
      <p:sp>
        <p:nvSpPr>
          <p:cNvPr id="3" name="Rectangle 2">
            <a:extLst>
              <a:ext uri="{FF2B5EF4-FFF2-40B4-BE49-F238E27FC236}">
                <a16:creationId xmlns:a16="http://schemas.microsoft.com/office/drawing/2014/main" id="{E7B0F4A5-E1ED-B2A7-ED2C-0822971152A0}"/>
              </a:ext>
            </a:extLst>
          </p:cNvPr>
          <p:cNvSpPr>
            <a:spLocks noChangeArrowheads="1"/>
          </p:cNvSpPr>
          <p:nvPr/>
        </p:nvSpPr>
        <p:spPr bwMode="auto">
          <a:xfrm>
            <a:off x="417378" y="1096751"/>
            <a:ext cx="5037850" cy="3487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indent="0" algn="just">
              <a:lnSpc>
                <a:spcPct val="120000"/>
              </a:lnSpc>
              <a:spcBef>
                <a:spcPts val="1200"/>
              </a:spcBef>
            </a:pPr>
            <a:r>
              <a:rPr lang="zh-CN" altLang="en-US" dirty="0">
                <a:latin typeface="宋体" panose="02010600030101010101" pitchFamily="2" charset="-122"/>
                <a:cs typeface="Times New Roman" panose="02020603050405020304" pitchFamily="18" charset="0"/>
              </a:rPr>
              <a:t>类似</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顺序栈，除了用一组地址连续的存储单元</a:t>
            </a:r>
            <a:r>
              <a:rPr lang="zh-CN" altLang="en-US" dirty="0">
                <a:latin typeface="宋体" panose="02010600030101010101" pitchFamily="2" charset="-122"/>
                <a:cs typeface="Times New Roman" panose="02020603050405020304" pitchFamily="18" charset="0"/>
              </a:rPr>
              <a:t>从头到尾</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依次存放元素之外，需要两个指针</a:t>
            </a:r>
            <a:r>
              <a:rPr kumimoji="0" lang="en-US" altLang="zh-CN"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front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和</a:t>
            </a:r>
            <a:r>
              <a:rPr kumimoji="0" lang="en-US" altLang="zh-CN"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rear</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分别指示队头元素及队尾元素位置。</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endParaRPr>
          </a:p>
          <a:p>
            <a:pPr lvl="0" indent="0" algn="just">
              <a:lnSpc>
                <a:spcPct val="120000"/>
              </a:lnSpc>
              <a:spcBef>
                <a:spcPts val="1200"/>
              </a:spcBef>
            </a:pP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Courier New" panose="02070309020205020404" pitchFamily="49" charset="0"/>
              </a:rPr>
              <a:t>约定</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：初始建空队列时，令</a:t>
            </a:r>
            <a:r>
              <a:rPr kumimoji="0" lang="en-US" altLang="zh-CN"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front=rear=0</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endParaRPr>
          </a:p>
          <a:p>
            <a:pPr lvl="0" indent="0" algn="just">
              <a:lnSpc>
                <a:spcPct val="120000"/>
              </a:lnSpc>
              <a:spcBef>
                <a:spcPts val="1200"/>
              </a:spcBef>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每当插入新的队尾元素，</a:t>
            </a:r>
            <a:r>
              <a:rPr kumimoji="0" lang="zh-CN" altLang="en-US"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尾指针</a:t>
            </a:r>
            <a:r>
              <a:rPr kumimoji="0" lang="en-US" altLang="zh-CN"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rear</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增</a:t>
            </a:r>
            <a:r>
              <a:rPr kumimoji="0" lang="en-US" altLang="zh-CN"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1</a:t>
            </a:r>
            <a:r>
              <a:rPr kumimoji="0" lang="zh-CN" altLang="en-US"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endParaRPr>
          </a:p>
          <a:p>
            <a:pPr lvl="0" indent="0" algn="just">
              <a:lnSpc>
                <a:spcPct val="120000"/>
              </a:lnSpc>
              <a:spcBef>
                <a:spcPts val="1200"/>
              </a:spcBef>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每当删除了队头元素，</a:t>
            </a:r>
            <a:r>
              <a:rPr kumimoji="0" lang="zh-CN" altLang="en-US"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头指针</a:t>
            </a:r>
            <a:r>
              <a:rPr kumimoji="0" lang="en-US" altLang="zh-CN"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front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增</a:t>
            </a:r>
            <a:r>
              <a:rPr kumimoji="0" lang="en-US" altLang="zh-CN" b="0"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1”</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endParaRPr>
          </a:p>
          <a:p>
            <a:pPr lvl="0" indent="0" algn="just">
              <a:lnSpc>
                <a:spcPct val="120000"/>
              </a:lnSpc>
              <a:spcBef>
                <a:spcPts val="1200"/>
              </a:spcBef>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在非空队列中，头指针始终指向队列头元素，</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lvl="0" indent="0" algn="just">
              <a:lnSpc>
                <a:spcPct val="120000"/>
              </a:lnSpc>
              <a:spcBef>
                <a:spcPts val="1200"/>
              </a:spcBef>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而尾指针始终指向队列尾元素的下一个位置。</a:t>
            </a:r>
            <a:endParaRPr kumimoji="0" lang="zh-CN" altLang="en-US" b="0" i="0" u="none" strike="noStrike" cap="none" normalizeH="0" baseline="0" dirty="0">
              <a:ln>
                <a:noFill/>
              </a:ln>
              <a:solidFill>
                <a:schemeClr val="tx1"/>
              </a:solidFill>
              <a:effectLst/>
            </a:endParaRPr>
          </a:p>
        </p:txBody>
      </p:sp>
      <p:pic>
        <p:nvPicPr>
          <p:cNvPr id="3073" name="Picture 1">
            <a:extLst>
              <a:ext uri="{FF2B5EF4-FFF2-40B4-BE49-F238E27FC236}">
                <a16:creationId xmlns:a16="http://schemas.microsoft.com/office/drawing/2014/main" id="{7054FC05-5A2C-EAFF-F7C4-074781639530}"/>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5701137" y="1780654"/>
            <a:ext cx="6146222" cy="309890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C87F593-879D-EC4E-74C1-6138C5ABB1A8}"/>
              </a:ext>
            </a:extLst>
          </p:cNvPr>
          <p:cNvSpPr>
            <a:spLocks noChangeArrowheads="1"/>
          </p:cNvSpPr>
          <p:nvPr/>
        </p:nvSpPr>
        <p:spPr bwMode="auto">
          <a:xfrm>
            <a:off x="417378" y="4787647"/>
            <a:ext cx="4959917" cy="137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just">
              <a:lnSpc>
                <a:spcPct val="120000"/>
              </a:lnSpc>
              <a:spcBef>
                <a:spcPts val="1200"/>
              </a:spcBef>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假如队列被分配的空间容量为</a:t>
            </a:r>
            <a:r>
              <a:rPr kumimoji="0" lang="en-US" altLang="zh-CN" b="1" i="0" u="none" strike="noStrike" cap="none" normalizeH="0" baseline="0" dirty="0">
                <a:ln>
                  <a:noFill/>
                </a:ln>
                <a:solidFill>
                  <a:srgbClr val="C00000"/>
                </a:solidFill>
                <a:effectLst/>
                <a:latin typeface="等线" panose="02010600030101010101" pitchFamily="2" charset="-122"/>
                <a:ea typeface="宋体" panose="02010600030101010101" pitchFamily="2" charset="-122"/>
                <a:cs typeface="Times New Roman" panose="02020603050405020304" pitchFamily="18" charset="0"/>
              </a:rPr>
              <a:t>6</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，队列</a:t>
            </a:r>
            <a:r>
              <a:rPr lang="zh-CN" altLang="en-US" dirty="0">
                <a:latin typeface="宋体" panose="02010600030101010101" pitchFamily="2" charset="-122"/>
                <a:cs typeface="Times New Roman" panose="02020603050405020304" pitchFamily="18" charset="0"/>
              </a:rPr>
              <a:t>状态</a:t>
            </a:r>
            <a:r>
              <a:rPr lang="zh-CN" altLang="en-US" dirty="0">
                <a:latin typeface="宋体" panose="02010600030101010101" pitchFamily="2" charset="-122"/>
                <a:ea typeface="宋体" panose="02010600030101010101" pitchFamily="2" charset="-122"/>
                <a:cs typeface="Times New Roman" panose="02020603050405020304" pitchFamily="18" charset="0"/>
              </a:rPr>
              <a:t>如</a:t>
            </a:r>
            <a:r>
              <a:rPr kumimoji="0" lang="zh-CN" altLang="en-US" b="1" i="0" u="none" strike="noStrike" cap="none" normalizeH="0" baseline="0" dirty="0">
                <a:ln>
                  <a:noFill/>
                </a:ln>
                <a:solidFill>
                  <a:srgbClr val="041ABC"/>
                </a:solidFill>
                <a:effectLst/>
                <a:latin typeface="宋体" panose="02010600030101010101" pitchFamily="2" charset="-122"/>
                <a:ea typeface="宋体" panose="02010600030101010101" pitchFamily="2" charset="-122"/>
                <a:cs typeface="Times New Roman" panose="02020603050405020304" pitchFamily="18" charset="0"/>
              </a:rPr>
              <a:t>图</a:t>
            </a:r>
            <a:r>
              <a:rPr kumimoji="0" lang="en-US" altLang="zh-CN" b="1" i="0" u="none" strike="noStrike" cap="none" normalizeH="0" baseline="0" dirty="0">
                <a:ln>
                  <a:noFill/>
                </a:ln>
                <a:solidFill>
                  <a:srgbClr val="041ABC"/>
                </a:solidFill>
                <a:effectLst/>
                <a:latin typeface="等线" panose="02010600030101010101" pitchFamily="2" charset="-122"/>
                <a:ea typeface="宋体" panose="02010600030101010101" pitchFamily="2" charset="-122"/>
                <a:cs typeface="Times New Roman" panose="02020603050405020304" pitchFamily="18" charset="0"/>
              </a:rPr>
              <a:t>3.12(d)</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，若有新元素入队，则因数组越界而导致程序运行出错。此时不宜如顺序栈扩容，队列实际可用空间未占满。</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485BE3C6-89CA-0C68-99C6-FC4616DB0159}"/>
              </a:ext>
            </a:extLst>
          </p:cNvPr>
          <p:cNvSpPr txBox="1"/>
          <p:nvPr/>
        </p:nvSpPr>
        <p:spPr>
          <a:xfrm>
            <a:off x="6082147" y="5100550"/>
            <a:ext cx="5384202" cy="76944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3.12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头、尾指针和队列中元素之间的关系</a:t>
            </a:r>
            <a:endParaRPr kumimoji="0" lang="zh-CN" alt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空队列；</a:t>
            </a:r>
            <a:r>
              <a:rPr kumimoji="0" lang="zh-CN" altLang="en-US"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a:t>
            </a:r>
            <a:r>
              <a:rPr kumimoji="0" lang="en-US" altLang="zh-CN" sz="14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J1</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4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J2</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en-US" altLang="zh-CN" sz="14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J3</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相继入队列；</a:t>
            </a:r>
            <a:r>
              <a:rPr kumimoji="0" lang="zh-CN" altLang="en-US"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(c) </a:t>
            </a:r>
            <a:r>
              <a:rPr kumimoji="0" lang="en-US" altLang="zh-CN" sz="14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J1</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en-US" altLang="zh-CN" sz="14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J2</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相继被删除；</a:t>
            </a:r>
            <a:endParaRPr kumimoji="0" lang="zh-CN" altLang="en-US" sz="14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(d) Ja</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4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Js</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en-US" altLang="zh-CN" sz="14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J6</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相继插入队列之后</a:t>
            </a:r>
            <a:r>
              <a:rPr kumimoji="0" lang="en-US" altLang="zh-CN" sz="1400" b="0"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J3</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及</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被删除</a:t>
            </a:r>
            <a:endParaRPr kumimoji="0" lang="zh-CN" altLang="en-US" sz="1400" b="0" i="0" u="none" strike="noStrike" cap="none" normalizeH="0" baseline="0" dirty="0">
              <a:ln>
                <a:noFill/>
              </a:ln>
              <a:solidFill>
                <a:schemeClr val="tx1"/>
              </a:solidFill>
              <a:effectLst/>
            </a:endParaRPr>
          </a:p>
        </p:txBody>
      </p:sp>
      <p:sp>
        <p:nvSpPr>
          <p:cNvPr id="8" name="文本框 7">
            <a:extLst>
              <a:ext uri="{FF2B5EF4-FFF2-40B4-BE49-F238E27FC236}">
                <a16:creationId xmlns:a16="http://schemas.microsoft.com/office/drawing/2014/main" id="{0C39DD9B-1BDB-3994-24DD-DBE78EF446BB}"/>
              </a:ext>
            </a:extLst>
          </p:cNvPr>
          <p:cNvSpPr txBox="1"/>
          <p:nvPr/>
        </p:nvSpPr>
        <p:spPr>
          <a:xfrm>
            <a:off x="972880" y="285125"/>
            <a:ext cx="6591702" cy="461665"/>
          </a:xfrm>
          <a:prstGeom prst="rect">
            <a:avLst/>
          </a:prstGeom>
          <a:noFill/>
        </p:spPr>
        <p:txBody>
          <a:bodyPr wrap="square">
            <a:spAutoFit/>
          </a:bodyPr>
          <a:lstStyle/>
          <a:p>
            <a:pPr marL="0" marR="0" lvl="0" indent="268288"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3.4.3  </a:t>
            </a:r>
            <a:r>
              <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循环队列</a:t>
            </a:r>
            <a:r>
              <a:rPr kumimoji="0" lang="en-US" altLang="zh-CN" sz="2400"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400"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队列的顺序表示和实现</a:t>
            </a:r>
            <a:endParaRPr kumimoji="0" lang="zh-CN" altLang="en-US" sz="2400" b="0" i="0" u="none" strike="noStrike" cap="none" normalizeH="0" baseline="0" dirty="0">
              <a:ln>
                <a:noFill/>
              </a:ln>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93782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1000"/>
                                        <p:tgtEl>
                                          <p:spTgt spid="4"/>
                                        </p:tgtEl>
                                      </p:cBhvr>
                                    </p:animEffect>
                                    <p:anim calcmode="lin" valueType="num">
                                      <p:cBhvr>
                                        <p:cTn id="42" dur="1000" fill="hold"/>
                                        <p:tgtEl>
                                          <p:spTgt spid="4"/>
                                        </p:tgtEl>
                                        <p:attrNameLst>
                                          <p:attrName>ppt_x</p:attrName>
                                        </p:attrNameLst>
                                      </p:cBhvr>
                                      <p:tavLst>
                                        <p:tav tm="0">
                                          <p:val>
                                            <p:strVal val="#ppt_x"/>
                                          </p:val>
                                        </p:tav>
                                        <p:tav tm="100000">
                                          <p:val>
                                            <p:strVal val="#ppt_x"/>
                                          </p:val>
                                        </p:tav>
                                      </p:tavLst>
                                    </p:anim>
                                    <p:anim calcmode="lin" valueType="num">
                                      <p:cBhvr>
                                        <p:cTn id="43" dur="1000" fill="hold"/>
                                        <p:tgtEl>
                                          <p:spTgt spid="4"/>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073"/>
                                        </p:tgtEl>
                                        <p:attrNameLst>
                                          <p:attrName>style.visibility</p:attrName>
                                        </p:attrNameLst>
                                      </p:cBhvr>
                                      <p:to>
                                        <p:strVal val="visible"/>
                                      </p:to>
                                    </p:set>
                                    <p:animEffect transition="in" filter="fade">
                                      <p:cBhvr>
                                        <p:cTn id="46" dur="1000"/>
                                        <p:tgtEl>
                                          <p:spTgt spid="3073"/>
                                        </p:tgtEl>
                                      </p:cBhvr>
                                    </p:animEffect>
                                    <p:anim calcmode="lin" valueType="num">
                                      <p:cBhvr>
                                        <p:cTn id="47" dur="1000" fill="hold"/>
                                        <p:tgtEl>
                                          <p:spTgt spid="3073"/>
                                        </p:tgtEl>
                                        <p:attrNameLst>
                                          <p:attrName>ppt_x</p:attrName>
                                        </p:attrNameLst>
                                      </p:cBhvr>
                                      <p:tavLst>
                                        <p:tav tm="0">
                                          <p:val>
                                            <p:strVal val="#ppt_x"/>
                                          </p:val>
                                        </p:tav>
                                        <p:tav tm="100000">
                                          <p:val>
                                            <p:strVal val="#ppt_x"/>
                                          </p:val>
                                        </p:tav>
                                      </p:tavLst>
                                    </p:anim>
                                    <p:anim calcmode="lin" valueType="num">
                                      <p:cBhvr>
                                        <p:cTn id="48" dur="1000" fill="hold"/>
                                        <p:tgtEl>
                                          <p:spTgt spid="307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1000"/>
                                        <p:tgtEl>
                                          <p:spTgt spid="6"/>
                                        </p:tgtEl>
                                      </p:cBhvr>
                                    </p:animEffect>
                                    <p:anim calcmode="lin" valueType="num">
                                      <p:cBhvr>
                                        <p:cTn id="52" dur="1000" fill="hold"/>
                                        <p:tgtEl>
                                          <p:spTgt spid="6"/>
                                        </p:tgtEl>
                                        <p:attrNameLst>
                                          <p:attrName>ppt_x</p:attrName>
                                        </p:attrNameLst>
                                      </p:cBhvr>
                                      <p:tavLst>
                                        <p:tav tm="0">
                                          <p:val>
                                            <p:strVal val="#ppt_x"/>
                                          </p:val>
                                        </p:tav>
                                        <p:tav tm="100000">
                                          <p:val>
                                            <p:strVal val="#ppt_x"/>
                                          </p:val>
                                        </p:tav>
                                      </p:tavLst>
                                    </p:anim>
                                    <p:anim calcmode="lin" valueType="num">
                                      <p:cBhvr>
                                        <p:cTn id="5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D43124C-D3FB-9BC2-8F9B-F6975AF3C3D1}"/>
              </a:ext>
            </a:extLst>
          </p:cNvPr>
          <p:cNvSpPr>
            <a:spLocks noGrp="1"/>
          </p:cNvSpPr>
          <p:nvPr>
            <p:ph type="sldNum" sz="quarter" idx="12"/>
          </p:nvPr>
        </p:nvSpPr>
        <p:spPr/>
        <p:txBody>
          <a:bodyPr/>
          <a:lstStyle/>
          <a:p>
            <a:fld id="{D7C0FE0B-717B-41AE-9FA2-CA4BF851D1C3}" type="slidenum">
              <a:rPr lang="zh-CN" altLang="en-US" smtClean="0"/>
              <a:t>19</a:t>
            </a:fld>
            <a:endParaRPr lang="zh-CN" altLang="en-US"/>
          </a:p>
        </p:txBody>
      </p:sp>
      <p:sp>
        <p:nvSpPr>
          <p:cNvPr id="4" name="文本框 3">
            <a:extLst>
              <a:ext uri="{FF2B5EF4-FFF2-40B4-BE49-F238E27FC236}">
                <a16:creationId xmlns:a16="http://schemas.microsoft.com/office/drawing/2014/main" id="{756723CF-232C-AB6C-463D-56ADFD326B01}"/>
              </a:ext>
            </a:extLst>
          </p:cNvPr>
          <p:cNvSpPr txBox="1"/>
          <p:nvPr/>
        </p:nvSpPr>
        <p:spPr>
          <a:xfrm>
            <a:off x="544903" y="208845"/>
            <a:ext cx="5777965" cy="6505371"/>
          </a:xfrm>
          <a:prstGeom prst="rect">
            <a:avLst/>
          </a:prstGeom>
          <a:noFill/>
        </p:spPr>
        <p:txBody>
          <a:bodyPr wrap="square">
            <a:spAutoFit/>
          </a:bodyPr>
          <a:lstStyle/>
          <a:p>
            <a:pPr lvl="0" algn="just">
              <a:lnSpc>
                <a:spcPct val="120000"/>
              </a:lnSpc>
              <a:spcBef>
                <a:spcPts val="1200"/>
              </a:spcBef>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较巧妙的办法是将顺序队列臆想为一个环状的空间，如</a:t>
            </a:r>
            <a:r>
              <a:rPr kumimoji="0" lang="zh-CN" altLang="en-US"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b="0" i="0" u="none" strike="noStrike" cap="none" normalizeH="0" baseline="0" dirty="0">
                <a:ln>
                  <a:noFill/>
                </a:ln>
                <a:solidFill>
                  <a:schemeClr val="tx1"/>
                </a:solidFill>
                <a:effectLst/>
                <a:latin typeface="+mj-ea"/>
                <a:ea typeface="+mj-ea"/>
                <a:cs typeface="Times New Roman" panose="02020603050405020304" pitchFamily="18" charset="0"/>
              </a:rPr>
              <a:t>3.13</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所示，称之为</a:t>
            </a: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循环队列</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。指针和元素间关系不变，如图</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3.14(a)</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所示的循环队列中，头元素是</a:t>
            </a:r>
            <a:r>
              <a:rPr kumimoji="0" lang="en-US" altLang="zh-CN" b="1"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a:t>
            </a:r>
            <a:r>
              <a:rPr kumimoji="0" lang="en-US" altLang="zh-CN" b="1"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1</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，尾元素是</a:t>
            </a:r>
            <a:r>
              <a:rPr kumimoji="0" lang="en-US" altLang="zh-CN" b="1"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a:t>
            </a:r>
            <a:r>
              <a:rPr kumimoji="0" lang="en-US" altLang="zh-CN" b="1"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5</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，之后</a:t>
            </a:r>
            <a:r>
              <a:rPr kumimoji="0" lang="en-US" altLang="zh-CN" b="1"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a:t>
            </a:r>
            <a:r>
              <a:rPr kumimoji="0" lang="en-US" altLang="zh-CN" b="1"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6</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b="1"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a:t>
            </a:r>
            <a:r>
              <a:rPr kumimoji="0" lang="en-US" altLang="zh-CN" b="1"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7</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en-US" altLang="zh-CN" b="1"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a:t>
            </a:r>
            <a:r>
              <a:rPr kumimoji="0" lang="en-US" altLang="zh-CN" b="1"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8</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相继入队，则队列空间均被占满，如图</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3.14(b)</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所示，此时</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Q.front</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Q.rear</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为真；</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lvl="0" algn="just">
              <a:lnSpc>
                <a:spcPct val="120000"/>
              </a:lnSpc>
              <a:spcBef>
                <a:spcPts val="600"/>
              </a:spcBef>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反之，若</a:t>
            </a:r>
            <a:r>
              <a:rPr kumimoji="0" lang="en-US" altLang="zh-CN" b="1"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a:t>
            </a:r>
            <a:r>
              <a:rPr kumimoji="0" lang="en-US" altLang="zh-CN" b="1"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3</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b="1"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a:t>
            </a:r>
            <a:r>
              <a:rPr kumimoji="0" lang="en-US" altLang="zh-CN" b="1"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4</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和</a:t>
            </a:r>
            <a:r>
              <a:rPr kumimoji="0" lang="en-US" altLang="zh-CN" b="1" i="0" u="none" strike="noStrike" cap="none" normalizeH="0" baseline="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J</a:t>
            </a:r>
            <a:r>
              <a:rPr kumimoji="0" lang="en-US" altLang="zh-CN" b="1" i="0" u="none" strike="noStrike" cap="none" normalizeH="0" baseline="-30000" dirty="0" err="1">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5</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相继从</a:t>
            </a:r>
            <a:r>
              <a:rPr kumimoji="0" lang="zh-CN" altLang="en-US"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b="0" i="0" u="none" strike="noStrike" cap="none" normalizeH="0" baseline="0" dirty="0">
                <a:ln>
                  <a:noFill/>
                </a:ln>
                <a:solidFill>
                  <a:schemeClr val="tx1"/>
                </a:solidFill>
                <a:effectLst/>
                <a:latin typeface="+mj-ea"/>
                <a:ea typeface="+mj-ea"/>
                <a:cs typeface="Times New Roman" panose="02020603050405020304" pitchFamily="18" charset="0"/>
              </a:rPr>
              <a:t>3.14(a)</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的队列中删除，使队列呈</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空</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的状态，如图</a:t>
            </a:r>
            <a:r>
              <a:rPr kumimoji="0" lang="en-US" altLang="zh-CN"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3.14(c)</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所示。此时也关系式</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Q.front</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Q.rear</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也成立。</a:t>
            </a:r>
            <a:endParaRPr kumimoji="0" lang="en-US" altLang="zh-CN"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lvl="0" algn="just">
              <a:lnSpc>
                <a:spcPct val="120000"/>
              </a:lnSpc>
              <a:spcBef>
                <a:spcPts val="600"/>
              </a:spcBef>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可见，只凭 </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Q.front</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a:t>
            </a:r>
            <a:r>
              <a:rPr kumimoji="0" lang="en-US" altLang="zh-CN"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Q.rear</a:t>
            </a:r>
            <a:r>
              <a:rPr kumimoji="0" lang="en-US" altLang="zh-CN"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Courier New" panose="02070309020205020404" pitchFamily="49" charset="0"/>
              </a:rPr>
              <a:t> </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无法判别队列空间是</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空</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还是</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满</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。可有多种处理方法：</a:t>
            </a:r>
            <a:endParaRPr kumimoji="0" lang="zh-CN"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20000"/>
              </a:lnSpc>
              <a:spcBef>
                <a:spcPts val="600"/>
              </a:spcBef>
              <a:spcAft>
                <a:spcPct val="0"/>
              </a:spcAft>
              <a:buClrTx/>
              <a:buSzTx/>
              <a:buFont typeface="Wingdings" panose="05000000000000000000" pitchFamily="2" charset="2"/>
              <a:buChar char="l"/>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增设一个标志位以区别队列是</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空</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还是</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满</a:t>
            </a:r>
            <a:r>
              <a:rPr kumimoji="0" lang="zh-CN" altLang="en-US"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20000"/>
              </a:lnSpc>
              <a:spcBef>
                <a:spcPts val="600"/>
              </a:spcBef>
              <a:spcAft>
                <a:spcPct val="0"/>
              </a:spcAft>
              <a:buClrTx/>
              <a:buSzTx/>
              <a:buFont typeface="Wingdings" panose="05000000000000000000" pitchFamily="2" charset="2"/>
              <a:buChar char="l"/>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增设一个长度域，空队列的长度为</a:t>
            </a:r>
            <a:r>
              <a:rPr kumimoji="0" lang="en-US" altLang="zh-CN" b="1"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0</a:t>
            </a: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b="0" i="0" u="none" strike="noStrike" cap="none" normalizeH="0" baseline="0" dirty="0">
              <a:ln>
                <a:noFill/>
              </a:ln>
              <a:solidFill>
                <a:schemeClr val="tx1"/>
              </a:solidFill>
              <a:effectLst/>
            </a:endParaRPr>
          </a:p>
          <a:p>
            <a:pPr marL="285750" marR="0" lvl="0" indent="-285750" algn="just" defTabSz="914400" rtl="0" eaLnBrk="0" fontAlgn="base" latinLnBrk="0" hangingPunct="0">
              <a:lnSpc>
                <a:spcPct val="120000"/>
              </a:lnSpc>
              <a:spcBef>
                <a:spcPts val="600"/>
              </a:spcBef>
              <a:spcAft>
                <a:spcPct val="0"/>
              </a:spcAft>
              <a:buClrTx/>
              <a:buSzTx/>
              <a:buFont typeface="Wingdings" panose="05000000000000000000" pitchFamily="2" charset="2"/>
              <a:buChar char="l"/>
              <a:tabLst/>
            </a:pPr>
            <a:r>
              <a:rPr kumimoji="0" lang="zh-CN" altLang="en-US"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少用一个元素空间，约定以</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队列头指针在队列尾指针的下一位置（指环状的下一位置）上</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作为队列为</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满</a:t>
            </a:r>
            <a:r>
              <a:rPr kumimoji="0" lang="zh-CN" altLang="en-US"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的状态判据。</a:t>
            </a:r>
            <a:endParaRPr kumimoji="0" lang="en-US" altLang="zh-CN"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algn="just" eaLnBrk="0" fontAlgn="base" hangingPunct="0">
              <a:lnSpc>
                <a:spcPct val="120000"/>
              </a:lnSpc>
              <a:spcBef>
                <a:spcPts val="600"/>
              </a:spcBef>
              <a:spcAft>
                <a:spcPct val="0"/>
              </a:spcAft>
            </a:pPr>
            <a:r>
              <a:rPr lang="zh-CN" altLang="zh-CN" dirty="0">
                <a:latin typeface="宋体" panose="02010600030101010101" pitchFamily="2" charset="-122"/>
                <a:cs typeface="Times New Roman" panose="02020603050405020304" pitchFamily="18" charset="0"/>
              </a:rPr>
              <a:t>前两种方法的缺点是每当有入队或出队操作，必须维护标志域或长度域的值。</a:t>
            </a:r>
            <a:r>
              <a:rPr lang="zh-CN" altLang="zh-CN" b="1" dirty="0">
                <a:latin typeface="宋体" panose="02010600030101010101" pitchFamily="2" charset="-122"/>
                <a:cs typeface="Times New Roman" panose="02020603050405020304" pitchFamily="18" charset="0"/>
              </a:rPr>
              <a:t>第三种方法以一个元素单元的空间代价换得对队列空、满状态判别的便利。</a:t>
            </a:r>
            <a:endParaRPr lang="zh-CN" altLang="zh-CN" b="1" dirty="0"/>
          </a:p>
        </p:txBody>
      </p:sp>
      <p:pic>
        <p:nvPicPr>
          <p:cNvPr id="4098" name="Picture 2">
            <a:extLst>
              <a:ext uri="{FF2B5EF4-FFF2-40B4-BE49-F238E27FC236}">
                <a16:creationId xmlns:a16="http://schemas.microsoft.com/office/drawing/2014/main" id="{9CEA2A85-DBA5-9950-3A70-466F8E2FA940}"/>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856051" y="301337"/>
            <a:ext cx="2991354" cy="1965296"/>
          </a:xfrm>
          <a:prstGeom prst="rect">
            <a:avLst/>
          </a:prstGeom>
          <a:noFill/>
          <a:extLst>
            <a:ext uri="{909E8E84-426E-40DD-AFC4-6F175D3DCCD1}">
              <a14:hiddenFill xmlns:a14="http://schemas.microsoft.com/office/drawing/2010/main">
                <a:solidFill>
                  <a:srgbClr val="FFFFFF"/>
                </a:solidFill>
              </a14:hiddenFill>
            </a:ext>
          </a:extLst>
        </p:spPr>
      </p:pic>
      <p:pic>
        <p:nvPicPr>
          <p:cNvPr id="4097" name="Picture 1">
            <a:extLst>
              <a:ext uri="{FF2B5EF4-FFF2-40B4-BE49-F238E27FC236}">
                <a16:creationId xmlns:a16="http://schemas.microsoft.com/office/drawing/2014/main" id="{5BAF9654-84D0-52D0-E3E4-9D3E9BE4583D}"/>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6856051" y="2242490"/>
            <a:ext cx="4827661" cy="443125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a:extLst>
              <a:ext uri="{FF2B5EF4-FFF2-40B4-BE49-F238E27FC236}">
                <a16:creationId xmlns:a16="http://schemas.microsoft.com/office/drawing/2014/main" id="{2F1D4FA3-2700-B100-419C-0EF5185B5135}"/>
              </a:ext>
            </a:extLst>
          </p:cNvPr>
          <p:cNvSpPr>
            <a:spLocks noChangeArrowheads="1"/>
          </p:cNvSpPr>
          <p:nvPr/>
        </p:nvSpPr>
        <p:spPr bwMode="auto">
          <a:xfrm>
            <a:off x="7881288" y="6183062"/>
            <a:ext cx="357966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3.14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循环队列的头尾指针</a:t>
            </a:r>
            <a:endParaRPr kumimoji="0" lang="zh-CN" altLang="en-US" sz="1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一般情况；</a:t>
            </a:r>
            <a:r>
              <a:rPr kumimoji="0" lang="zh-CN" altLang="en-US"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 </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队列满时；</a:t>
            </a:r>
            <a:r>
              <a:rPr kumimoji="0" lang="zh-CN" altLang="en-US"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sz="1400" b="0"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(c) </a:t>
            </a: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空队列</a:t>
            </a:r>
            <a:endParaRPr kumimoji="0" lang="zh-CN" altLang="en-US" sz="1400" b="0" i="0" u="none" strike="noStrike" cap="none" normalizeH="0" baseline="0" dirty="0">
              <a:ln>
                <a:noFill/>
              </a:ln>
              <a:solidFill>
                <a:schemeClr val="tx1"/>
              </a:solidFill>
              <a:effectLst/>
              <a:latin typeface="Arial" panose="020B0604020202020204" pitchFamily="34" charset="0"/>
            </a:endParaRPr>
          </a:p>
        </p:txBody>
      </p:sp>
      <p:sp>
        <p:nvSpPr>
          <p:cNvPr id="9" name="文本框 8">
            <a:extLst>
              <a:ext uri="{FF2B5EF4-FFF2-40B4-BE49-F238E27FC236}">
                <a16:creationId xmlns:a16="http://schemas.microsoft.com/office/drawing/2014/main" id="{5BC9156F-428D-AC75-2224-DEF3D448B413}"/>
              </a:ext>
            </a:extLst>
          </p:cNvPr>
          <p:cNvSpPr txBox="1"/>
          <p:nvPr/>
        </p:nvSpPr>
        <p:spPr>
          <a:xfrm>
            <a:off x="6747699" y="2242490"/>
            <a:ext cx="3086100" cy="338554"/>
          </a:xfrm>
          <a:prstGeom prst="rect">
            <a:avLst/>
          </a:prstGeom>
          <a:noFill/>
        </p:spPr>
        <p:txBody>
          <a:bodyPr wrap="square">
            <a:spAutoFit/>
          </a:body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3.13  </a:t>
            </a: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循环队列示意图</a:t>
            </a:r>
            <a:endParaRPr kumimoji="0" lang="zh-CN" altLang="en-US"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88300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fade">
                                      <p:cBhvr>
                                        <p:cTn id="12" dur="1000"/>
                                        <p:tgtEl>
                                          <p:spTgt spid="4098"/>
                                        </p:tgtEl>
                                      </p:cBhvr>
                                    </p:animEffect>
                                    <p:anim calcmode="lin" valueType="num">
                                      <p:cBhvr>
                                        <p:cTn id="13" dur="1000" fill="hold"/>
                                        <p:tgtEl>
                                          <p:spTgt spid="4098"/>
                                        </p:tgtEl>
                                        <p:attrNameLst>
                                          <p:attrName>ppt_x</p:attrName>
                                        </p:attrNameLst>
                                      </p:cBhvr>
                                      <p:tavLst>
                                        <p:tav tm="0">
                                          <p:val>
                                            <p:strVal val="#ppt_x"/>
                                          </p:val>
                                        </p:tav>
                                        <p:tav tm="100000">
                                          <p:val>
                                            <p:strVal val="#ppt_x"/>
                                          </p:val>
                                        </p:tav>
                                      </p:tavLst>
                                    </p:anim>
                                    <p:anim calcmode="lin" valueType="num">
                                      <p:cBhvr>
                                        <p:cTn id="14" dur="1000" fill="hold"/>
                                        <p:tgtEl>
                                          <p:spTgt spid="409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097"/>
                                        </p:tgtEl>
                                        <p:attrNameLst>
                                          <p:attrName>style.visibility</p:attrName>
                                        </p:attrNameLst>
                                      </p:cBhvr>
                                      <p:to>
                                        <p:strVal val="visible"/>
                                      </p:to>
                                    </p:set>
                                    <p:animEffect transition="in" filter="fade">
                                      <p:cBhvr>
                                        <p:cTn id="22" dur="1000"/>
                                        <p:tgtEl>
                                          <p:spTgt spid="4097"/>
                                        </p:tgtEl>
                                      </p:cBhvr>
                                    </p:animEffect>
                                    <p:anim calcmode="lin" valueType="num">
                                      <p:cBhvr>
                                        <p:cTn id="23" dur="1000" fill="hold"/>
                                        <p:tgtEl>
                                          <p:spTgt spid="4097"/>
                                        </p:tgtEl>
                                        <p:attrNameLst>
                                          <p:attrName>ppt_x</p:attrName>
                                        </p:attrNameLst>
                                      </p:cBhvr>
                                      <p:tavLst>
                                        <p:tav tm="0">
                                          <p:val>
                                            <p:strVal val="#ppt_x"/>
                                          </p:val>
                                        </p:tav>
                                        <p:tav tm="100000">
                                          <p:val>
                                            <p:strVal val="#ppt_x"/>
                                          </p:val>
                                        </p:tav>
                                      </p:tavLst>
                                    </p:anim>
                                    <p:anim calcmode="lin" valueType="num">
                                      <p:cBhvr>
                                        <p:cTn id="24" dur="1000" fill="hold"/>
                                        <p:tgtEl>
                                          <p:spTgt spid="409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xEl>
                                              <p:pRg st="1" end="1"/>
                                            </p:txEl>
                                          </p:spTgt>
                                        </p:tgtEl>
                                        <p:attrNameLst>
                                          <p:attrName>style.visibility</p:attrName>
                                        </p:attrNameLst>
                                      </p:cBhvr>
                                      <p:to>
                                        <p:strVal val="visible"/>
                                      </p:to>
                                    </p:set>
                                    <p:animEffect transition="in" filter="fade">
                                      <p:cBhvr>
                                        <p:cTn id="34" dur="1000"/>
                                        <p:tgtEl>
                                          <p:spTgt spid="4">
                                            <p:txEl>
                                              <p:pRg st="1" end="1"/>
                                            </p:txEl>
                                          </p:spTgt>
                                        </p:tgtEl>
                                      </p:cBhvr>
                                    </p:animEffect>
                                    <p:anim calcmode="lin" valueType="num">
                                      <p:cBhvr>
                                        <p:cTn id="3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Effect transition="in" filter="fade">
                                      <p:cBhvr>
                                        <p:cTn id="41" dur="1000"/>
                                        <p:tgtEl>
                                          <p:spTgt spid="4">
                                            <p:txEl>
                                              <p:pRg st="2" end="2"/>
                                            </p:txEl>
                                          </p:spTgt>
                                        </p:tgtEl>
                                      </p:cBhvr>
                                    </p:animEffect>
                                    <p:anim calcmode="lin" valueType="num">
                                      <p:cBhvr>
                                        <p:cTn id="4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2" end="2"/>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
                                            <p:txEl>
                                              <p:pRg st="3" end="3"/>
                                            </p:txEl>
                                          </p:spTgt>
                                        </p:tgtEl>
                                        <p:attrNameLst>
                                          <p:attrName>style.visibility</p:attrName>
                                        </p:attrNameLst>
                                      </p:cBhvr>
                                      <p:to>
                                        <p:strVal val="visible"/>
                                      </p:to>
                                    </p:set>
                                    <p:animEffect transition="in" filter="fade">
                                      <p:cBhvr>
                                        <p:cTn id="46" dur="1000"/>
                                        <p:tgtEl>
                                          <p:spTgt spid="4">
                                            <p:txEl>
                                              <p:pRg st="3" end="3"/>
                                            </p:txEl>
                                          </p:spTgt>
                                        </p:tgtEl>
                                      </p:cBhvr>
                                    </p:animEffect>
                                    <p:anim calcmode="lin" valueType="num">
                                      <p:cBhvr>
                                        <p:cTn id="4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3" end="3"/>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xEl>
                                              <p:pRg st="4" end="4"/>
                                            </p:txEl>
                                          </p:spTgt>
                                        </p:tgtEl>
                                        <p:attrNameLst>
                                          <p:attrName>style.visibility</p:attrName>
                                        </p:attrNameLst>
                                      </p:cBhvr>
                                      <p:to>
                                        <p:strVal val="visible"/>
                                      </p:to>
                                    </p:set>
                                    <p:animEffect transition="in" filter="fade">
                                      <p:cBhvr>
                                        <p:cTn id="51" dur="1000"/>
                                        <p:tgtEl>
                                          <p:spTgt spid="4">
                                            <p:txEl>
                                              <p:pRg st="4" end="4"/>
                                            </p:txEl>
                                          </p:spTgt>
                                        </p:tgtEl>
                                      </p:cBhvr>
                                    </p:animEffect>
                                    <p:anim calcmode="lin" valueType="num">
                                      <p:cBhvr>
                                        <p:cTn id="5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4" end="4"/>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
                                            <p:txEl>
                                              <p:pRg st="5" end="5"/>
                                            </p:txEl>
                                          </p:spTgt>
                                        </p:tgtEl>
                                        <p:attrNameLst>
                                          <p:attrName>style.visibility</p:attrName>
                                        </p:attrNameLst>
                                      </p:cBhvr>
                                      <p:to>
                                        <p:strVal val="visible"/>
                                      </p:to>
                                    </p:set>
                                    <p:animEffect transition="in" filter="fade">
                                      <p:cBhvr>
                                        <p:cTn id="56" dur="1000"/>
                                        <p:tgtEl>
                                          <p:spTgt spid="4">
                                            <p:txEl>
                                              <p:pRg st="5" end="5"/>
                                            </p:txEl>
                                          </p:spTgt>
                                        </p:tgtEl>
                                      </p:cBhvr>
                                    </p:animEffect>
                                    <p:anim calcmode="lin" valueType="num">
                                      <p:cBhvr>
                                        <p:cTn id="5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
                                            <p:txEl>
                                              <p:pRg st="6" end="6"/>
                                            </p:txEl>
                                          </p:spTgt>
                                        </p:tgtEl>
                                        <p:attrNameLst>
                                          <p:attrName>style.visibility</p:attrName>
                                        </p:attrNameLst>
                                      </p:cBhvr>
                                      <p:to>
                                        <p:strVal val="visible"/>
                                      </p:to>
                                    </p:set>
                                    <p:animEffect transition="in" filter="fade">
                                      <p:cBhvr>
                                        <p:cTn id="63" dur="1000"/>
                                        <p:tgtEl>
                                          <p:spTgt spid="4">
                                            <p:txEl>
                                              <p:pRg st="6" end="6"/>
                                            </p:txEl>
                                          </p:spTgt>
                                        </p:tgtEl>
                                      </p:cBhvr>
                                    </p:animEffect>
                                    <p:anim calcmode="lin" valueType="num">
                                      <p:cBhvr>
                                        <p:cTn id="6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46597FF-E7B0-B0CE-5EDF-49C63CD9F3C5}"/>
              </a:ext>
            </a:extLst>
          </p:cNvPr>
          <p:cNvSpPr txBox="1"/>
          <p:nvPr/>
        </p:nvSpPr>
        <p:spPr>
          <a:xfrm>
            <a:off x="300471" y="867990"/>
            <a:ext cx="10807412" cy="5940088"/>
          </a:xfrm>
          <a:prstGeom prst="rect">
            <a:avLst/>
          </a:prstGeom>
          <a:solidFill>
            <a:schemeClr val="tx2">
              <a:lumMod val="10000"/>
              <a:lumOff val="90000"/>
            </a:schemeClr>
          </a:solidFill>
        </p:spPr>
        <p:txBody>
          <a:bodyPr wrap="square">
            <a:spAutoFit/>
          </a:bodyPr>
          <a:lstStyle/>
          <a:p>
            <a:pPr algn="just">
              <a:buNone/>
            </a:pP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*base;   </a:t>
            </a:r>
            <a:r>
              <a:rPr lang="en-US"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初始化时动态分配元素存储空间的基址</a:t>
            </a:r>
            <a:endParaRPr lang="zh-CN" altLang="zh-CN" sz="28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front;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头指针，若队列不空，指向队列头元素</a:t>
            </a: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rear;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尾指针，若队列不空，指向队列尾元素的下一个位置</a:t>
            </a: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size;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被分配的存储空间元素容量</a:t>
            </a:r>
          </a:p>
          <a:p>
            <a:pPr algn="just">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SqQueue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循环队列指针类型</a:t>
            </a:r>
          </a:p>
          <a:p>
            <a:pPr algn="just">
              <a:spcBef>
                <a:spcPts val="600"/>
              </a:spcBef>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Status</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EnQueue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SqQueue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Q,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e)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入队，插入元素</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为</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Q</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的新队尾元素</a:t>
            </a: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Q || (Q-&gt;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rear+1</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)%Q-&gt;size == Q-&gt;front)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ERROR;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Q</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不存在或满则报错</a:t>
            </a: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Q-&gt;base[Q-&gt;rear] = 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元素</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入队</a:t>
            </a: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Q-&gt;rear = (Q-&gt;rear + 1) % Q-&gt;size;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尾指针（循环）增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OK;</a:t>
            </a:r>
            <a:endParaRPr lang="zh-CN" altLang="zh-CN" sz="28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just">
              <a:spcBef>
                <a:spcPts val="600"/>
              </a:spcBef>
              <a:buNone/>
            </a:pP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DeQueue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SqQueue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Q)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退队</a:t>
            </a: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若队列存在且不空，则删除</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并返回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Q</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的队头元素，否则返回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ERROR</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Q || Q-&gt;front==Q-&gt;rear)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en-US"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若队列</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Q</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不存在或空</a:t>
            </a:r>
            <a:endPar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b="1" kern="100" dirty="0">
                <a:solidFill>
                  <a:srgbClr val="041ABC"/>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nellE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则报错</a:t>
            </a: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e = Q-&gt;base[Q-&gt;front];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退队元素值赋给</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e</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Q-&gt;front = (Q-&gt;front + 1) % Q-&gt;size;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头指针</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循环</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增</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1</a:t>
            </a:r>
            <a:endPar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algn="jus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e;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返回退队元素值</a:t>
            </a:r>
          </a:p>
          <a:p>
            <a:pPr algn="just">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CBD63F36-195A-AEF8-02E1-B8AC75665F34}"/>
              </a:ext>
            </a:extLst>
          </p:cNvPr>
          <p:cNvSpPr/>
          <p:nvPr/>
        </p:nvSpPr>
        <p:spPr>
          <a:xfrm>
            <a:off x="7984509" y="3434069"/>
            <a:ext cx="3953741" cy="3064102"/>
          </a:xfrm>
          <a:prstGeom prst="rect">
            <a:avLst/>
          </a:prstGeom>
          <a:solidFill>
            <a:schemeClr val="accent6">
              <a:lumMod val="20000"/>
              <a:lumOff val="8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BC115709-B64A-6933-0E44-D2DA7A562B48}"/>
              </a:ext>
            </a:extLst>
          </p:cNvPr>
          <p:cNvSpPr>
            <a:spLocks noGrp="1"/>
          </p:cNvSpPr>
          <p:nvPr>
            <p:ph type="sldNum" sz="quarter" idx="12"/>
          </p:nvPr>
        </p:nvSpPr>
        <p:spPr>
          <a:xfrm>
            <a:off x="8643797" y="6401501"/>
            <a:ext cx="2743200" cy="365125"/>
          </a:xfrm>
        </p:spPr>
        <p:txBody>
          <a:bodyPr/>
          <a:lstStyle/>
          <a:p>
            <a:fld id="{D7C0FE0B-717B-41AE-9FA2-CA4BF851D1C3}" type="slidenum">
              <a:rPr lang="zh-CN" altLang="en-US" smtClean="0"/>
              <a:t>20</a:t>
            </a:fld>
            <a:endParaRPr lang="zh-CN" altLang="en-US" dirty="0"/>
          </a:p>
        </p:txBody>
      </p:sp>
      <p:sp>
        <p:nvSpPr>
          <p:cNvPr id="6" name="文本框 5">
            <a:extLst>
              <a:ext uri="{FF2B5EF4-FFF2-40B4-BE49-F238E27FC236}">
                <a16:creationId xmlns:a16="http://schemas.microsoft.com/office/drawing/2014/main" id="{FBECF353-FCF9-8239-4368-FF2E7178DDC0}"/>
              </a:ext>
            </a:extLst>
          </p:cNvPr>
          <p:cNvSpPr txBox="1"/>
          <p:nvPr/>
        </p:nvSpPr>
        <p:spPr>
          <a:xfrm>
            <a:off x="1349519" y="264739"/>
            <a:ext cx="5482503" cy="461665"/>
          </a:xfrm>
          <a:prstGeom prst="rect">
            <a:avLst/>
          </a:prstGeom>
          <a:noFill/>
        </p:spPr>
        <p:txBody>
          <a:bodyPr wrap="square">
            <a:spAutoFit/>
          </a:bodyPr>
          <a:lstStyle/>
          <a:p>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循环队列类型定义和主要操作的实现</a:t>
            </a:r>
            <a:endParaRPr lang="zh-CN" altLang="en-US" sz="2400" b="1" dirty="0">
              <a:solidFill>
                <a:srgbClr val="C00000"/>
              </a:solidFill>
              <a:effectLst>
                <a:outerShdw blurRad="38100" dist="38100" dir="2700000" algn="tl">
                  <a:srgbClr val="000000">
                    <a:alpha val="43137"/>
                  </a:srgbClr>
                </a:outerShdw>
              </a:effectLst>
            </a:endParaRPr>
          </a:p>
        </p:txBody>
      </p:sp>
      <p:sp>
        <p:nvSpPr>
          <p:cNvPr id="27" name="文本框 81922">
            <a:extLst>
              <a:ext uri="{FF2B5EF4-FFF2-40B4-BE49-F238E27FC236}">
                <a16:creationId xmlns:a16="http://schemas.microsoft.com/office/drawing/2014/main" id="{3D90F82A-24F8-B29A-4CFE-40DCC3E94219}"/>
              </a:ext>
            </a:extLst>
          </p:cNvPr>
          <p:cNvSpPr txBox="1">
            <a:spLocks noChangeArrowheads="1"/>
          </p:cNvSpPr>
          <p:nvPr/>
        </p:nvSpPr>
        <p:spPr bwMode="auto">
          <a:xfrm>
            <a:off x="7984509" y="4527348"/>
            <a:ext cx="767331" cy="39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lnSpc>
                <a:spcPct val="105000"/>
              </a:lnSpc>
              <a:spcBef>
                <a:spcPct val="0"/>
              </a:spcBef>
              <a:buClrTx/>
              <a:buFontTx/>
              <a:buNone/>
            </a:pPr>
            <a:r>
              <a:rPr lang="en-US" altLang="zh-CN" sz="2000" b="1" dirty="0">
                <a:solidFill>
                  <a:srgbClr val="8E0000"/>
                </a:solidFill>
                <a:latin typeface="+mn-lt"/>
                <a:ea typeface="+mn-ea"/>
              </a:rPr>
              <a:t>front</a:t>
            </a:r>
            <a:endParaRPr lang="zh-CN" altLang="en-US" sz="2000" b="1" dirty="0">
              <a:solidFill>
                <a:srgbClr val="8E0000"/>
              </a:solidFill>
              <a:latin typeface="+mn-lt"/>
              <a:ea typeface="+mn-ea"/>
            </a:endParaRPr>
          </a:p>
        </p:txBody>
      </p:sp>
      <p:grpSp>
        <p:nvGrpSpPr>
          <p:cNvPr id="67" name="组合 66">
            <a:extLst>
              <a:ext uri="{FF2B5EF4-FFF2-40B4-BE49-F238E27FC236}">
                <a16:creationId xmlns:a16="http://schemas.microsoft.com/office/drawing/2014/main" id="{B8CDD6B7-F0C1-0D18-01D9-B8E2B054FB8A}"/>
              </a:ext>
            </a:extLst>
          </p:cNvPr>
          <p:cNvGrpSpPr/>
          <p:nvPr/>
        </p:nvGrpSpPr>
        <p:grpSpPr>
          <a:xfrm>
            <a:off x="8069206" y="4182164"/>
            <a:ext cx="3747920" cy="1844113"/>
            <a:chOff x="8072070" y="4127286"/>
            <a:chExt cx="3747920" cy="1844113"/>
          </a:xfrm>
        </p:grpSpPr>
        <p:grpSp>
          <p:nvGrpSpPr>
            <p:cNvPr id="66" name="组合 65">
              <a:extLst>
                <a:ext uri="{FF2B5EF4-FFF2-40B4-BE49-F238E27FC236}">
                  <a16:creationId xmlns:a16="http://schemas.microsoft.com/office/drawing/2014/main" id="{7B312965-C57B-1A4B-6BB3-243F038328D0}"/>
                </a:ext>
              </a:extLst>
            </p:cNvPr>
            <p:cNvGrpSpPr/>
            <p:nvPr/>
          </p:nvGrpSpPr>
          <p:grpSpPr>
            <a:xfrm>
              <a:off x="8072070" y="4127286"/>
              <a:ext cx="3747920" cy="1844113"/>
              <a:chOff x="8072070" y="4127286"/>
              <a:chExt cx="3747920" cy="1844113"/>
            </a:xfrm>
          </p:grpSpPr>
          <p:sp>
            <p:nvSpPr>
              <p:cNvPr id="29" name="矩形 28">
                <a:extLst>
                  <a:ext uri="{FF2B5EF4-FFF2-40B4-BE49-F238E27FC236}">
                    <a16:creationId xmlns:a16="http://schemas.microsoft.com/office/drawing/2014/main" id="{FBEC6815-6F15-4470-CE89-B777C2AD4FCC}"/>
                  </a:ext>
                </a:extLst>
              </p:cNvPr>
              <p:cNvSpPr/>
              <p:nvPr/>
            </p:nvSpPr>
            <p:spPr>
              <a:xfrm>
                <a:off x="8705148" y="4469317"/>
                <a:ext cx="274667" cy="379497"/>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sz="2000"/>
              </a:p>
            </p:txBody>
          </p:sp>
          <p:sp>
            <p:nvSpPr>
              <p:cNvPr id="45" name="矩形 44">
                <a:extLst>
                  <a:ext uri="{FF2B5EF4-FFF2-40B4-BE49-F238E27FC236}">
                    <a16:creationId xmlns:a16="http://schemas.microsoft.com/office/drawing/2014/main" id="{C21C93A6-D909-2D49-6962-50DA4B7CD87F}"/>
                  </a:ext>
                </a:extLst>
              </p:cNvPr>
              <p:cNvSpPr/>
              <p:nvPr/>
            </p:nvSpPr>
            <p:spPr>
              <a:xfrm>
                <a:off x="8704952" y="4858810"/>
                <a:ext cx="274667" cy="302137"/>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sz="2000"/>
              </a:p>
            </p:txBody>
          </p:sp>
          <p:sp>
            <p:nvSpPr>
              <p:cNvPr id="48" name="矩形 47">
                <a:extLst>
                  <a:ext uri="{FF2B5EF4-FFF2-40B4-BE49-F238E27FC236}">
                    <a16:creationId xmlns:a16="http://schemas.microsoft.com/office/drawing/2014/main" id="{7DD2BD0A-3C23-60C0-581D-BC922E32D8A3}"/>
                  </a:ext>
                </a:extLst>
              </p:cNvPr>
              <p:cNvSpPr/>
              <p:nvPr/>
            </p:nvSpPr>
            <p:spPr>
              <a:xfrm>
                <a:off x="8704952" y="5171053"/>
                <a:ext cx="274667" cy="390254"/>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sz="2000"/>
              </a:p>
            </p:txBody>
          </p:sp>
          <p:sp>
            <p:nvSpPr>
              <p:cNvPr id="49" name="矩形 48">
                <a:extLst>
                  <a:ext uri="{FF2B5EF4-FFF2-40B4-BE49-F238E27FC236}">
                    <a16:creationId xmlns:a16="http://schemas.microsoft.com/office/drawing/2014/main" id="{C21C93A6-D909-2D49-6962-50DA4B7CD87F}"/>
                  </a:ext>
                </a:extLst>
              </p:cNvPr>
              <p:cNvSpPr/>
              <p:nvPr/>
            </p:nvSpPr>
            <p:spPr>
              <a:xfrm>
                <a:off x="8701337" y="5572678"/>
                <a:ext cx="274667" cy="398721"/>
              </a:xfrm>
              <a:prstGeom prst="rect">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sz="2000"/>
              </a:p>
            </p:txBody>
          </p:sp>
          <p:sp>
            <p:nvSpPr>
              <p:cNvPr id="24" name="文本框 20">
                <a:extLst>
                  <a:ext uri="{FF2B5EF4-FFF2-40B4-BE49-F238E27FC236}">
                    <a16:creationId xmlns:a16="http://schemas.microsoft.com/office/drawing/2014/main" id="{F15E74AF-3FB6-236C-93E1-A246EAD7BBB3}"/>
                  </a:ext>
                </a:extLst>
              </p:cNvPr>
              <p:cNvSpPr txBox="1"/>
              <p:nvPr/>
            </p:nvSpPr>
            <p:spPr>
              <a:xfrm>
                <a:off x="9244606" y="4522074"/>
                <a:ext cx="2575384" cy="40613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700"/>
                  </a:lnSpc>
                </a:pPr>
                <a:r>
                  <a:rPr lang="en-US" altLang="zh-CN" b="1" dirty="0">
                    <a:solidFill>
                      <a:srgbClr val="041ABC"/>
                    </a:solidFill>
                  </a:rPr>
                  <a:t>0     1     2     3     4     5</a:t>
                </a:r>
                <a:endParaRPr lang="zh-CN" altLang="en-US" b="1" dirty="0">
                  <a:solidFill>
                    <a:srgbClr val="041ABC"/>
                  </a:solidFill>
                </a:endParaRPr>
              </a:p>
            </p:txBody>
          </p:sp>
          <p:grpSp>
            <p:nvGrpSpPr>
              <p:cNvPr id="40" name="组合 39">
                <a:extLst>
                  <a:ext uri="{FF2B5EF4-FFF2-40B4-BE49-F238E27FC236}">
                    <a16:creationId xmlns:a16="http://schemas.microsoft.com/office/drawing/2014/main" id="{FDCFDF18-37BB-AA47-95B8-0461C95F14DA}"/>
                  </a:ext>
                </a:extLst>
              </p:cNvPr>
              <p:cNvGrpSpPr/>
              <p:nvPr/>
            </p:nvGrpSpPr>
            <p:grpSpPr>
              <a:xfrm>
                <a:off x="9261819" y="4853836"/>
                <a:ext cx="2445303" cy="348519"/>
                <a:chOff x="8919289" y="4554430"/>
                <a:chExt cx="2445303" cy="348519"/>
              </a:xfrm>
            </p:grpSpPr>
            <p:sp>
              <p:nvSpPr>
                <p:cNvPr id="22" name="矩形 21">
                  <a:extLst>
                    <a:ext uri="{FF2B5EF4-FFF2-40B4-BE49-F238E27FC236}">
                      <a16:creationId xmlns:a16="http://schemas.microsoft.com/office/drawing/2014/main" id="{BDC2BD8C-883C-4596-8900-205E0B2DCD25}"/>
                    </a:ext>
                  </a:extLst>
                </p:cNvPr>
                <p:cNvSpPr/>
                <p:nvPr/>
              </p:nvSpPr>
              <p:spPr>
                <a:xfrm>
                  <a:off x="8919289" y="4560073"/>
                  <a:ext cx="40482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35" name="矩形 34">
                  <a:extLst>
                    <a:ext uri="{FF2B5EF4-FFF2-40B4-BE49-F238E27FC236}">
                      <a16:creationId xmlns:a16="http://schemas.microsoft.com/office/drawing/2014/main" id="{68A2F4FF-AC77-3B1B-7F9A-2C69FFAE87DC}"/>
                    </a:ext>
                  </a:extLst>
                </p:cNvPr>
                <p:cNvSpPr/>
                <p:nvPr/>
              </p:nvSpPr>
              <p:spPr>
                <a:xfrm>
                  <a:off x="9326694" y="4559367"/>
                  <a:ext cx="40482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36" name="矩形 35">
                  <a:extLst>
                    <a:ext uri="{FF2B5EF4-FFF2-40B4-BE49-F238E27FC236}">
                      <a16:creationId xmlns:a16="http://schemas.microsoft.com/office/drawing/2014/main" id="{BDC2BD8C-883C-4596-8900-205E0B2DCD25}"/>
                    </a:ext>
                  </a:extLst>
                </p:cNvPr>
                <p:cNvSpPr/>
                <p:nvPr/>
              </p:nvSpPr>
              <p:spPr>
                <a:xfrm>
                  <a:off x="9729748" y="4555326"/>
                  <a:ext cx="40482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38" name="矩形 37">
                  <a:extLst>
                    <a:ext uri="{FF2B5EF4-FFF2-40B4-BE49-F238E27FC236}">
                      <a16:creationId xmlns:a16="http://schemas.microsoft.com/office/drawing/2014/main" id="{BDC2BD8C-883C-4596-8900-205E0B2DCD25}"/>
                    </a:ext>
                  </a:extLst>
                </p:cNvPr>
                <p:cNvSpPr/>
                <p:nvPr/>
              </p:nvSpPr>
              <p:spPr>
                <a:xfrm>
                  <a:off x="10547170" y="4554430"/>
                  <a:ext cx="40482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39" name="矩形 38">
                  <a:extLst>
                    <a:ext uri="{FF2B5EF4-FFF2-40B4-BE49-F238E27FC236}">
                      <a16:creationId xmlns:a16="http://schemas.microsoft.com/office/drawing/2014/main" id="{BDC2BD8C-883C-4596-8900-205E0B2DCD25}"/>
                    </a:ext>
                  </a:extLst>
                </p:cNvPr>
                <p:cNvSpPr/>
                <p:nvPr/>
              </p:nvSpPr>
              <p:spPr>
                <a:xfrm>
                  <a:off x="10959771" y="4557252"/>
                  <a:ext cx="40482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37" name="矩形 36">
                  <a:extLst>
                    <a:ext uri="{FF2B5EF4-FFF2-40B4-BE49-F238E27FC236}">
                      <a16:creationId xmlns:a16="http://schemas.microsoft.com/office/drawing/2014/main" id="{BDC2BD8C-883C-4596-8900-205E0B2DCD25}"/>
                    </a:ext>
                  </a:extLst>
                </p:cNvPr>
                <p:cNvSpPr/>
                <p:nvPr/>
              </p:nvSpPr>
              <p:spPr>
                <a:xfrm>
                  <a:off x="10139764" y="4554430"/>
                  <a:ext cx="404821" cy="342876"/>
                </a:xfrm>
                <a:prstGeom prst="rect">
                  <a:avLst/>
                </a:prstGeom>
                <a:solidFill>
                  <a:srgbClr val="CC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9835" rtl="0" eaLnBrk="1" latinLnBrk="0" hangingPunct="1">
                    <a:defRPr sz="2400" kern="1200">
                      <a:solidFill>
                        <a:schemeClr val="lt1"/>
                      </a:solidFill>
                      <a:latin typeface="+mn-lt"/>
                      <a:ea typeface="+mn-ea"/>
                      <a:cs typeface="+mn-cs"/>
                    </a:defRPr>
                  </a:lvl1pPr>
                  <a:lvl2pPr marL="609600" algn="l" defTabSz="1219835" rtl="0" eaLnBrk="1" latinLnBrk="0" hangingPunct="1">
                    <a:defRPr sz="2400" kern="1200">
                      <a:solidFill>
                        <a:schemeClr val="lt1"/>
                      </a:solidFill>
                      <a:latin typeface="+mn-lt"/>
                      <a:ea typeface="+mn-ea"/>
                      <a:cs typeface="+mn-cs"/>
                    </a:defRPr>
                  </a:lvl2pPr>
                  <a:lvl3pPr marL="1219835" algn="l" defTabSz="1219835" rtl="0" eaLnBrk="1" latinLnBrk="0" hangingPunct="1">
                    <a:defRPr sz="2400" kern="1200">
                      <a:solidFill>
                        <a:schemeClr val="lt1"/>
                      </a:solidFill>
                      <a:latin typeface="+mn-lt"/>
                      <a:ea typeface="+mn-ea"/>
                      <a:cs typeface="+mn-cs"/>
                    </a:defRPr>
                  </a:lvl3pPr>
                  <a:lvl4pPr marL="1829435" algn="l" defTabSz="1219835" rtl="0" eaLnBrk="1" latinLnBrk="0" hangingPunct="1">
                    <a:defRPr sz="2400" kern="1200">
                      <a:solidFill>
                        <a:schemeClr val="lt1"/>
                      </a:solidFill>
                      <a:latin typeface="+mn-lt"/>
                      <a:ea typeface="+mn-ea"/>
                      <a:cs typeface="+mn-cs"/>
                    </a:defRPr>
                  </a:lvl4pPr>
                  <a:lvl5pPr marL="2439035" algn="l" defTabSz="1219835" rtl="0" eaLnBrk="1" latinLnBrk="0" hangingPunct="1">
                    <a:defRPr sz="2400" kern="1200">
                      <a:solidFill>
                        <a:schemeClr val="lt1"/>
                      </a:solidFill>
                      <a:latin typeface="+mn-lt"/>
                      <a:ea typeface="+mn-ea"/>
                      <a:cs typeface="+mn-cs"/>
                    </a:defRPr>
                  </a:lvl5pPr>
                  <a:lvl6pPr marL="3049270" algn="l" defTabSz="1219835" rtl="0" eaLnBrk="1" latinLnBrk="0" hangingPunct="1">
                    <a:defRPr sz="2400" kern="1200">
                      <a:solidFill>
                        <a:schemeClr val="lt1"/>
                      </a:solidFill>
                      <a:latin typeface="+mn-lt"/>
                      <a:ea typeface="+mn-ea"/>
                      <a:cs typeface="+mn-cs"/>
                    </a:defRPr>
                  </a:lvl6pPr>
                  <a:lvl7pPr marL="3658870" algn="l" defTabSz="1219835" rtl="0" eaLnBrk="1" latinLnBrk="0" hangingPunct="1">
                    <a:defRPr sz="2400" kern="1200">
                      <a:solidFill>
                        <a:schemeClr val="lt1"/>
                      </a:solidFill>
                      <a:latin typeface="+mn-lt"/>
                      <a:ea typeface="+mn-ea"/>
                      <a:cs typeface="+mn-cs"/>
                    </a:defRPr>
                  </a:lvl7pPr>
                  <a:lvl8pPr marL="4268470" algn="l" defTabSz="1219835" rtl="0" eaLnBrk="1" latinLnBrk="0" hangingPunct="1">
                    <a:defRPr sz="2400" kern="1200">
                      <a:solidFill>
                        <a:schemeClr val="lt1"/>
                      </a:solidFill>
                      <a:latin typeface="+mn-lt"/>
                      <a:ea typeface="+mn-ea"/>
                      <a:cs typeface="+mn-cs"/>
                    </a:defRPr>
                  </a:lvl8pPr>
                  <a:lvl9pPr marL="4878705" algn="l" defTabSz="1219835" rtl="0" eaLnBrk="1" latinLnBrk="0" hangingPunct="1">
                    <a:defRPr sz="2400" kern="1200">
                      <a:solidFill>
                        <a:schemeClr val="lt1"/>
                      </a:solidFill>
                      <a:latin typeface="+mn-lt"/>
                      <a:ea typeface="+mn-ea"/>
                      <a:cs typeface="+mn-cs"/>
                    </a:defRPr>
                  </a:lvl9pPr>
                </a:lstStyle>
                <a:p>
                  <a:pPr algn="ctr"/>
                  <a:endParaRPr lang="zh-CN" altLang="en-US" b="1" dirty="0">
                    <a:solidFill>
                      <a:srgbClr val="C00000"/>
                    </a:solidFill>
                  </a:endParaRPr>
                </a:p>
              </p:txBody>
            </p:sp>
            <p:sp>
              <p:nvSpPr>
                <p:cNvPr id="25" name="矩形 24">
                  <a:extLst>
                    <a:ext uri="{FF2B5EF4-FFF2-40B4-BE49-F238E27FC236}">
                      <a16:creationId xmlns:a16="http://schemas.microsoft.com/office/drawing/2014/main" id="{9666B012-791B-4ECC-CBCD-7EB9A1FF8F11}"/>
                    </a:ext>
                  </a:extLst>
                </p:cNvPr>
                <p:cNvSpPr/>
                <p:nvPr/>
              </p:nvSpPr>
              <p:spPr>
                <a:xfrm>
                  <a:off x="8919289" y="4560073"/>
                  <a:ext cx="2434512" cy="34287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28" name="文本框 81922">
                <a:extLst>
                  <a:ext uri="{FF2B5EF4-FFF2-40B4-BE49-F238E27FC236}">
                    <a16:creationId xmlns:a16="http://schemas.microsoft.com/office/drawing/2014/main" id="{0A1A78CD-A9AE-1B99-8A72-B9E53E899EF6}"/>
                  </a:ext>
                </a:extLst>
              </p:cNvPr>
              <p:cNvSpPr txBox="1">
                <a:spLocks noChangeArrowheads="1"/>
              </p:cNvSpPr>
              <p:nvPr/>
            </p:nvSpPr>
            <p:spPr bwMode="auto">
              <a:xfrm>
                <a:off x="8094040" y="5165542"/>
                <a:ext cx="663868" cy="39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a:lnSpc>
                    <a:spcPct val="105000"/>
                  </a:lnSpc>
                  <a:spcBef>
                    <a:spcPct val="0"/>
                  </a:spcBef>
                  <a:buClrTx/>
                  <a:buNone/>
                </a:pPr>
                <a:r>
                  <a:rPr lang="en-US" altLang="zh-CN" sz="2000" b="1" dirty="0">
                    <a:solidFill>
                      <a:schemeClr val="accent5">
                        <a:lumMod val="50000"/>
                      </a:schemeClr>
                    </a:solidFill>
                    <a:latin typeface="+mn-lt"/>
                    <a:ea typeface="+mn-ea"/>
                  </a:rPr>
                  <a:t>rear</a:t>
                </a:r>
                <a:endParaRPr lang="zh-CN" altLang="en-US" sz="2000" b="1" dirty="0">
                  <a:solidFill>
                    <a:schemeClr val="accent5">
                      <a:lumMod val="50000"/>
                    </a:schemeClr>
                  </a:solidFill>
                  <a:latin typeface="+mn-lt"/>
                  <a:ea typeface="+mn-ea"/>
                </a:endParaRPr>
              </a:p>
            </p:txBody>
          </p:sp>
          <p:sp>
            <p:nvSpPr>
              <p:cNvPr id="32" name="文本框 81922">
                <a:extLst>
                  <a:ext uri="{FF2B5EF4-FFF2-40B4-BE49-F238E27FC236}">
                    <a16:creationId xmlns:a16="http://schemas.microsoft.com/office/drawing/2014/main" id="{40819792-017C-6329-03AB-F4F804707285}"/>
                  </a:ext>
                </a:extLst>
              </p:cNvPr>
              <p:cNvSpPr txBox="1">
                <a:spLocks noChangeArrowheads="1"/>
              </p:cNvSpPr>
              <p:nvPr/>
            </p:nvSpPr>
            <p:spPr bwMode="auto">
              <a:xfrm>
                <a:off x="8111109" y="5546664"/>
                <a:ext cx="623285" cy="39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a:lnSpc>
                    <a:spcPct val="105000"/>
                  </a:lnSpc>
                  <a:spcBef>
                    <a:spcPct val="0"/>
                  </a:spcBef>
                  <a:buClrTx/>
                  <a:buNone/>
                </a:pPr>
                <a:r>
                  <a:rPr lang="en-US" altLang="zh-CN" sz="2000" b="1" dirty="0">
                    <a:solidFill>
                      <a:srgbClr val="0070C0"/>
                    </a:solidFill>
                    <a:latin typeface="+mn-lt"/>
                    <a:ea typeface="+mn-ea"/>
                  </a:rPr>
                  <a:t>size</a:t>
                </a:r>
                <a:endParaRPr lang="zh-CN" altLang="en-US" sz="2000" b="1" dirty="0">
                  <a:solidFill>
                    <a:srgbClr val="0070C0"/>
                  </a:solidFill>
                  <a:latin typeface="+mn-lt"/>
                  <a:ea typeface="+mn-ea"/>
                </a:endParaRPr>
              </a:p>
            </p:txBody>
          </p:sp>
          <p:grpSp>
            <p:nvGrpSpPr>
              <p:cNvPr id="41" name="组合 40">
                <a:extLst>
                  <a:ext uri="{FF2B5EF4-FFF2-40B4-BE49-F238E27FC236}">
                    <a16:creationId xmlns:a16="http://schemas.microsoft.com/office/drawing/2014/main" id="{30F6A481-3911-689B-7FA2-EA770F77CB7D}"/>
                  </a:ext>
                </a:extLst>
              </p:cNvPr>
              <p:cNvGrpSpPr/>
              <p:nvPr/>
            </p:nvGrpSpPr>
            <p:grpSpPr>
              <a:xfrm>
                <a:off x="8137200" y="4127286"/>
                <a:ext cx="554518" cy="460187"/>
                <a:chOff x="8947055" y="5064062"/>
                <a:chExt cx="554518" cy="460187"/>
              </a:xfrm>
            </p:grpSpPr>
            <p:cxnSp>
              <p:nvCxnSpPr>
                <p:cNvPr id="11" name="直接箭头连接符 10">
                  <a:extLst>
                    <a:ext uri="{FF2B5EF4-FFF2-40B4-BE49-F238E27FC236}">
                      <a16:creationId xmlns:a16="http://schemas.microsoft.com/office/drawing/2014/main" id="{8A01C66D-F45B-AAE4-3544-E06EA7D8B929}"/>
                    </a:ext>
                  </a:extLst>
                </p:cNvPr>
                <p:cNvCxnSpPr>
                  <a:cxnSpLocks/>
                </p:cNvCxnSpPr>
                <p:nvPr/>
              </p:nvCxnSpPr>
              <p:spPr>
                <a:xfrm>
                  <a:off x="9328955" y="5334819"/>
                  <a:ext cx="172618" cy="189430"/>
                </a:xfrm>
                <a:prstGeom prst="straightConnector1">
                  <a:avLst/>
                </a:prstGeom>
                <a:ln>
                  <a:solidFill>
                    <a:srgbClr val="8E0000"/>
                  </a:solidFill>
                  <a:headEnd type="oval"/>
                  <a:tailEnd type="triangle" w="lg" len="lg"/>
                </a:ln>
              </p:spPr>
              <p:style>
                <a:lnRef idx="2">
                  <a:schemeClr val="accent1"/>
                </a:lnRef>
                <a:fillRef idx="0">
                  <a:schemeClr val="accent1"/>
                </a:fillRef>
                <a:effectRef idx="1">
                  <a:schemeClr val="accent1"/>
                </a:effectRef>
                <a:fontRef idx="minor">
                  <a:schemeClr val="tx1"/>
                </a:fontRef>
              </p:style>
            </p:cxnSp>
            <p:sp>
              <p:nvSpPr>
                <p:cNvPr id="12" name="文本框 81922">
                  <a:extLst>
                    <a:ext uri="{FF2B5EF4-FFF2-40B4-BE49-F238E27FC236}">
                      <a16:creationId xmlns:a16="http://schemas.microsoft.com/office/drawing/2014/main" id="{9A2ED32B-1872-8B35-0098-35CA9EAB9E08}"/>
                    </a:ext>
                  </a:extLst>
                </p:cNvPr>
                <p:cNvSpPr txBox="1">
                  <a:spLocks noChangeArrowheads="1"/>
                </p:cNvSpPr>
                <p:nvPr/>
              </p:nvSpPr>
              <p:spPr bwMode="auto">
                <a:xfrm>
                  <a:off x="8947055" y="5064062"/>
                  <a:ext cx="472887" cy="39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lnSpc>
                      <a:spcPct val="105000"/>
                    </a:lnSpc>
                    <a:spcBef>
                      <a:spcPct val="0"/>
                    </a:spcBef>
                    <a:buClrTx/>
                    <a:buFontTx/>
                    <a:buNone/>
                  </a:pPr>
                  <a:r>
                    <a:rPr lang="en-US" altLang="zh-CN" sz="2000" b="1" dirty="0">
                      <a:solidFill>
                        <a:srgbClr val="C00000"/>
                      </a:solidFill>
                      <a:ea typeface="楷体_GB2312" pitchFamily="49" charset="-122"/>
                    </a:rPr>
                    <a:t>Q</a:t>
                  </a:r>
                  <a:endParaRPr lang="zh-CN" altLang="en-US" sz="2000" b="1" dirty="0">
                    <a:solidFill>
                      <a:srgbClr val="C00000"/>
                    </a:solidFill>
                  </a:endParaRPr>
                </a:p>
              </p:txBody>
            </p:sp>
          </p:grpSp>
          <p:sp>
            <p:nvSpPr>
              <p:cNvPr id="46" name="文本框 81922">
                <a:extLst>
                  <a:ext uri="{FF2B5EF4-FFF2-40B4-BE49-F238E27FC236}">
                    <a16:creationId xmlns:a16="http://schemas.microsoft.com/office/drawing/2014/main" id="{880E3027-01CE-9327-9562-D4450BB9AA21}"/>
                  </a:ext>
                </a:extLst>
              </p:cNvPr>
              <p:cNvSpPr txBox="1">
                <a:spLocks noChangeArrowheads="1"/>
              </p:cNvSpPr>
              <p:nvPr/>
            </p:nvSpPr>
            <p:spPr bwMode="auto">
              <a:xfrm>
                <a:off x="8072070" y="4797672"/>
                <a:ext cx="686835" cy="39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nchor="ctr">
                <a:spAutoFit/>
              </a:bodyPr>
              <a:lstStyle>
                <a:defPPr>
                  <a:defRPr lang="zh-CN"/>
                </a:defPPr>
                <a:lvl1pPr marL="0" algn="l" defTabSz="914400" rtl="0" eaLnBrk="1" latinLnBrk="0" hangingPunct="1">
                  <a:spcBef>
                    <a:spcPct val="20000"/>
                  </a:spcBef>
                  <a:buClr>
                    <a:schemeClr val="bg2"/>
                  </a:buClr>
                  <a:buFont typeface="Monotype Sorts" pitchFamily="2" charset="2"/>
                  <a:buChar char="§"/>
                  <a:defRPr sz="3200" kern="1200">
                    <a:solidFill>
                      <a:schemeClr val="tx1"/>
                    </a:solidFill>
                    <a:latin typeface="Times New Roman" panose="02020603050405020304" pitchFamily="18" charset="0"/>
                    <a:ea typeface="宋体" panose="02010600030101010101" pitchFamily="2" charset="-122"/>
                    <a:cs typeface="+mn-cs"/>
                  </a:defRPr>
                </a:lvl1pPr>
                <a:lvl2pPr marL="742950" indent="-285750" algn="l" defTabSz="914400" rtl="0" eaLnBrk="1" latinLnBrk="0" hangingPunct="1">
                  <a:spcBef>
                    <a:spcPct val="20000"/>
                  </a:spcBef>
                  <a:buClr>
                    <a:schemeClr val="bg2"/>
                  </a:buClr>
                  <a:buSzPct val="50000"/>
                  <a:buFont typeface="Monotype Sorts" pitchFamily="2" charset="2"/>
                  <a:buChar char="l"/>
                  <a:defRPr sz="28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spcBef>
                    <a:spcPct val="20000"/>
                  </a:spcBef>
                  <a:buChar char="•"/>
                  <a:defRPr sz="24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4pPr>
                <a:lvl5pPr marL="2057400" indent="-228600" algn="l" defTabSz="914400" rtl="0" eaLnBrk="1" latinLnBrk="0" hangingPunct="1">
                  <a:spcBef>
                    <a:spcPct val="20000"/>
                  </a:spcBef>
                  <a:buChar char="»"/>
                  <a:defRPr sz="2000" kern="1200">
                    <a:solidFill>
                      <a:schemeClr val="tx1"/>
                    </a:solidFill>
                    <a:latin typeface="Times New Roman" panose="02020603050405020304" pitchFamily="18" charset="0"/>
                    <a:ea typeface="宋体" panose="02010600030101010101" pitchFamily="2" charset="-122"/>
                    <a:cs typeface="+mn-cs"/>
                  </a:defRPr>
                </a:lvl5pPr>
                <a:lvl6pPr marL="25146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6pPr>
                <a:lvl7pPr marL="29718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7pPr>
                <a:lvl8pPr marL="34290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8pPr>
                <a:lvl9pPr marL="3886200" indent="-228600" algn="l" defTabSz="914400" rtl="0" eaLnBrk="0" fontAlgn="base" latinLnBrk="0" hangingPunct="0">
                  <a:spcBef>
                    <a:spcPct val="20000"/>
                  </a:spcBef>
                  <a:spcAft>
                    <a:spcPct val="0"/>
                  </a:spcAft>
                  <a:buChar char="»"/>
                  <a:defRPr sz="2000" kern="1200">
                    <a:solidFill>
                      <a:schemeClr val="tx1"/>
                    </a:solidFill>
                    <a:latin typeface="Times New Roman" panose="02020603050405020304" pitchFamily="18" charset="0"/>
                    <a:ea typeface="宋体" panose="02010600030101010101" pitchFamily="2" charset="-122"/>
                    <a:cs typeface="+mn-cs"/>
                  </a:defRPr>
                </a:lvl9pPr>
              </a:lstStyle>
              <a:p>
                <a:pPr algn="r" eaLnBrk="1" hangingPunct="1">
                  <a:lnSpc>
                    <a:spcPct val="105000"/>
                  </a:lnSpc>
                  <a:spcBef>
                    <a:spcPct val="0"/>
                  </a:spcBef>
                  <a:buClrTx/>
                  <a:buFontTx/>
                  <a:buNone/>
                </a:pPr>
                <a:r>
                  <a:rPr lang="en-US" altLang="zh-CN" sz="2000" b="1" dirty="0">
                    <a:solidFill>
                      <a:srgbClr val="041ABC"/>
                    </a:solidFill>
                    <a:latin typeface="+mn-lt"/>
                    <a:ea typeface="+mn-ea"/>
                  </a:rPr>
                  <a:t>base</a:t>
                </a:r>
                <a:endParaRPr lang="zh-CN" altLang="en-US" sz="2000" b="1" dirty="0">
                  <a:solidFill>
                    <a:srgbClr val="041ABC"/>
                  </a:solidFill>
                  <a:latin typeface="+mn-lt"/>
                  <a:ea typeface="+mn-ea"/>
                </a:endParaRPr>
              </a:p>
            </p:txBody>
          </p:sp>
          <p:cxnSp>
            <p:nvCxnSpPr>
              <p:cNvPr id="9" name="直接箭头连接符 8">
                <a:extLst>
                  <a:ext uri="{FF2B5EF4-FFF2-40B4-BE49-F238E27FC236}">
                    <a16:creationId xmlns:a16="http://schemas.microsoft.com/office/drawing/2014/main" id="{76BEA695-65D8-E2A3-F856-58AB16582F9F}"/>
                  </a:ext>
                </a:extLst>
              </p:cNvPr>
              <p:cNvCxnSpPr>
                <a:cxnSpLocks/>
              </p:cNvCxnSpPr>
              <p:nvPr/>
            </p:nvCxnSpPr>
            <p:spPr>
              <a:xfrm>
                <a:off x="8830816" y="5030211"/>
                <a:ext cx="436613" cy="0"/>
              </a:xfrm>
              <a:prstGeom prst="straightConnector1">
                <a:avLst/>
              </a:prstGeom>
              <a:ln>
                <a:headEnd type="oval"/>
                <a:tailEnd type="triangle" w="lg" len="lg"/>
              </a:ln>
            </p:spPr>
            <p:style>
              <a:lnRef idx="2">
                <a:schemeClr val="accent1"/>
              </a:lnRef>
              <a:fillRef idx="0">
                <a:schemeClr val="accent1"/>
              </a:fillRef>
              <a:effectRef idx="1">
                <a:schemeClr val="accent1"/>
              </a:effectRef>
              <a:fontRef idx="minor">
                <a:schemeClr val="tx1"/>
              </a:fontRef>
            </p:style>
          </p:cxnSp>
        </p:grpSp>
        <p:sp>
          <p:nvSpPr>
            <p:cNvPr id="13" name="文本框 26">
              <a:extLst>
                <a:ext uri="{FF2B5EF4-FFF2-40B4-BE49-F238E27FC236}">
                  <a16:creationId xmlns:a16="http://schemas.microsoft.com/office/drawing/2014/main" id="{E9B00E1B-E847-7813-0E37-8C1BD49421CB}"/>
                </a:ext>
              </a:extLst>
            </p:cNvPr>
            <p:cNvSpPr txBox="1"/>
            <p:nvPr/>
          </p:nvSpPr>
          <p:spPr>
            <a:xfrm>
              <a:off x="8717520" y="5619238"/>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6</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sp>
        <p:nvSpPr>
          <p:cNvPr id="64" name="文本框 26">
            <a:extLst>
              <a:ext uri="{FF2B5EF4-FFF2-40B4-BE49-F238E27FC236}">
                <a16:creationId xmlns:a16="http://schemas.microsoft.com/office/drawing/2014/main" id="{38E34CB6-070B-1DCD-2153-E138ABE99818}"/>
              </a:ext>
            </a:extLst>
          </p:cNvPr>
          <p:cNvSpPr txBox="1"/>
          <p:nvPr/>
        </p:nvSpPr>
        <p:spPr>
          <a:xfrm>
            <a:off x="8720776" y="4632606"/>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0</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65" name="文本框 26">
            <a:extLst>
              <a:ext uri="{FF2B5EF4-FFF2-40B4-BE49-F238E27FC236}">
                <a16:creationId xmlns:a16="http://schemas.microsoft.com/office/drawing/2014/main" id="{D342DEF9-2DB2-3E5E-72DD-9FD95314EF6D}"/>
              </a:ext>
            </a:extLst>
          </p:cNvPr>
          <p:cNvSpPr txBox="1"/>
          <p:nvPr/>
        </p:nvSpPr>
        <p:spPr>
          <a:xfrm>
            <a:off x="8719484" y="5207750"/>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0</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58" name="组合 57">
            <a:extLst>
              <a:ext uri="{FF2B5EF4-FFF2-40B4-BE49-F238E27FC236}">
                <a16:creationId xmlns:a16="http://schemas.microsoft.com/office/drawing/2014/main" id="{7901CF08-C840-E6C0-209B-0E78AC0357C5}"/>
              </a:ext>
            </a:extLst>
          </p:cNvPr>
          <p:cNvGrpSpPr/>
          <p:nvPr/>
        </p:nvGrpSpPr>
        <p:grpSpPr>
          <a:xfrm>
            <a:off x="8838224" y="4609709"/>
            <a:ext cx="659069" cy="295651"/>
            <a:chOff x="8843108" y="4705787"/>
            <a:chExt cx="639621" cy="177212"/>
          </a:xfrm>
        </p:grpSpPr>
        <p:cxnSp>
          <p:nvCxnSpPr>
            <p:cNvPr id="15" name="直接箭头连接符 14">
              <a:extLst>
                <a:ext uri="{FF2B5EF4-FFF2-40B4-BE49-F238E27FC236}">
                  <a16:creationId xmlns:a16="http://schemas.microsoft.com/office/drawing/2014/main" id="{71C97CFC-9130-9C0F-424C-9F87C62C1521}"/>
                </a:ext>
              </a:extLst>
            </p:cNvPr>
            <p:cNvCxnSpPr>
              <a:cxnSpLocks/>
            </p:cNvCxnSpPr>
            <p:nvPr/>
          </p:nvCxnSpPr>
          <p:spPr>
            <a:xfrm>
              <a:off x="8843108" y="4705787"/>
              <a:ext cx="639621" cy="3354"/>
            </a:xfrm>
            <a:prstGeom prst="straightConnector1">
              <a:avLst/>
            </a:prstGeom>
            <a:ln>
              <a:solidFill>
                <a:schemeClr val="accent5">
                  <a:lumMod val="50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6" name="直接箭头连接符 15">
              <a:extLst>
                <a:ext uri="{FF2B5EF4-FFF2-40B4-BE49-F238E27FC236}">
                  <a16:creationId xmlns:a16="http://schemas.microsoft.com/office/drawing/2014/main" id="{564100D2-EA80-3F29-C87D-111C6D6E7233}"/>
                </a:ext>
              </a:extLst>
            </p:cNvPr>
            <p:cNvCxnSpPr>
              <a:cxnSpLocks/>
            </p:cNvCxnSpPr>
            <p:nvPr/>
          </p:nvCxnSpPr>
          <p:spPr>
            <a:xfrm>
              <a:off x="9482729" y="4712344"/>
              <a:ext cx="0" cy="170655"/>
            </a:xfrm>
            <a:prstGeom prst="straightConnector1">
              <a:avLst/>
            </a:prstGeom>
            <a:ln>
              <a:solidFill>
                <a:schemeClr val="accent5">
                  <a:lumMod val="50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grpSp>
        <p:nvGrpSpPr>
          <p:cNvPr id="59" name="组合 58">
            <a:extLst>
              <a:ext uri="{FF2B5EF4-FFF2-40B4-BE49-F238E27FC236}">
                <a16:creationId xmlns:a16="http://schemas.microsoft.com/office/drawing/2014/main" id="{FBA4CC6A-0D15-8A56-2D4D-3404977D7C94}"/>
              </a:ext>
            </a:extLst>
          </p:cNvPr>
          <p:cNvGrpSpPr/>
          <p:nvPr/>
        </p:nvGrpSpPr>
        <p:grpSpPr>
          <a:xfrm>
            <a:off x="8838224" y="5248620"/>
            <a:ext cx="639621" cy="259663"/>
            <a:chOff x="8843108" y="4452681"/>
            <a:chExt cx="639621" cy="259663"/>
          </a:xfrm>
        </p:grpSpPr>
        <p:cxnSp>
          <p:nvCxnSpPr>
            <p:cNvPr id="60" name="直接箭头连接符 59">
              <a:extLst>
                <a:ext uri="{FF2B5EF4-FFF2-40B4-BE49-F238E27FC236}">
                  <a16:creationId xmlns:a16="http://schemas.microsoft.com/office/drawing/2014/main" id="{41BC869B-5E59-1704-9AA1-E3CC948D9A24}"/>
                </a:ext>
              </a:extLst>
            </p:cNvPr>
            <p:cNvCxnSpPr>
              <a:cxnSpLocks/>
            </p:cNvCxnSpPr>
            <p:nvPr/>
          </p:nvCxnSpPr>
          <p:spPr>
            <a:xfrm>
              <a:off x="8843108" y="4705787"/>
              <a:ext cx="639621" cy="3354"/>
            </a:xfrm>
            <a:prstGeom prst="straightConnector1">
              <a:avLst/>
            </a:prstGeom>
            <a:ln>
              <a:solidFill>
                <a:schemeClr val="accent2">
                  <a:lumMod val="75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1" name="直接箭头连接符 60">
              <a:extLst>
                <a:ext uri="{FF2B5EF4-FFF2-40B4-BE49-F238E27FC236}">
                  <a16:creationId xmlns:a16="http://schemas.microsoft.com/office/drawing/2014/main" id="{8C9D6D91-9AFC-67B6-EBCD-F4C2E6E95A37}"/>
                </a:ext>
              </a:extLst>
            </p:cNvPr>
            <p:cNvCxnSpPr>
              <a:cxnSpLocks/>
            </p:cNvCxnSpPr>
            <p:nvPr/>
          </p:nvCxnSpPr>
          <p:spPr>
            <a:xfrm flipV="1">
              <a:off x="9482729" y="4452681"/>
              <a:ext cx="0" cy="259663"/>
            </a:xfrm>
            <a:prstGeom prst="straightConnector1">
              <a:avLst/>
            </a:prstGeom>
            <a:ln>
              <a:solidFill>
                <a:schemeClr val="accent2">
                  <a:lumMod val="75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68" name="文本框 67">
            <a:extLst>
              <a:ext uri="{FF2B5EF4-FFF2-40B4-BE49-F238E27FC236}">
                <a16:creationId xmlns:a16="http://schemas.microsoft.com/office/drawing/2014/main" id="{0E096B09-526E-8101-9DCF-9AB53A06756D}"/>
              </a:ext>
            </a:extLst>
          </p:cNvPr>
          <p:cNvSpPr txBox="1"/>
          <p:nvPr/>
        </p:nvSpPr>
        <p:spPr>
          <a:xfrm>
            <a:off x="8149497" y="3468702"/>
            <a:ext cx="3268844" cy="369332"/>
          </a:xfrm>
          <a:prstGeom prst="rect">
            <a:avLst/>
          </a:prstGeom>
          <a:noFill/>
        </p:spPr>
        <p:txBody>
          <a:bodyPr wrap="none" rtlCol="0">
            <a:spAutoFit/>
          </a:bodyPr>
          <a:lstStyle/>
          <a:p>
            <a:r>
              <a:rPr lang="zh-CN" altLang="en-US" b="1" dirty="0">
                <a:solidFill>
                  <a:srgbClr val="041ABC"/>
                </a:solidFill>
                <a:effectLst>
                  <a:outerShdw blurRad="38100" dist="38100" dir="2700000" algn="tl">
                    <a:srgbClr val="000000">
                      <a:alpha val="43137"/>
                    </a:srgbClr>
                  </a:outerShdw>
                </a:effectLst>
              </a:rPr>
              <a:t>初始空的循环队列</a:t>
            </a:r>
            <a:r>
              <a:rPr lang="en-US" altLang="zh-CN" b="1" dirty="0">
                <a:solidFill>
                  <a:srgbClr val="C00000"/>
                </a:solidFill>
                <a:effectLst>
                  <a:outerShdw blurRad="38100" dist="38100" dir="2700000" algn="tl">
                    <a:srgbClr val="000000">
                      <a:alpha val="43137"/>
                    </a:srgbClr>
                  </a:outerShdw>
                </a:effectLst>
              </a:rPr>
              <a:t>Q</a:t>
            </a:r>
            <a:r>
              <a:rPr lang="zh-CN" altLang="en-US" b="1" dirty="0">
                <a:solidFill>
                  <a:srgbClr val="041ABC"/>
                </a:solidFill>
                <a:effectLst>
                  <a:outerShdw blurRad="38100" dist="38100" dir="2700000" algn="tl">
                    <a:srgbClr val="000000">
                      <a:alpha val="43137"/>
                    </a:srgbClr>
                  </a:outerShdw>
                </a:effectLst>
              </a:rPr>
              <a:t>，容量为</a:t>
            </a:r>
            <a:r>
              <a:rPr lang="en-US" altLang="zh-CN" b="1" dirty="0">
                <a:solidFill>
                  <a:srgbClr val="C00000"/>
                </a:solidFill>
                <a:effectLst>
                  <a:outerShdw blurRad="38100" dist="38100" dir="2700000" algn="tl">
                    <a:srgbClr val="000000">
                      <a:alpha val="43137"/>
                    </a:srgbClr>
                  </a:outerShdw>
                </a:effectLst>
              </a:rPr>
              <a:t>6</a:t>
            </a:r>
            <a:endParaRPr lang="zh-CN" altLang="en-US" b="1" dirty="0">
              <a:solidFill>
                <a:srgbClr val="C00000"/>
              </a:solidFill>
              <a:effectLst>
                <a:outerShdw blurRad="38100" dist="38100" dir="2700000" algn="tl">
                  <a:srgbClr val="000000">
                    <a:alpha val="43137"/>
                  </a:srgbClr>
                </a:outerShdw>
              </a:effectLst>
            </a:endParaRPr>
          </a:p>
        </p:txBody>
      </p:sp>
      <p:grpSp>
        <p:nvGrpSpPr>
          <p:cNvPr id="69" name="组合 68">
            <a:extLst>
              <a:ext uri="{FF2B5EF4-FFF2-40B4-BE49-F238E27FC236}">
                <a16:creationId xmlns:a16="http://schemas.microsoft.com/office/drawing/2014/main" id="{18CF1427-E443-A625-42E8-3626BC873237}"/>
              </a:ext>
            </a:extLst>
          </p:cNvPr>
          <p:cNvGrpSpPr/>
          <p:nvPr/>
        </p:nvGrpSpPr>
        <p:grpSpPr>
          <a:xfrm>
            <a:off x="8844467" y="4608575"/>
            <a:ext cx="1031974" cy="302961"/>
            <a:chOff x="8441172" y="4663824"/>
            <a:chExt cx="1001522" cy="181594"/>
          </a:xfrm>
        </p:grpSpPr>
        <p:cxnSp>
          <p:nvCxnSpPr>
            <p:cNvPr id="70" name="直接箭头连接符 69">
              <a:extLst>
                <a:ext uri="{FF2B5EF4-FFF2-40B4-BE49-F238E27FC236}">
                  <a16:creationId xmlns:a16="http://schemas.microsoft.com/office/drawing/2014/main" id="{011F699A-4CF4-792D-CB73-3590CBDEEC5E}"/>
                </a:ext>
              </a:extLst>
            </p:cNvPr>
            <p:cNvCxnSpPr>
              <a:cxnSpLocks/>
              <a:stCxn id="64" idx="0"/>
            </p:cNvCxnSpPr>
            <p:nvPr/>
          </p:nvCxnSpPr>
          <p:spPr>
            <a:xfrm flipV="1">
              <a:off x="8441172" y="4663824"/>
              <a:ext cx="1001522" cy="3869"/>
            </a:xfrm>
            <a:prstGeom prst="straightConnector1">
              <a:avLst/>
            </a:prstGeom>
            <a:ln>
              <a:solidFill>
                <a:schemeClr val="accent5">
                  <a:lumMod val="50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1" name="直接箭头连接符 70">
              <a:extLst>
                <a:ext uri="{FF2B5EF4-FFF2-40B4-BE49-F238E27FC236}">
                  <a16:creationId xmlns:a16="http://schemas.microsoft.com/office/drawing/2014/main" id="{D4DB0E79-3C10-D214-F69B-E576DFCFD227}"/>
                </a:ext>
              </a:extLst>
            </p:cNvPr>
            <p:cNvCxnSpPr>
              <a:cxnSpLocks/>
            </p:cNvCxnSpPr>
            <p:nvPr/>
          </p:nvCxnSpPr>
          <p:spPr>
            <a:xfrm flipH="1">
              <a:off x="9435249" y="4663824"/>
              <a:ext cx="3" cy="181594"/>
            </a:xfrm>
            <a:prstGeom prst="straightConnector1">
              <a:avLst/>
            </a:prstGeom>
            <a:ln>
              <a:solidFill>
                <a:schemeClr val="accent5">
                  <a:lumMod val="50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grpSp>
        <p:nvGrpSpPr>
          <p:cNvPr id="73" name="组合 72">
            <a:extLst>
              <a:ext uri="{FF2B5EF4-FFF2-40B4-BE49-F238E27FC236}">
                <a16:creationId xmlns:a16="http://schemas.microsoft.com/office/drawing/2014/main" id="{70189B00-CF85-C679-2314-031413E1C990}"/>
              </a:ext>
            </a:extLst>
          </p:cNvPr>
          <p:cNvGrpSpPr/>
          <p:nvPr/>
        </p:nvGrpSpPr>
        <p:grpSpPr>
          <a:xfrm>
            <a:off x="8834071" y="5255865"/>
            <a:ext cx="1035567" cy="257930"/>
            <a:chOff x="8843108" y="4452681"/>
            <a:chExt cx="639621" cy="259663"/>
          </a:xfrm>
        </p:grpSpPr>
        <p:cxnSp>
          <p:nvCxnSpPr>
            <p:cNvPr id="74" name="直接箭头连接符 73">
              <a:extLst>
                <a:ext uri="{FF2B5EF4-FFF2-40B4-BE49-F238E27FC236}">
                  <a16:creationId xmlns:a16="http://schemas.microsoft.com/office/drawing/2014/main" id="{FD2B49D6-59F3-A710-DEE5-2DA065C98C5C}"/>
                </a:ext>
              </a:extLst>
            </p:cNvPr>
            <p:cNvCxnSpPr>
              <a:cxnSpLocks/>
            </p:cNvCxnSpPr>
            <p:nvPr/>
          </p:nvCxnSpPr>
          <p:spPr>
            <a:xfrm>
              <a:off x="8843108" y="4705787"/>
              <a:ext cx="639621" cy="3354"/>
            </a:xfrm>
            <a:prstGeom prst="straightConnector1">
              <a:avLst/>
            </a:prstGeom>
            <a:ln>
              <a:solidFill>
                <a:schemeClr val="accent2">
                  <a:lumMod val="75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5" name="直接箭头连接符 74">
              <a:extLst>
                <a:ext uri="{FF2B5EF4-FFF2-40B4-BE49-F238E27FC236}">
                  <a16:creationId xmlns:a16="http://schemas.microsoft.com/office/drawing/2014/main" id="{D9EA1359-DD87-CDCB-C550-15471A0477E6}"/>
                </a:ext>
              </a:extLst>
            </p:cNvPr>
            <p:cNvCxnSpPr>
              <a:cxnSpLocks/>
            </p:cNvCxnSpPr>
            <p:nvPr/>
          </p:nvCxnSpPr>
          <p:spPr>
            <a:xfrm flipV="1">
              <a:off x="9482729" y="4452681"/>
              <a:ext cx="0" cy="259663"/>
            </a:xfrm>
            <a:prstGeom prst="straightConnector1">
              <a:avLst/>
            </a:prstGeom>
            <a:ln>
              <a:solidFill>
                <a:schemeClr val="accent2">
                  <a:lumMod val="75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76" name="文本框 26">
            <a:extLst>
              <a:ext uri="{FF2B5EF4-FFF2-40B4-BE49-F238E27FC236}">
                <a16:creationId xmlns:a16="http://schemas.microsoft.com/office/drawing/2014/main" id="{22682B05-3074-F66B-4E1B-E0E3B1AC0834}"/>
              </a:ext>
            </a:extLst>
          </p:cNvPr>
          <p:cNvSpPr txBox="1"/>
          <p:nvPr/>
        </p:nvSpPr>
        <p:spPr>
          <a:xfrm>
            <a:off x="8721050" y="5224954"/>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1</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77" name="文本框 76">
            <a:extLst>
              <a:ext uri="{FF2B5EF4-FFF2-40B4-BE49-F238E27FC236}">
                <a16:creationId xmlns:a16="http://schemas.microsoft.com/office/drawing/2014/main" id="{39CDFF8C-60AB-DDDA-34BB-8AE0ED420FFC}"/>
              </a:ext>
            </a:extLst>
          </p:cNvPr>
          <p:cNvSpPr txBox="1"/>
          <p:nvPr/>
        </p:nvSpPr>
        <p:spPr>
          <a:xfrm>
            <a:off x="8149497" y="3845014"/>
            <a:ext cx="1197843" cy="369332"/>
          </a:xfrm>
          <a:prstGeom prst="rect">
            <a:avLst/>
          </a:prstGeom>
          <a:noFill/>
        </p:spPr>
        <p:txBody>
          <a:bodyPr wrap="square" lIns="0" rIns="0" rtlCol="0">
            <a:spAutoFit/>
          </a:bodyPr>
          <a:lstStyle/>
          <a:p>
            <a:r>
              <a:rPr lang="zh-CN" altLang="en-US" b="1" dirty="0">
                <a:solidFill>
                  <a:srgbClr val="7030A0"/>
                </a:solidFill>
                <a:effectLst>
                  <a:outerShdw blurRad="38100" dist="38100" dir="2700000" algn="tl">
                    <a:srgbClr val="000000">
                      <a:alpha val="43137"/>
                    </a:srgbClr>
                  </a:outerShdw>
                </a:effectLst>
              </a:rPr>
              <a:t>依次入队：</a:t>
            </a:r>
          </a:p>
        </p:txBody>
      </p:sp>
      <p:sp>
        <p:nvSpPr>
          <p:cNvPr id="78" name="文本框 77">
            <a:extLst>
              <a:ext uri="{FF2B5EF4-FFF2-40B4-BE49-F238E27FC236}">
                <a16:creationId xmlns:a16="http://schemas.microsoft.com/office/drawing/2014/main" id="{C289B4E1-5D02-0F59-698F-4169822E6497}"/>
              </a:ext>
            </a:extLst>
          </p:cNvPr>
          <p:cNvSpPr txBox="1"/>
          <p:nvPr/>
        </p:nvSpPr>
        <p:spPr>
          <a:xfrm>
            <a:off x="9320675" y="3870032"/>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'A'</a:t>
            </a:r>
            <a:endParaRPr lang="zh-CN" altLang="en-US" dirty="0"/>
          </a:p>
        </p:txBody>
      </p:sp>
      <p:grpSp>
        <p:nvGrpSpPr>
          <p:cNvPr id="80" name="组合 79">
            <a:extLst>
              <a:ext uri="{FF2B5EF4-FFF2-40B4-BE49-F238E27FC236}">
                <a16:creationId xmlns:a16="http://schemas.microsoft.com/office/drawing/2014/main" id="{80DBEB0D-09B6-A042-267C-885B6C1C7AFC}"/>
              </a:ext>
            </a:extLst>
          </p:cNvPr>
          <p:cNvGrpSpPr/>
          <p:nvPr/>
        </p:nvGrpSpPr>
        <p:grpSpPr>
          <a:xfrm>
            <a:off x="8831103" y="5268468"/>
            <a:ext cx="1445506" cy="257930"/>
            <a:chOff x="8843108" y="4452681"/>
            <a:chExt cx="639621" cy="259663"/>
          </a:xfrm>
        </p:grpSpPr>
        <p:cxnSp>
          <p:nvCxnSpPr>
            <p:cNvPr id="81" name="直接箭头连接符 80">
              <a:extLst>
                <a:ext uri="{FF2B5EF4-FFF2-40B4-BE49-F238E27FC236}">
                  <a16:creationId xmlns:a16="http://schemas.microsoft.com/office/drawing/2014/main" id="{B4D88540-65CB-BE79-1746-277D6CCD097A}"/>
                </a:ext>
              </a:extLst>
            </p:cNvPr>
            <p:cNvCxnSpPr>
              <a:cxnSpLocks/>
            </p:cNvCxnSpPr>
            <p:nvPr/>
          </p:nvCxnSpPr>
          <p:spPr>
            <a:xfrm>
              <a:off x="8843108" y="4705787"/>
              <a:ext cx="639621" cy="3354"/>
            </a:xfrm>
            <a:prstGeom prst="straightConnector1">
              <a:avLst/>
            </a:prstGeom>
            <a:ln>
              <a:solidFill>
                <a:schemeClr val="accent2">
                  <a:lumMod val="75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2" name="直接箭头连接符 81">
              <a:extLst>
                <a:ext uri="{FF2B5EF4-FFF2-40B4-BE49-F238E27FC236}">
                  <a16:creationId xmlns:a16="http://schemas.microsoft.com/office/drawing/2014/main" id="{E56E3AB4-3FDB-8D92-BD33-9F83F1C8E1F8}"/>
                </a:ext>
              </a:extLst>
            </p:cNvPr>
            <p:cNvCxnSpPr>
              <a:cxnSpLocks/>
            </p:cNvCxnSpPr>
            <p:nvPr/>
          </p:nvCxnSpPr>
          <p:spPr>
            <a:xfrm flipV="1">
              <a:off x="9482729" y="4452681"/>
              <a:ext cx="0" cy="259663"/>
            </a:xfrm>
            <a:prstGeom prst="straightConnector1">
              <a:avLst/>
            </a:prstGeom>
            <a:ln>
              <a:solidFill>
                <a:schemeClr val="accent2">
                  <a:lumMod val="75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83" name="文本框 82">
            <a:extLst>
              <a:ext uri="{FF2B5EF4-FFF2-40B4-BE49-F238E27FC236}">
                <a16:creationId xmlns:a16="http://schemas.microsoft.com/office/drawing/2014/main" id="{E14C28FC-8DAA-DF49-4AFC-6CFBBF2BD69F}"/>
              </a:ext>
            </a:extLst>
          </p:cNvPr>
          <p:cNvSpPr txBox="1"/>
          <p:nvPr/>
        </p:nvSpPr>
        <p:spPr>
          <a:xfrm>
            <a:off x="9713345" y="3872085"/>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'B'</a:t>
            </a:r>
            <a:endParaRPr lang="zh-CN" altLang="en-US" dirty="0"/>
          </a:p>
        </p:txBody>
      </p:sp>
      <p:sp>
        <p:nvSpPr>
          <p:cNvPr id="84" name="文本框 26">
            <a:extLst>
              <a:ext uri="{FF2B5EF4-FFF2-40B4-BE49-F238E27FC236}">
                <a16:creationId xmlns:a16="http://schemas.microsoft.com/office/drawing/2014/main" id="{0158AE7B-DA36-C6D9-AB5C-C010E2A23B83}"/>
              </a:ext>
            </a:extLst>
          </p:cNvPr>
          <p:cNvSpPr txBox="1"/>
          <p:nvPr/>
        </p:nvSpPr>
        <p:spPr>
          <a:xfrm>
            <a:off x="8729684" y="5205212"/>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2</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85" name="文本框 84">
            <a:extLst>
              <a:ext uri="{FF2B5EF4-FFF2-40B4-BE49-F238E27FC236}">
                <a16:creationId xmlns:a16="http://schemas.microsoft.com/office/drawing/2014/main" id="{6CCEF8A7-C6F3-B75F-F355-352B047D6642}"/>
              </a:ext>
            </a:extLst>
          </p:cNvPr>
          <p:cNvSpPr txBox="1"/>
          <p:nvPr/>
        </p:nvSpPr>
        <p:spPr>
          <a:xfrm>
            <a:off x="10115781" y="3872347"/>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'C'</a:t>
            </a:r>
            <a:endParaRPr lang="zh-CN" altLang="en-US" dirty="0"/>
          </a:p>
        </p:txBody>
      </p:sp>
      <p:sp>
        <p:nvSpPr>
          <p:cNvPr id="87" name="文本框 86">
            <a:extLst>
              <a:ext uri="{FF2B5EF4-FFF2-40B4-BE49-F238E27FC236}">
                <a16:creationId xmlns:a16="http://schemas.microsoft.com/office/drawing/2014/main" id="{E386CC15-2A2D-5AD1-45F9-029F3FC1D049}"/>
              </a:ext>
            </a:extLst>
          </p:cNvPr>
          <p:cNvSpPr txBox="1"/>
          <p:nvPr/>
        </p:nvSpPr>
        <p:spPr>
          <a:xfrm>
            <a:off x="10524036" y="3869511"/>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'D'</a:t>
            </a:r>
            <a:endParaRPr lang="zh-CN" altLang="en-US" dirty="0"/>
          </a:p>
        </p:txBody>
      </p:sp>
      <p:sp>
        <p:nvSpPr>
          <p:cNvPr id="89" name="文本框 88">
            <a:extLst>
              <a:ext uri="{FF2B5EF4-FFF2-40B4-BE49-F238E27FC236}">
                <a16:creationId xmlns:a16="http://schemas.microsoft.com/office/drawing/2014/main" id="{A536319E-BC0E-378E-A9E8-DE915075D641}"/>
              </a:ext>
            </a:extLst>
          </p:cNvPr>
          <p:cNvSpPr txBox="1"/>
          <p:nvPr/>
        </p:nvSpPr>
        <p:spPr>
          <a:xfrm>
            <a:off x="10925988" y="3869511"/>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'E'</a:t>
            </a:r>
            <a:endParaRPr lang="zh-CN" altLang="en-US" dirty="0"/>
          </a:p>
        </p:txBody>
      </p:sp>
      <p:sp>
        <p:nvSpPr>
          <p:cNvPr id="90" name="文本框 26">
            <a:extLst>
              <a:ext uri="{FF2B5EF4-FFF2-40B4-BE49-F238E27FC236}">
                <a16:creationId xmlns:a16="http://schemas.microsoft.com/office/drawing/2014/main" id="{A56E5B8F-005E-6338-36D6-2AAA39320108}"/>
              </a:ext>
            </a:extLst>
          </p:cNvPr>
          <p:cNvSpPr txBox="1"/>
          <p:nvPr/>
        </p:nvSpPr>
        <p:spPr>
          <a:xfrm>
            <a:off x="8725422" y="5224365"/>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5</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91" name="组合 90">
            <a:extLst>
              <a:ext uri="{FF2B5EF4-FFF2-40B4-BE49-F238E27FC236}">
                <a16:creationId xmlns:a16="http://schemas.microsoft.com/office/drawing/2014/main" id="{4FDC1DAD-83D4-5D82-7A52-5957F864C204}"/>
              </a:ext>
            </a:extLst>
          </p:cNvPr>
          <p:cNvGrpSpPr/>
          <p:nvPr/>
        </p:nvGrpSpPr>
        <p:grpSpPr>
          <a:xfrm>
            <a:off x="8847844" y="5261172"/>
            <a:ext cx="2665275" cy="257930"/>
            <a:chOff x="8843108" y="4452681"/>
            <a:chExt cx="639621" cy="259663"/>
          </a:xfrm>
        </p:grpSpPr>
        <p:cxnSp>
          <p:nvCxnSpPr>
            <p:cNvPr id="92" name="直接箭头连接符 91">
              <a:extLst>
                <a:ext uri="{FF2B5EF4-FFF2-40B4-BE49-F238E27FC236}">
                  <a16:creationId xmlns:a16="http://schemas.microsoft.com/office/drawing/2014/main" id="{6EBF8672-6696-E06D-60AD-E00804464711}"/>
                </a:ext>
              </a:extLst>
            </p:cNvPr>
            <p:cNvCxnSpPr>
              <a:cxnSpLocks/>
            </p:cNvCxnSpPr>
            <p:nvPr/>
          </p:nvCxnSpPr>
          <p:spPr>
            <a:xfrm>
              <a:off x="8843108" y="4705787"/>
              <a:ext cx="639621" cy="3354"/>
            </a:xfrm>
            <a:prstGeom prst="straightConnector1">
              <a:avLst/>
            </a:prstGeom>
            <a:ln>
              <a:solidFill>
                <a:schemeClr val="accent2">
                  <a:lumMod val="75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 name="直接箭头连接符 92">
              <a:extLst>
                <a:ext uri="{FF2B5EF4-FFF2-40B4-BE49-F238E27FC236}">
                  <a16:creationId xmlns:a16="http://schemas.microsoft.com/office/drawing/2014/main" id="{165C2D48-D06C-F4CD-876B-716DCC93BD58}"/>
                </a:ext>
              </a:extLst>
            </p:cNvPr>
            <p:cNvCxnSpPr>
              <a:cxnSpLocks/>
            </p:cNvCxnSpPr>
            <p:nvPr/>
          </p:nvCxnSpPr>
          <p:spPr>
            <a:xfrm flipV="1">
              <a:off x="9482729" y="4452681"/>
              <a:ext cx="0" cy="259663"/>
            </a:xfrm>
            <a:prstGeom prst="straightConnector1">
              <a:avLst/>
            </a:prstGeom>
            <a:ln>
              <a:solidFill>
                <a:schemeClr val="accent2">
                  <a:lumMod val="75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cxnSp>
        <p:nvCxnSpPr>
          <p:cNvPr id="95" name="直接连接符 94">
            <a:extLst>
              <a:ext uri="{FF2B5EF4-FFF2-40B4-BE49-F238E27FC236}">
                <a16:creationId xmlns:a16="http://schemas.microsoft.com/office/drawing/2014/main" id="{05C2109C-B3A1-091C-5C74-94BDC4C0498D}"/>
              </a:ext>
            </a:extLst>
          </p:cNvPr>
          <p:cNvCxnSpPr/>
          <p:nvPr/>
        </p:nvCxnSpPr>
        <p:spPr>
          <a:xfrm>
            <a:off x="416859" y="2904565"/>
            <a:ext cx="5022476"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96" name="文本框 95">
            <a:extLst>
              <a:ext uri="{FF2B5EF4-FFF2-40B4-BE49-F238E27FC236}">
                <a16:creationId xmlns:a16="http://schemas.microsoft.com/office/drawing/2014/main" id="{8E3CFC2F-65AE-3A2B-8707-3D8BA4A7645E}"/>
              </a:ext>
            </a:extLst>
          </p:cNvPr>
          <p:cNvSpPr txBox="1"/>
          <p:nvPr/>
        </p:nvSpPr>
        <p:spPr>
          <a:xfrm>
            <a:off x="11395535" y="3869511"/>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'F'</a:t>
            </a:r>
            <a:endParaRPr lang="zh-CN" altLang="en-US" dirty="0"/>
          </a:p>
        </p:txBody>
      </p:sp>
      <p:cxnSp>
        <p:nvCxnSpPr>
          <p:cNvPr id="98" name="直接连接符 97">
            <a:extLst>
              <a:ext uri="{FF2B5EF4-FFF2-40B4-BE49-F238E27FC236}">
                <a16:creationId xmlns:a16="http://schemas.microsoft.com/office/drawing/2014/main" id="{79023157-2FC6-31A6-4B1F-92ADCD6E50ED}"/>
              </a:ext>
            </a:extLst>
          </p:cNvPr>
          <p:cNvCxnSpPr/>
          <p:nvPr/>
        </p:nvCxnSpPr>
        <p:spPr>
          <a:xfrm>
            <a:off x="2104465" y="3180228"/>
            <a:ext cx="424927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9" name="直接连接符 98">
            <a:extLst>
              <a:ext uri="{FF2B5EF4-FFF2-40B4-BE49-F238E27FC236}">
                <a16:creationId xmlns:a16="http://schemas.microsoft.com/office/drawing/2014/main" id="{5A95F959-73F0-1B88-6975-9689DBE6CC41}"/>
              </a:ext>
            </a:extLst>
          </p:cNvPr>
          <p:cNvCxnSpPr>
            <a:cxnSpLocks/>
          </p:cNvCxnSpPr>
          <p:nvPr/>
        </p:nvCxnSpPr>
        <p:spPr>
          <a:xfrm>
            <a:off x="6527665" y="3180228"/>
            <a:ext cx="184050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102" name="文本框 101">
            <a:extLst>
              <a:ext uri="{FF2B5EF4-FFF2-40B4-BE49-F238E27FC236}">
                <a16:creationId xmlns:a16="http://schemas.microsoft.com/office/drawing/2014/main" id="{23A0E502-D71E-DFAD-45D1-F49C8F63B1F3}"/>
              </a:ext>
            </a:extLst>
          </p:cNvPr>
          <p:cNvSpPr txBox="1"/>
          <p:nvPr/>
        </p:nvSpPr>
        <p:spPr>
          <a:xfrm>
            <a:off x="8095311" y="6053903"/>
            <a:ext cx="1238689" cy="369332"/>
          </a:xfrm>
          <a:prstGeom prst="rect">
            <a:avLst/>
          </a:prstGeom>
          <a:noFill/>
        </p:spPr>
        <p:txBody>
          <a:bodyPr wrap="square" rtlCol="0">
            <a:spAutoFit/>
          </a:bodyPr>
          <a:lstStyle/>
          <a:p>
            <a:r>
              <a:rPr lang="zh-CN" altLang="en-US" b="1" dirty="0">
                <a:solidFill>
                  <a:srgbClr val="7030A0"/>
                </a:solidFill>
                <a:effectLst>
                  <a:outerShdw blurRad="38100" dist="38100" dir="2700000" algn="tl">
                    <a:srgbClr val="000000">
                      <a:alpha val="43137"/>
                    </a:srgbClr>
                  </a:outerShdw>
                </a:effectLst>
              </a:rPr>
              <a:t>依次出队：</a:t>
            </a:r>
          </a:p>
        </p:txBody>
      </p:sp>
      <p:cxnSp>
        <p:nvCxnSpPr>
          <p:cNvPr id="103" name="直接连接符 102">
            <a:extLst>
              <a:ext uri="{FF2B5EF4-FFF2-40B4-BE49-F238E27FC236}">
                <a16:creationId xmlns:a16="http://schemas.microsoft.com/office/drawing/2014/main" id="{B1693E45-17DD-0900-DC73-93A29FE469C7}"/>
              </a:ext>
            </a:extLst>
          </p:cNvPr>
          <p:cNvCxnSpPr>
            <a:cxnSpLocks/>
          </p:cNvCxnSpPr>
          <p:nvPr/>
        </p:nvCxnSpPr>
        <p:spPr>
          <a:xfrm flipV="1">
            <a:off x="354106" y="4615299"/>
            <a:ext cx="3787588" cy="10938"/>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grpSp>
        <p:nvGrpSpPr>
          <p:cNvPr id="105" name="组合 104">
            <a:extLst>
              <a:ext uri="{FF2B5EF4-FFF2-40B4-BE49-F238E27FC236}">
                <a16:creationId xmlns:a16="http://schemas.microsoft.com/office/drawing/2014/main" id="{E27FCF48-ECC0-D066-9F31-5F0A80E928DB}"/>
              </a:ext>
            </a:extLst>
          </p:cNvPr>
          <p:cNvGrpSpPr/>
          <p:nvPr/>
        </p:nvGrpSpPr>
        <p:grpSpPr>
          <a:xfrm>
            <a:off x="8848628" y="4601971"/>
            <a:ext cx="1436062" cy="306744"/>
            <a:chOff x="8441172" y="4663824"/>
            <a:chExt cx="1001522" cy="181594"/>
          </a:xfrm>
        </p:grpSpPr>
        <p:cxnSp>
          <p:nvCxnSpPr>
            <p:cNvPr id="106" name="直接箭头连接符 105">
              <a:extLst>
                <a:ext uri="{FF2B5EF4-FFF2-40B4-BE49-F238E27FC236}">
                  <a16:creationId xmlns:a16="http://schemas.microsoft.com/office/drawing/2014/main" id="{8015D504-B9A3-ED60-5EA8-085DD57422DF}"/>
                </a:ext>
              </a:extLst>
            </p:cNvPr>
            <p:cNvCxnSpPr>
              <a:cxnSpLocks/>
            </p:cNvCxnSpPr>
            <p:nvPr/>
          </p:nvCxnSpPr>
          <p:spPr>
            <a:xfrm flipV="1">
              <a:off x="8441172" y="4663824"/>
              <a:ext cx="1001522" cy="3869"/>
            </a:xfrm>
            <a:prstGeom prst="straightConnector1">
              <a:avLst/>
            </a:prstGeom>
            <a:ln>
              <a:solidFill>
                <a:schemeClr val="accent5">
                  <a:lumMod val="50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 name="直接箭头连接符 106">
              <a:extLst>
                <a:ext uri="{FF2B5EF4-FFF2-40B4-BE49-F238E27FC236}">
                  <a16:creationId xmlns:a16="http://schemas.microsoft.com/office/drawing/2014/main" id="{F3508FEF-081A-8944-7B08-100A677686FD}"/>
                </a:ext>
              </a:extLst>
            </p:cNvPr>
            <p:cNvCxnSpPr>
              <a:cxnSpLocks/>
            </p:cNvCxnSpPr>
            <p:nvPr/>
          </p:nvCxnSpPr>
          <p:spPr>
            <a:xfrm flipH="1">
              <a:off x="9435249" y="4663824"/>
              <a:ext cx="3" cy="181594"/>
            </a:xfrm>
            <a:prstGeom prst="straightConnector1">
              <a:avLst/>
            </a:prstGeom>
            <a:ln>
              <a:solidFill>
                <a:schemeClr val="accent5">
                  <a:lumMod val="50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108" name="文本框 26">
            <a:extLst>
              <a:ext uri="{FF2B5EF4-FFF2-40B4-BE49-F238E27FC236}">
                <a16:creationId xmlns:a16="http://schemas.microsoft.com/office/drawing/2014/main" id="{A44FEFEE-8A21-6B2C-6DF5-9E8E3E9AD71B}"/>
              </a:ext>
            </a:extLst>
          </p:cNvPr>
          <p:cNvSpPr txBox="1"/>
          <p:nvPr/>
        </p:nvSpPr>
        <p:spPr>
          <a:xfrm>
            <a:off x="8722010" y="4628119"/>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1</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09" name="文本框 26">
            <a:extLst>
              <a:ext uri="{FF2B5EF4-FFF2-40B4-BE49-F238E27FC236}">
                <a16:creationId xmlns:a16="http://schemas.microsoft.com/office/drawing/2014/main" id="{0CB650E6-6DF6-2AD0-2449-50D38B9C4B9E}"/>
              </a:ext>
            </a:extLst>
          </p:cNvPr>
          <p:cNvSpPr txBox="1"/>
          <p:nvPr/>
        </p:nvSpPr>
        <p:spPr>
          <a:xfrm>
            <a:off x="8723244" y="4617030"/>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2</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10" name="文本框 26">
            <a:extLst>
              <a:ext uri="{FF2B5EF4-FFF2-40B4-BE49-F238E27FC236}">
                <a16:creationId xmlns:a16="http://schemas.microsoft.com/office/drawing/2014/main" id="{32942AE0-5993-475C-B8F8-C07FB4B3C063}"/>
              </a:ext>
            </a:extLst>
          </p:cNvPr>
          <p:cNvSpPr txBox="1"/>
          <p:nvPr/>
        </p:nvSpPr>
        <p:spPr>
          <a:xfrm>
            <a:off x="8717807" y="4623482"/>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111" name="组合 110">
            <a:extLst>
              <a:ext uri="{FF2B5EF4-FFF2-40B4-BE49-F238E27FC236}">
                <a16:creationId xmlns:a16="http://schemas.microsoft.com/office/drawing/2014/main" id="{10EFA249-46AD-5098-79DE-67293BE7FC3D}"/>
              </a:ext>
            </a:extLst>
          </p:cNvPr>
          <p:cNvGrpSpPr/>
          <p:nvPr/>
        </p:nvGrpSpPr>
        <p:grpSpPr>
          <a:xfrm>
            <a:off x="8853823" y="4613927"/>
            <a:ext cx="1863930" cy="306744"/>
            <a:chOff x="8441172" y="4663824"/>
            <a:chExt cx="1001522" cy="181594"/>
          </a:xfrm>
        </p:grpSpPr>
        <p:cxnSp>
          <p:nvCxnSpPr>
            <p:cNvPr id="112" name="直接箭头连接符 111">
              <a:extLst>
                <a:ext uri="{FF2B5EF4-FFF2-40B4-BE49-F238E27FC236}">
                  <a16:creationId xmlns:a16="http://schemas.microsoft.com/office/drawing/2014/main" id="{4C3D0549-F82A-92ED-F46A-B233774A0680}"/>
                </a:ext>
              </a:extLst>
            </p:cNvPr>
            <p:cNvCxnSpPr>
              <a:cxnSpLocks/>
            </p:cNvCxnSpPr>
            <p:nvPr/>
          </p:nvCxnSpPr>
          <p:spPr>
            <a:xfrm flipV="1">
              <a:off x="8441172" y="4663824"/>
              <a:ext cx="1001522" cy="3869"/>
            </a:xfrm>
            <a:prstGeom prst="straightConnector1">
              <a:avLst/>
            </a:prstGeom>
            <a:ln>
              <a:solidFill>
                <a:schemeClr val="accent5">
                  <a:lumMod val="50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3" name="直接箭头连接符 112">
              <a:extLst>
                <a:ext uri="{FF2B5EF4-FFF2-40B4-BE49-F238E27FC236}">
                  <a16:creationId xmlns:a16="http://schemas.microsoft.com/office/drawing/2014/main" id="{E724C565-D431-4BE9-AD2D-72242D4C736B}"/>
                </a:ext>
              </a:extLst>
            </p:cNvPr>
            <p:cNvCxnSpPr>
              <a:cxnSpLocks/>
            </p:cNvCxnSpPr>
            <p:nvPr/>
          </p:nvCxnSpPr>
          <p:spPr>
            <a:xfrm flipH="1">
              <a:off x="9435249" y="4663824"/>
              <a:ext cx="3" cy="181594"/>
            </a:xfrm>
            <a:prstGeom prst="straightConnector1">
              <a:avLst/>
            </a:prstGeom>
            <a:ln>
              <a:solidFill>
                <a:schemeClr val="accent5">
                  <a:lumMod val="50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114" name="文本框 26">
            <a:extLst>
              <a:ext uri="{FF2B5EF4-FFF2-40B4-BE49-F238E27FC236}">
                <a16:creationId xmlns:a16="http://schemas.microsoft.com/office/drawing/2014/main" id="{38BB13B6-6DF9-459D-E48D-A7F039679DFB}"/>
              </a:ext>
            </a:extLst>
          </p:cNvPr>
          <p:cNvSpPr txBox="1"/>
          <p:nvPr/>
        </p:nvSpPr>
        <p:spPr>
          <a:xfrm>
            <a:off x="8711704" y="5204532"/>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0</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15" name="文本框 114">
            <a:extLst>
              <a:ext uri="{FF2B5EF4-FFF2-40B4-BE49-F238E27FC236}">
                <a16:creationId xmlns:a16="http://schemas.microsoft.com/office/drawing/2014/main" id="{97F43F2A-EC3A-CAFB-130F-5CED5D86869D}"/>
              </a:ext>
            </a:extLst>
          </p:cNvPr>
          <p:cNvSpPr txBox="1"/>
          <p:nvPr/>
        </p:nvSpPr>
        <p:spPr>
          <a:xfrm>
            <a:off x="9305090" y="4153436"/>
            <a:ext cx="463244" cy="369332"/>
          </a:xfrm>
          <a:prstGeom prst="rect">
            <a:avLst/>
          </a:prstGeom>
          <a:noFill/>
        </p:spPr>
        <p:txBody>
          <a:bodyPr wrap="square" lIns="0" rIns="0">
            <a:spAutoFit/>
          </a:bodyPr>
          <a:lstStyle>
            <a:defPPr>
              <a:defRPr lang="zh-CN"/>
            </a:defPPr>
            <a:lvl1pPr>
              <a:defRPr b="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defRPr>
            </a:lvl1pPr>
          </a:lstStyle>
          <a:p>
            <a:r>
              <a:rPr lang="en-US" altLang="zh-CN" dirty="0"/>
              <a:t>'G'</a:t>
            </a:r>
            <a:endParaRPr lang="zh-CN" altLang="en-US" dirty="0"/>
          </a:p>
        </p:txBody>
      </p:sp>
      <p:sp>
        <p:nvSpPr>
          <p:cNvPr id="116" name="文本框 26">
            <a:extLst>
              <a:ext uri="{FF2B5EF4-FFF2-40B4-BE49-F238E27FC236}">
                <a16:creationId xmlns:a16="http://schemas.microsoft.com/office/drawing/2014/main" id="{C256FFED-B846-5889-D796-A74021C6B10A}"/>
              </a:ext>
            </a:extLst>
          </p:cNvPr>
          <p:cNvSpPr txBox="1"/>
          <p:nvPr/>
        </p:nvSpPr>
        <p:spPr>
          <a:xfrm>
            <a:off x="8731869" y="5220035"/>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1</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3" name="组合 2">
            <a:extLst>
              <a:ext uri="{FF2B5EF4-FFF2-40B4-BE49-F238E27FC236}">
                <a16:creationId xmlns:a16="http://schemas.microsoft.com/office/drawing/2014/main" id="{893931B4-951B-236D-5934-D395416A3F54}"/>
              </a:ext>
            </a:extLst>
          </p:cNvPr>
          <p:cNvGrpSpPr/>
          <p:nvPr/>
        </p:nvGrpSpPr>
        <p:grpSpPr>
          <a:xfrm>
            <a:off x="8865030" y="5232597"/>
            <a:ext cx="1816815" cy="285622"/>
            <a:chOff x="8843108" y="4452681"/>
            <a:chExt cx="639621" cy="259663"/>
          </a:xfrm>
        </p:grpSpPr>
        <p:cxnSp>
          <p:nvCxnSpPr>
            <p:cNvPr id="5" name="直接箭头连接符 4">
              <a:extLst>
                <a:ext uri="{FF2B5EF4-FFF2-40B4-BE49-F238E27FC236}">
                  <a16:creationId xmlns:a16="http://schemas.microsoft.com/office/drawing/2014/main" id="{EC4EDE37-5463-66E4-F53C-D3F07727B046}"/>
                </a:ext>
              </a:extLst>
            </p:cNvPr>
            <p:cNvCxnSpPr>
              <a:cxnSpLocks/>
            </p:cNvCxnSpPr>
            <p:nvPr/>
          </p:nvCxnSpPr>
          <p:spPr>
            <a:xfrm>
              <a:off x="8843108" y="4705787"/>
              <a:ext cx="639621" cy="3354"/>
            </a:xfrm>
            <a:prstGeom prst="straightConnector1">
              <a:avLst/>
            </a:prstGeom>
            <a:ln>
              <a:solidFill>
                <a:schemeClr val="accent2">
                  <a:lumMod val="75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直接箭头连接符 7">
              <a:extLst>
                <a:ext uri="{FF2B5EF4-FFF2-40B4-BE49-F238E27FC236}">
                  <a16:creationId xmlns:a16="http://schemas.microsoft.com/office/drawing/2014/main" id="{631D758F-FF2F-AA60-5AD5-DB08CE6EA7EF}"/>
                </a:ext>
              </a:extLst>
            </p:cNvPr>
            <p:cNvCxnSpPr>
              <a:cxnSpLocks/>
            </p:cNvCxnSpPr>
            <p:nvPr/>
          </p:nvCxnSpPr>
          <p:spPr>
            <a:xfrm flipV="1">
              <a:off x="9482729" y="4452681"/>
              <a:ext cx="0" cy="259663"/>
            </a:xfrm>
            <a:prstGeom prst="straightConnector1">
              <a:avLst/>
            </a:prstGeom>
            <a:ln>
              <a:solidFill>
                <a:schemeClr val="accent2">
                  <a:lumMod val="75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10" name="文本框 26">
            <a:extLst>
              <a:ext uri="{FF2B5EF4-FFF2-40B4-BE49-F238E27FC236}">
                <a16:creationId xmlns:a16="http://schemas.microsoft.com/office/drawing/2014/main" id="{4706E826-5E53-23A3-15CB-84C9A4C51C10}"/>
              </a:ext>
            </a:extLst>
          </p:cNvPr>
          <p:cNvSpPr txBox="1"/>
          <p:nvPr/>
        </p:nvSpPr>
        <p:spPr>
          <a:xfrm>
            <a:off x="8723181" y="5222723"/>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3</a:t>
            </a:r>
            <a:endParaRPr lang="zh-CN" altLang="en-US" sz="2000" b="1" dirty="0">
              <a:solidFill>
                <a:srgbClr val="C00000"/>
              </a:solidFill>
              <a:latin typeface="Courier New" panose="02070309020205020404" pitchFamily="49" charset="0"/>
              <a:cs typeface="Courier New" panose="02070309020205020404" pitchFamily="49" charset="0"/>
            </a:endParaRPr>
          </a:p>
        </p:txBody>
      </p:sp>
      <p:sp>
        <p:nvSpPr>
          <p:cNvPr id="14" name="文本框 26">
            <a:extLst>
              <a:ext uri="{FF2B5EF4-FFF2-40B4-BE49-F238E27FC236}">
                <a16:creationId xmlns:a16="http://schemas.microsoft.com/office/drawing/2014/main" id="{69B9F0DA-D0DA-7E86-C1DB-CC5DE31DEFDA}"/>
              </a:ext>
            </a:extLst>
          </p:cNvPr>
          <p:cNvSpPr txBox="1"/>
          <p:nvPr/>
        </p:nvSpPr>
        <p:spPr>
          <a:xfrm>
            <a:off x="8709354" y="5202851"/>
            <a:ext cx="226591" cy="307777"/>
          </a:xfrm>
          <a:prstGeom prst="rect">
            <a:avLst/>
          </a:prstGeom>
          <a:noFill/>
        </p:spPr>
        <p:txBody>
          <a:bodyPr wrap="none" lIns="36000" tIns="0" rIns="3600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b="1" dirty="0">
                <a:solidFill>
                  <a:srgbClr val="C00000"/>
                </a:solidFill>
                <a:latin typeface="Courier New" panose="02070309020205020404" pitchFamily="49" charset="0"/>
                <a:cs typeface="Courier New" panose="02070309020205020404" pitchFamily="49" charset="0"/>
              </a:rPr>
              <a:t>4</a:t>
            </a:r>
            <a:endParaRPr lang="zh-CN" altLang="en-US" sz="2000" b="1" dirty="0">
              <a:solidFill>
                <a:srgbClr val="C00000"/>
              </a:solidFill>
              <a:latin typeface="Courier New" panose="02070309020205020404" pitchFamily="49" charset="0"/>
              <a:cs typeface="Courier New" panose="02070309020205020404" pitchFamily="49" charset="0"/>
            </a:endParaRPr>
          </a:p>
        </p:txBody>
      </p:sp>
      <p:grpSp>
        <p:nvGrpSpPr>
          <p:cNvPr id="17" name="组合 16">
            <a:extLst>
              <a:ext uri="{FF2B5EF4-FFF2-40B4-BE49-F238E27FC236}">
                <a16:creationId xmlns:a16="http://schemas.microsoft.com/office/drawing/2014/main" id="{BBAAD51F-3D6B-D5D9-464B-CED9B7436AEC}"/>
              </a:ext>
            </a:extLst>
          </p:cNvPr>
          <p:cNvGrpSpPr/>
          <p:nvPr/>
        </p:nvGrpSpPr>
        <p:grpSpPr>
          <a:xfrm>
            <a:off x="8839168" y="5225325"/>
            <a:ext cx="2275161" cy="285622"/>
            <a:chOff x="8843108" y="4452681"/>
            <a:chExt cx="639621" cy="259663"/>
          </a:xfrm>
        </p:grpSpPr>
        <p:cxnSp>
          <p:nvCxnSpPr>
            <p:cNvPr id="18" name="直接箭头连接符 17">
              <a:extLst>
                <a:ext uri="{FF2B5EF4-FFF2-40B4-BE49-F238E27FC236}">
                  <a16:creationId xmlns:a16="http://schemas.microsoft.com/office/drawing/2014/main" id="{67015143-713F-B136-51CA-EAEC87B4ABE5}"/>
                </a:ext>
              </a:extLst>
            </p:cNvPr>
            <p:cNvCxnSpPr>
              <a:cxnSpLocks/>
            </p:cNvCxnSpPr>
            <p:nvPr/>
          </p:nvCxnSpPr>
          <p:spPr>
            <a:xfrm>
              <a:off x="8843108" y="4705787"/>
              <a:ext cx="639621" cy="3354"/>
            </a:xfrm>
            <a:prstGeom prst="straightConnector1">
              <a:avLst/>
            </a:prstGeom>
            <a:ln>
              <a:solidFill>
                <a:schemeClr val="accent2">
                  <a:lumMod val="75000"/>
                </a:schemeClr>
              </a:solidFill>
              <a:headEnd type="oval"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 name="直接箭头连接符 18">
              <a:extLst>
                <a:ext uri="{FF2B5EF4-FFF2-40B4-BE49-F238E27FC236}">
                  <a16:creationId xmlns:a16="http://schemas.microsoft.com/office/drawing/2014/main" id="{72159C34-E7C8-7D5D-3687-23BF84A61710}"/>
                </a:ext>
              </a:extLst>
            </p:cNvPr>
            <p:cNvCxnSpPr>
              <a:cxnSpLocks/>
            </p:cNvCxnSpPr>
            <p:nvPr/>
          </p:nvCxnSpPr>
          <p:spPr>
            <a:xfrm flipV="1">
              <a:off x="9482729" y="4452681"/>
              <a:ext cx="0" cy="259663"/>
            </a:xfrm>
            <a:prstGeom prst="straightConnector1">
              <a:avLst/>
            </a:prstGeom>
            <a:ln>
              <a:solidFill>
                <a:schemeClr val="accent2">
                  <a:lumMod val="75000"/>
                </a:schemeClr>
              </a:solidFill>
              <a:headEnd type="none" w="med" len="med"/>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0000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1000"/>
                                        <p:tgtEl>
                                          <p:spTgt spid="68"/>
                                        </p:tgtEl>
                                      </p:cBhvr>
                                    </p:animEffect>
                                    <p:anim calcmode="lin" valueType="num">
                                      <p:cBhvr>
                                        <p:cTn id="16" dur="1000" fill="hold"/>
                                        <p:tgtEl>
                                          <p:spTgt spid="68"/>
                                        </p:tgtEl>
                                        <p:attrNameLst>
                                          <p:attrName>ppt_x</p:attrName>
                                        </p:attrNameLst>
                                      </p:cBhvr>
                                      <p:tavLst>
                                        <p:tav tm="0">
                                          <p:val>
                                            <p:strVal val="#ppt_x"/>
                                          </p:val>
                                        </p:tav>
                                        <p:tav tm="100000">
                                          <p:val>
                                            <p:strVal val="#ppt_x"/>
                                          </p:val>
                                        </p:tav>
                                      </p:tavLst>
                                    </p:anim>
                                    <p:anim calcmode="lin" valueType="num">
                                      <p:cBhvr>
                                        <p:cTn id="17"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nodeType="with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fade">
                                      <p:cBhvr>
                                        <p:cTn id="25" dur="500"/>
                                        <p:tgtEl>
                                          <p:spTgt spid="6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fade">
                                      <p:cBhvr>
                                        <p:cTn id="28" dur="500"/>
                                        <p:tgtEl>
                                          <p:spTgt spid="6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fade">
                                      <p:cBhvr>
                                        <p:cTn id="31" dur="500"/>
                                        <p:tgtEl>
                                          <p:spTgt spid="65"/>
                                        </p:tgtEl>
                                      </p:cBhvr>
                                    </p:animEffect>
                                  </p:childTnLst>
                                </p:cTn>
                              </p:par>
                              <p:par>
                                <p:cTn id="32" presetID="10" presetClass="entr" presetSubtype="0" fill="hold"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fade">
                                      <p:cBhvr>
                                        <p:cTn id="34" dur="500"/>
                                        <p:tgtEl>
                                          <p:spTgt spid="58"/>
                                        </p:tgtEl>
                                      </p:cBhvr>
                                    </p:animEffect>
                                  </p:childTnLst>
                                </p:cTn>
                              </p:par>
                              <p:par>
                                <p:cTn id="35" presetID="10"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childTnLst>
                          </p:cTn>
                        </p:par>
                      </p:childTnLst>
                    </p:cTn>
                  </p:par>
                  <p:par>
                    <p:cTn id="38" fill="hold">
                      <p:stCondLst>
                        <p:cond delay="indefinite"/>
                      </p:stCondLst>
                      <p:childTnLst>
                        <p:par>
                          <p:cTn id="39" fill="hold">
                            <p:stCondLst>
                              <p:cond delay="0"/>
                            </p:stCondLst>
                            <p:childTnLst>
                              <p:par>
                                <p:cTn id="40" presetID="31" presetClass="entr" presetSubtype="0" fill="hold" grpId="0" nodeType="clickEffect">
                                  <p:stCondLst>
                                    <p:cond delay="0"/>
                                  </p:stCondLst>
                                  <p:childTnLst>
                                    <p:set>
                                      <p:cBhvr>
                                        <p:cTn id="41" dur="1" fill="hold">
                                          <p:stCondLst>
                                            <p:cond delay="0"/>
                                          </p:stCondLst>
                                        </p:cTn>
                                        <p:tgtEl>
                                          <p:spTgt spid="77"/>
                                        </p:tgtEl>
                                        <p:attrNameLst>
                                          <p:attrName>style.visibility</p:attrName>
                                        </p:attrNameLst>
                                      </p:cBhvr>
                                      <p:to>
                                        <p:strVal val="visible"/>
                                      </p:to>
                                    </p:set>
                                    <p:anim calcmode="lin" valueType="num">
                                      <p:cBhvr>
                                        <p:cTn id="42" dur="1000" fill="hold"/>
                                        <p:tgtEl>
                                          <p:spTgt spid="77"/>
                                        </p:tgtEl>
                                        <p:attrNameLst>
                                          <p:attrName>ppt_w</p:attrName>
                                        </p:attrNameLst>
                                      </p:cBhvr>
                                      <p:tavLst>
                                        <p:tav tm="0">
                                          <p:val>
                                            <p:fltVal val="0"/>
                                          </p:val>
                                        </p:tav>
                                        <p:tav tm="100000">
                                          <p:val>
                                            <p:strVal val="#ppt_w"/>
                                          </p:val>
                                        </p:tav>
                                      </p:tavLst>
                                    </p:anim>
                                    <p:anim calcmode="lin" valueType="num">
                                      <p:cBhvr>
                                        <p:cTn id="43" dur="1000" fill="hold"/>
                                        <p:tgtEl>
                                          <p:spTgt spid="77"/>
                                        </p:tgtEl>
                                        <p:attrNameLst>
                                          <p:attrName>ppt_h</p:attrName>
                                        </p:attrNameLst>
                                      </p:cBhvr>
                                      <p:tavLst>
                                        <p:tav tm="0">
                                          <p:val>
                                            <p:fltVal val="0"/>
                                          </p:val>
                                        </p:tav>
                                        <p:tav tm="100000">
                                          <p:val>
                                            <p:strVal val="#ppt_h"/>
                                          </p:val>
                                        </p:tav>
                                      </p:tavLst>
                                    </p:anim>
                                    <p:anim calcmode="lin" valueType="num">
                                      <p:cBhvr>
                                        <p:cTn id="44" dur="1000" fill="hold"/>
                                        <p:tgtEl>
                                          <p:spTgt spid="77"/>
                                        </p:tgtEl>
                                        <p:attrNameLst>
                                          <p:attrName>style.rotation</p:attrName>
                                        </p:attrNameLst>
                                      </p:cBhvr>
                                      <p:tavLst>
                                        <p:tav tm="0">
                                          <p:val>
                                            <p:fltVal val="90"/>
                                          </p:val>
                                        </p:tav>
                                        <p:tav tm="100000">
                                          <p:val>
                                            <p:fltVal val="0"/>
                                          </p:val>
                                        </p:tav>
                                      </p:tavLst>
                                    </p:anim>
                                    <p:animEffect transition="in" filter="fade">
                                      <p:cBhvr>
                                        <p:cTn id="45" dur="1000"/>
                                        <p:tgtEl>
                                          <p:spTgt spid="77"/>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95"/>
                                        </p:tgtEl>
                                        <p:attrNameLst>
                                          <p:attrName>style.visibility</p:attrName>
                                        </p:attrNameLst>
                                      </p:cBhvr>
                                      <p:to>
                                        <p:strVal val="visible"/>
                                      </p:to>
                                    </p:set>
                                    <p:animEffect transition="in" filter="wipe(left)">
                                      <p:cBhvr>
                                        <p:cTn id="49" dur="500"/>
                                        <p:tgtEl>
                                          <p:spTgt spid="95"/>
                                        </p:tgtEl>
                                      </p:cBhvr>
                                    </p:animEffect>
                                  </p:childTnLst>
                                </p:cTn>
                              </p:par>
                            </p:childTnLst>
                          </p:cTn>
                        </p:par>
                        <p:par>
                          <p:cTn id="50" fill="hold">
                            <p:stCondLst>
                              <p:cond delay="1500"/>
                            </p:stCondLst>
                            <p:childTnLst>
                              <p:par>
                                <p:cTn id="51" presetID="49" presetClass="entr" presetSubtype="0" decel="100000" fill="hold" grpId="0" nodeType="afterEffect">
                                  <p:stCondLst>
                                    <p:cond delay="0"/>
                                  </p:stCondLst>
                                  <p:childTnLst>
                                    <p:set>
                                      <p:cBhvr>
                                        <p:cTn id="52" dur="1" fill="hold">
                                          <p:stCondLst>
                                            <p:cond delay="0"/>
                                          </p:stCondLst>
                                        </p:cTn>
                                        <p:tgtEl>
                                          <p:spTgt spid="78"/>
                                        </p:tgtEl>
                                        <p:attrNameLst>
                                          <p:attrName>style.visibility</p:attrName>
                                        </p:attrNameLst>
                                      </p:cBhvr>
                                      <p:to>
                                        <p:strVal val="visible"/>
                                      </p:to>
                                    </p:set>
                                    <p:anim calcmode="lin" valueType="num">
                                      <p:cBhvr>
                                        <p:cTn id="53" dur="1500" fill="hold"/>
                                        <p:tgtEl>
                                          <p:spTgt spid="78"/>
                                        </p:tgtEl>
                                        <p:attrNameLst>
                                          <p:attrName>ppt_w</p:attrName>
                                        </p:attrNameLst>
                                      </p:cBhvr>
                                      <p:tavLst>
                                        <p:tav tm="0">
                                          <p:val>
                                            <p:fltVal val="0"/>
                                          </p:val>
                                        </p:tav>
                                        <p:tav tm="100000">
                                          <p:val>
                                            <p:strVal val="#ppt_w"/>
                                          </p:val>
                                        </p:tav>
                                      </p:tavLst>
                                    </p:anim>
                                    <p:anim calcmode="lin" valueType="num">
                                      <p:cBhvr>
                                        <p:cTn id="54" dur="1500" fill="hold"/>
                                        <p:tgtEl>
                                          <p:spTgt spid="78"/>
                                        </p:tgtEl>
                                        <p:attrNameLst>
                                          <p:attrName>ppt_h</p:attrName>
                                        </p:attrNameLst>
                                      </p:cBhvr>
                                      <p:tavLst>
                                        <p:tav tm="0">
                                          <p:val>
                                            <p:fltVal val="0"/>
                                          </p:val>
                                        </p:tav>
                                        <p:tav tm="100000">
                                          <p:val>
                                            <p:strVal val="#ppt_h"/>
                                          </p:val>
                                        </p:tav>
                                      </p:tavLst>
                                    </p:anim>
                                    <p:anim calcmode="lin" valueType="num">
                                      <p:cBhvr>
                                        <p:cTn id="55" dur="1500" fill="hold"/>
                                        <p:tgtEl>
                                          <p:spTgt spid="78"/>
                                        </p:tgtEl>
                                        <p:attrNameLst>
                                          <p:attrName>style.rotation</p:attrName>
                                        </p:attrNameLst>
                                      </p:cBhvr>
                                      <p:tavLst>
                                        <p:tav tm="0">
                                          <p:val>
                                            <p:fltVal val="360"/>
                                          </p:val>
                                        </p:tav>
                                        <p:tav tm="100000">
                                          <p:val>
                                            <p:fltVal val="0"/>
                                          </p:val>
                                        </p:tav>
                                      </p:tavLst>
                                    </p:anim>
                                    <p:animEffect transition="in" filter="fade">
                                      <p:cBhvr>
                                        <p:cTn id="56" dur="1500"/>
                                        <p:tgtEl>
                                          <p:spTgt spid="78"/>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path" presetSubtype="0" accel="50000" decel="50000" fill="hold" grpId="1" nodeType="clickEffect">
                                  <p:stCondLst>
                                    <p:cond delay="0"/>
                                  </p:stCondLst>
                                  <p:childTnLst>
                                    <p:animMotion origin="layout" path="M -3.54167E-6 -3.7037E-6 L -0.00442 0.15024 " pathEditMode="relative" rAng="0" ptsTypes="AA">
                                      <p:cBhvr>
                                        <p:cTn id="60" dur="2000" fill="hold"/>
                                        <p:tgtEl>
                                          <p:spTgt spid="78"/>
                                        </p:tgtEl>
                                        <p:attrNameLst>
                                          <p:attrName>ppt_x</p:attrName>
                                          <p:attrName>ppt_y</p:attrName>
                                        </p:attrNameLst>
                                      </p:cBhvr>
                                      <p:rCtr x="-221" y="7500"/>
                                    </p:animMotion>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1" nodeType="clickEffect">
                                  <p:stCondLst>
                                    <p:cond delay="0"/>
                                  </p:stCondLst>
                                  <p:childTnLst>
                                    <p:animEffect transition="out" filter="fade">
                                      <p:cBhvr>
                                        <p:cTn id="64" dur="500"/>
                                        <p:tgtEl>
                                          <p:spTgt spid="65"/>
                                        </p:tgtEl>
                                      </p:cBhvr>
                                    </p:animEffect>
                                    <p:set>
                                      <p:cBhvr>
                                        <p:cTn id="65" dur="1" fill="hold">
                                          <p:stCondLst>
                                            <p:cond delay="499"/>
                                          </p:stCondLst>
                                        </p:cTn>
                                        <p:tgtEl>
                                          <p:spTgt spid="65"/>
                                        </p:tgtEl>
                                        <p:attrNameLst>
                                          <p:attrName>style.visibility</p:attrName>
                                        </p:attrNameLst>
                                      </p:cBhvr>
                                      <p:to>
                                        <p:strVal val="hidden"/>
                                      </p:to>
                                    </p:set>
                                  </p:childTnLst>
                                </p:cTn>
                              </p:par>
                              <p:par>
                                <p:cTn id="66" presetID="10" presetClass="entr" presetSubtype="0" fill="hold" grpId="0" nodeType="withEffect">
                                  <p:stCondLst>
                                    <p:cond delay="0"/>
                                  </p:stCondLst>
                                  <p:childTnLst>
                                    <p:set>
                                      <p:cBhvr>
                                        <p:cTn id="67" dur="1" fill="hold">
                                          <p:stCondLst>
                                            <p:cond delay="0"/>
                                          </p:stCondLst>
                                        </p:cTn>
                                        <p:tgtEl>
                                          <p:spTgt spid="76"/>
                                        </p:tgtEl>
                                        <p:attrNameLst>
                                          <p:attrName>style.visibility</p:attrName>
                                        </p:attrNameLst>
                                      </p:cBhvr>
                                      <p:to>
                                        <p:strVal val="visible"/>
                                      </p:to>
                                    </p:set>
                                    <p:animEffect transition="in" filter="fade">
                                      <p:cBhvr>
                                        <p:cTn id="68" dur="500"/>
                                        <p:tgtEl>
                                          <p:spTgt spid="76"/>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xit" presetSubtype="2" fill="hold" nodeType="clickEffect">
                                  <p:stCondLst>
                                    <p:cond delay="0"/>
                                  </p:stCondLst>
                                  <p:childTnLst>
                                    <p:animEffect transition="out" filter="wipe(right)">
                                      <p:cBhvr>
                                        <p:cTn id="72" dur="500"/>
                                        <p:tgtEl>
                                          <p:spTgt spid="59"/>
                                        </p:tgtEl>
                                      </p:cBhvr>
                                    </p:animEffect>
                                    <p:set>
                                      <p:cBhvr>
                                        <p:cTn id="73" dur="1" fill="hold">
                                          <p:stCondLst>
                                            <p:cond delay="499"/>
                                          </p:stCondLst>
                                        </p:cTn>
                                        <p:tgtEl>
                                          <p:spTgt spid="59"/>
                                        </p:tgtEl>
                                        <p:attrNameLst>
                                          <p:attrName>style.visibility</p:attrName>
                                        </p:attrNameLst>
                                      </p:cBhvr>
                                      <p:to>
                                        <p:strVal val="hidden"/>
                                      </p:to>
                                    </p:set>
                                  </p:childTnLst>
                                </p:cTn>
                              </p:par>
                              <p:par>
                                <p:cTn id="74" presetID="22" presetClass="entr" presetSubtype="8" fill="hold" nodeType="withEffect">
                                  <p:stCondLst>
                                    <p:cond delay="0"/>
                                  </p:stCondLst>
                                  <p:childTnLst>
                                    <p:set>
                                      <p:cBhvr>
                                        <p:cTn id="75" dur="1" fill="hold">
                                          <p:stCondLst>
                                            <p:cond delay="0"/>
                                          </p:stCondLst>
                                        </p:cTn>
                                        <p:tgtEl>
                                          <p:spTgt spid="73"/>
                                        </p:tgtEl>
                                        <p:attrNameLst>
                                          <p:attrName>style.visibility</p:attrName>
                                        </p:attrNameLst>
                                      </p:cBhvr>
                                      <p:to>
                                        <p:strVal val="visible"/>
                                      </p:to>
                                    </p:set>
                                    <p:animEffect transition="in" filter="wipe(left)">
                                      <p:cBhvr>
                                        <p:cTn id="76" dur="1000"/>
                                        <p:tgtEl>
                                          <p:spTgt spid="73"/>
                                        </p:tgtEl>
                                      </p:cBhvr>
                                    </p:animEffect>
                                  </p:childTnLst>
                                </p:cTn>
                              </p:par>
                            </p:childTnLst>
                          </p:cTn>
                        </p:par>
                      </p:childTnLst>
                    </p:cTn>
                  </p:par>
                  <p:par>
                    <p:cTn id="77" fill="hold">
                      <p:stCondLst>
                        <p:cond delay="indefinite"/>
                      </p:stCondLst>
                      <p:childTnLst>
                        <p:par>
                          <p:cTn id="78" fill="hold">
                            <p:stCondLst>
                              <p:cond delay="0"/>
                            </p:stCondLst>
                            <p:childTnLst>
                              <p:par>
                                <p:cTn id="79" presetID="26" presetClass="emph" presetSubtype="0" fill="hold" nodeType="clickEffect">
                                  <p:stCondLst>
                                    <p:cond delay="0"/>
                                  </p:stCondLst>
                                  <p:childTnLst>
                                    <p:animEffect transition="out" filter="fade">
                                      <p:cBhvr>
                                        <p:cTn id="80" dur="1500" tmFilter="0, 0; .2, .5; .8, .5; 1, 0"/>
                                        <p:tgtEl>
                                          <p:spTgt spid="95"/>
                                        </p:tgtEl>
                                      </p:cBhvr>
                                    </p:animEffect>
                                    <p:animScale>
                                      <p:cBhvr>
                                        <p:cTn id="81" dur="750" autoRev="1" fill="hold"/>
                                        <p:tgtEl>
                                          <p:spTgt spid="95"/>
                                        </p:tgtEl>
                                      </p:cBhvr>
                                      <p:by x="105000" y="105000"/>
                                    </p:animScale>
                                  </p:childTnLst>
                                </p:cTn>
                              </p:par>
                            </p:childTnLst>
                          </p:cTn>
                        </p:par>
                        <p:par>
                          <p:cTn id="82" fill="hold">
                            <p:stCondLst>
                              <p:cond delay="1500"/>
                            </p:stCondLst>
                            <p:childTnLst>
                              <p:par>
                                <p:cTn id="83" presetID="49" presetClass="entr" presetSubtype="0" decel="100000" fill="hold" grpId="0" nodeType="afterEffect">
                                  <p:stCondLst>
                                    <p:cond delay="0"/>
                                  </p:stCondLst>
                                  <p:childTnLst>
                                    <p:set>
                                      <p:cBhvr>
                                        <p:cTn id="84" dur="1" fill="hold">
                                          <p:stCondLst>
                                            <p:cond delay="0"/>
                                          </p:stCondLst>
                                        </p:cTn>
                                        <p:tgtEl>
                                          <p:spTgt spid="83"/>
                                        </p:tgtEl>
                                        <p:attrNameLst>
                                          <p:attrName>style.visibility</p:attrName>
                                        </p:attrNameLst>
                                      </p:cBhvr>
                                      <p:to>
                                        <p:strVal val="visible"/>
                                      </p:to>
                                    </p:set>
                                    <p:anim calcmode="lin" valueType="num">
                                      <p:cBhvr>
                                        <p:cTn id="85" dur="1500" fill="hold"/>
                                        <p:tgtEl>
                                          <p:spTgt spid="83"/>
                                        </p:tgtEl>
                                        <p:attrNameLst>
                                          <p:attrName>ppt_w</p:attrName>
                                        </p:attrNameLst>
                                      </p:cBhvr>
                                      <p:tavLst>
                                        <p:tav tm="0">
                                          <p:val>
                                            <p:fltVal val="0"/>
                                          </p:val>
                                        </p:tav>
                                        <p:tav tm="100000">
                                          <p:val>
                                            <p:strVal val="#ppt_w"/>
                                          </p:val>
                                        </p:tav>
                                      </p:tavLst>
                                    </p:anim>
                                    <p:anim calcmode="lin" valueType="num">
                                      <p:cBhvr>
                                        <p:cTn id="86" dur="1500" fill="hold"/>
                                        <p:tgtEl>
                                          <p:spTgt spid="83"/>
                                        </p:tgtEl>
                                        <p:attrNameLst>
                                          <p:attrName>ppt_h</p:attrName>
                                        </p:attrNameLst>
                                      </p:cBhvr>
                                      <p:tavLst>
                                        <p:tav tm="0">
                                          <p:val>
                                            <p:fltVal val="0"/>
                                          </p:val>
                                        </p:tav>
                                        <p:tav tm="100000">
                                          <p:val>
                                            <p:strVal val="#ppt_h"/>
                                          </p:val>
                                        </p:tav>
                                      </p:tavLst>
                                    </p:anim>
                                    <p:anim calcmode="lin" valueType="num">
                                      <p:cBhvr>
                                        <p:cTn id="87" dur="1500" fill="hold"/>
                                        <p:tgtEl>
                                          <p:spTgt spid="83"/>
                                        </p:tgtEl>
                                        <p:attrNameLst>
                                          <p:attrName>style.rotation</p:attrName>
                                        </p:attrNameLst>
                                      </p:cBhvr>
                                      <p:tavLst>
                                        <p:tav tm="0">
                                          <p:val>
                                            <p:fltVal val="360"/>
                                          </p:val>
                                        </p:tav>
                                        <p:tav tm="100000">
                                          <p:val>
                                            <p:fltVal val="0"/>
                                          </p:val>
                                        </p:tav>
                                      </p:tavLst>
                                    </p:anim>
                                    <p:animEffect transition="in" filter="fade">
                                      <p:cBhvr>
                                        <p:cTn id="88" dur="1500"/>
                                        <p:tgtEl>
                                          <p:spTgt spid="83"/>
                                        </p:tgtEl>
                                      </p:cBhvr>
                                    </p:animEffect>
                                  </p:childTnLst>
                                </p:cTn>
                              </p:par>
                            </p:childTnLst>
                          </p:cTn>
                        </p:par>
                      </p:childTnLst>
                    </p:cTn>
                  </p:par>
                  <p:par>
                    <p:cTn id="89" fill="hold">
                      <p:stCondLst>
                        <p:cond delay="indefinite"/>
                      </p:stCondLst>
                      <p:childTnLst>
                        <p:par>
                          <p:cTn id="90" fill="hold">
                            <p:stCondLst>
                              <p:cond delay="0"/>
                            </p:stCondLst>
                            <p:childTnLst>
                              <p:par>
                                <p:cTn id="91" presetID="42" presetClass="path" presetSubtype="0" accel="50000" decel="50000" fill="hold" grpId="1" nodeType="clickEffect">
                                  <p:stCondLst>
                                    <p:cond delay="0"/>
                                  </p:stCondLst>
                                  <p:childTnLst>
                                    <p:animMotion origin="layout" path="M 5E-6 4.81481E-6 L -0.00442 0.15023 " pathEditMode="relative" rAng="0" ptsTypes="AA">
                                      <p:cBhvr>
                                        <p:cTn id="92" dur="2000" fill="hold"/>
                                        <p:tgtEl>
                                          <p:spTgt spid="83"/>
                                        </p:tgtEl>
                                        <p:attrNameLst>
                                          <p:attrName>ppt_x</p:attrName>
                                          <p:attrName>ppt_y</p:attrName>
                                        </p:attrNameLst>
                                      </p:cBhvr>
                                      <p:rCtr x="-221" y="7500"/>
                                    </p:animMotion>
                                  </p:childTnLst>
                                </p:cTn>
                              </p:par>
                            </p:childTnLst>
                          </p:cTn>
                        </p:par>
                      </p:childTnLst>
                    </p:cTn>
                  </p:par>
                  <p:par>
                    <p:cTn id="93" fill="hold">
                      <p:stCondLst>
                        <p:cond delay="indefinite"/>
                      </p:stCondLst>
                      <p:childTnLst>
                        <p:par>
                          <p:cTn id="94" fill="hold">
                            <p:stCondLst>
                              <p:cond delay="0"/>
                            </p:stCondLst>
                            <p:childTnLst>
                              <p:par>
                                <p:cTn id="95" presetID="10" presetClass="exit" presetSubtype="0" fill="hold" grpId="1" nodeType="clickEffect">
                                  <p:stCondLst>
                                    <p:cond delay="0"/>
                                  </p:stCondLst>
                                  <p:childTnLst>
                                    <p:animEffect transition="out" filter="fade">
                                      <p:cBhvr>
                                        <p:cTn id="96" dur="500"/>
                                        <p:tgtEl>
                                          <p:spTgt spid="76"/>
                                        </p:tgtEl>
                                      </p:cBhvr>
                                    </p:animEffect>
                                    <p:set>
                                      <p:cBhvr>
                                        <p:cTn id="97" dur="1" fill="hold">
                                          <p:stCondLst>
                                            <p:cond delay="499"/>
                                          </p:stCondLst>
                                        </p:cTn>
                                        <p:tgtEl>
                                          <p:spTgt spid="76"/>
                                        </p:tgtEl>
                                        <p:attrNameLst>
                                          <p:attrName>style.visibility</p:attrName>
                                        </p:attrNameLst>
                                      </p:cBhvr>
                                      <p:to>
                                        <p:strVal val="hidden"/>
                                      </p:to>
                                    </p:set>
                                  </p:childTnLst>
                                </p:cTn>
                              </p:par>
                              <p:par>
                                <p:cTn id="98" presetID="10" presetClass="entr" presetSubtype="0" fill="hold" grpId="0" nodeType="withEffect">
                                  <p:stCondLst>
                                    <p:cond delay="0"/>
                                  </p:stCondLst>
                                  <p:childTnLst>
                                    <p:set>
                                      <p:cBhvr>
                                        <p:cTn id="99" dur="1" fill="hold">
                                          <p:stCondLst>
                                            <p:cond delay="0"/>
                                          </p:stCondLst>
                                        </p:cTn>
                                        <p:tgtEl>
                                          <p:spTgt spid="84"/>
                                        </p:tgtEl>
                                        <p:attrNameLst>
                                          <p:attrName>style.visibility</p:attrName>
                                        </p:attrNameLst>
                                      </p:cBhvr>
                                      <p:to>
                                        <p:strVal val="visible"/>
                                      </p:to>
                                    </p:set>
                                    <p:animEffect transition="in" filter="fade">
                                      <p:cBhvr>
                                        <p:cTn id="100" dur="500"/>
                                        <p:tgtEl>
                                          <p:spTgt spid="84"/>
                                        </p:tgtEl>
                                      </p:cBhvr>
                                    </p:animEffect>
                                  </p:childTnLst>
                                </p:cTn>
                              </p:par>
                            </p:childTnLst>
                          </p:cTn>
                        </p:par>
                        <p:par>
                          <p:cTn id="101" fill="hold">
                            <p:stCondLst>
                              <p:cond delay="500"/>
                            </p:stCondLst>
                            <p:childTnLst>
                              <p:par>
                                <p:cTn id="102" presetID="22" presetClass="exit" presetSubtype="2" fill="hold" nodeType="afterEffect">
                                  <p:stCondLst>
                                    <p:cond delay="0"/>
                                  </p:stCondLst>
                                  <p:childTnLst>
                                    <p:animEffect transition="out" filter="wipe(right)">
                                      <p:cBhvr>
                                        <p:cTn id="103" dur="500"/>
                                        <p:tgtEl>
                                          <p:spTgt spid="73"/>
                                        </p:tgtEl>
                                      </p:cBhvr>
                                    </p:animEffect>
                                    <p:set>
                                      <p:cBhvr>
                                        <p:cTn id="104" dur="1" fill="hold">
                                          <p:stCondLst>
                                            <p:cond delay="499"/>
                                          </p:stCondLst>
                                        </p:cTn>
                                        <p:tgtEl>
                                          <p:spTgt spid="73"/>
                                        </p:tgtEl>
                                        <p:attrNameLst>
                                          <p:attrName>style.visibility</p:attrName>
                                        </p:attrNameLst>
                                      </p:cBhvr>
                                      <p:to>
                                        <p:strVal val="hidden"/>
                                      </p:to>
                                    </p:set>
                                  </p:childTnLst>
                                </p:cTn>
                              </p:par>
                            </p:childTnLst>
                          </p:cTn>
                        </p:par>
                        <p:par>
                          <p:cTn id="105" fill="hold">
                            <p:stCondLst>
                              <p:cond delay="1000"/>
                            </p:stCondLst>
                            <p:childTnLst>
                              <p:par>
                                <p:cTn id="106" presetID="22" presetClass="entr" presetSubtype="8" fill="hold" nodeType="afterEffect">
                                  <p:stCondLst>
                                    <p:cond delay="0"/>
                                  </p:stCondLst>
                                  <p:childTnLst>
                                    <p:set>
                                      <p:cBhvr>
                                        <p:cTn id="107" dur="1" fill="hold">
                                          <p:stCondLst>
                                            <p:cond delay="0"/>
                                          </p:stCondLst>
                                        </p:cTn>
                                        <p:tgtEl>
                                          <p:spTgt spid="80"/>
                                        </p:tgtEl>
                                        <p:attrNameLst>
                                          <p:attrName>style.visibility</p:attrName>
                                        </p:attrNameLst>
                                      </p:cBhvr>
                                      <p:to>
                                        <p:strVal val="visible"/>
                                      </p:to>
                                    </p:set>
                                    <p:animEffect transition="in" filter="wipe(left)">
                                      <p:cBhvr>
                                        <p:cTn id="108" dur="1000"/>
                                        <p:tgtEl>
                                          <p:spTgt spid="80"/>
                                        </p:tgtEl>
                                      </p:cBhvr>
                                    </p:animEffect>
                                  </p:childTnLst>
                                </p:cTn>
                              </p:par>
                            </p:childTnLst>
                          </p:cTn>
                        </p:par>
                      </p:childTnLst>
                    </p:cTn>
                  </p:par>
                  <p:par>
                    <p:cTn id="109" fill="hold">
                      <p:stCondLst>
                        <p:cond delay="indefinite"/>
                      </p:stCondLst>
                      <p:childTnLst>
                        <p:par>
                          <p:cTn id="110" fill="hold">
                            <p:stCondLst>
                              <p:cond delay="0"/>
                            </p:stCondLst>
                            <p:childTnLst>
                              <p:par>
                                <p:cTn id="111" presetID="26" presetClass="emph" presetSubtype="0" fill="hold" nodeType="clickEffect">
                                  <p:stCondLst>
                                    <p:cond delay="0"/>
                                  </p:stCondLst>
                                  <p:childTnLst>
                                    <p:animEffect transition="out" filter="fade">
                                      <p:cBhvr>
                                        <p:cTn id="112" dur="1500" tmFilter="0, 0; .2, .5; .8, .5; 1, 0"/>
                                        <p:tgtEl>
                                          <p:spTgt spid="95"/>
                                        </p:tgtEl>
                                      </p:cBhvr>
                                    </p:animEffect>
                                    <p:animScale>
                                      <p:cBhvr>
                                        <p:cTn id="113" dur="750" autoRev="1" fill="hold"/>
                                        <p:tgtEl>
                                          <p:spTgt spid="95"/>
                                        </p:tgtEl>
                                      </p:cBhvr>
                                      <p:by x="105000" y="105000"/>
                                    </p:animScale>
                                  </p:childTnLst>
                                </p:cTn>
                              </p:par>
                            </p:childTnLst>
                          </p:cTn>
                        </p:par>
                        <p:par>
                          <p:cTn id="114" fill="hold">
                            <p:stCondLst>
                              <p:cond delay="1500"/>
                            </p:stCondLst>
                            <p:childTnLst>
                              <p:par>
                                <p:cTn id="115" presetID="49" presetClass="entr" presetSubtype="0" decel="100000" fill="hold" grpId="0" nodeType="afterEffect">
                                  <p:stCondLst>
                                    <p:cond delay="0"/>
                                  </p:stCondLst>
                                  <p:childTnLst>
                                    <p:set>
                                      <p:cBhvr>
                                        <p:cTn id="116" dur="1" fill="hold">
                                          <p:stCondLst>
                                            <p:cond delay="0"/>
                                          </p:stCondLst>
                                        </p:cTn>
                                        <p:tgtEl>
                                          <p:spTgt spid="85"/>
                                        </p:tgtEl>
                                        <p:attrNameLst>
                                          <p:attrName>style.visibility</p:attrName>
                                        </p:attrNameLst>
                                      </p:cBhvr>
                                      <p:to>
                                        <p:strVal val="visible"/>
                                      </p:to>
                                    </p:set>
                                    <p:anim calcmode="lin" valueType="num">
                                      <p:cBhvr>
                                        <p:cTn id="117" dur="1500" fill="hold"/>
                                        <p:tgtEl>
                                          <p:spTgt spid="85"/>
                                        </p:tgtEl>
                                        <p:attrNameLst>
                                          <p:attrName>ppt_w</p:attrName>
                                        </p:attrNameLst>
                                      </p:cBhvr>
                                      <p:tavLst>
                                        <p:tav tm="0">
                                          <p:val>
                                            <p:fltVal val="0"/>
                                          </p:val>
                                        </p:tav>
                                        <p:tav tm="100000">
                                          <p:val>
                                            <p:strVal val="#ppt_w"/>
                                          </p:val>
                                        </p:tav>
                                      </p:tavLst>
                                    </p:anim>
                                    <p:anim calcmode="lin" valueType="num">
                                      <p:cBhvr>
                                        <p:cTn id="118" dur="1500" fill="hold"/>
                                        <p:tgtEl>
                                          <p:spTgt spid="85"/>
                                        </p:tgtEl>
                                        <p:attrNameLst>
                                          <p:attrName>ppt_h</p:attrName>
                                        </p:attrNameLst>
                                      </p:cBhvr>
                                      <p:tavLst>
                                        <p:tav tm="0">
                                          <p:val>
                                            <p:fltVal val="0"/>
                                          </p:val>
                                        </p:tav>
                                        <p:tav tm="100000">
                                          <p:val>
                                            <p:strVal val="#ppt_h"/>
                                          </p:val>
                                        </p:tav>
                                      </p:tavLst>
                                    </p:anim>
                                    <p:anim calcmode="lin" valueType="num">
                                      <p:cBhvr>
                                        <p:cTn id="119" dur="1500" fill="hold"/>
                                        <p:tgtEl>
                                          <p:spTgt spid="85"/>
                                        </p:tgtEl>
                                        <p:attrNameLst>
                                          <p:attrName>style.rotation</p:attrName>
                                        </p:attrNameLst>
                                      </p:cBhvr>
                                      <p:tavLst>
                                        <p:tav tm="0">
                                          <p:val>
                                            <p:fltVal val="360"/>
                                          </p:val>
                                        </p:tav>
                                        <p:tav tm="100000">
                                          <p:val>
                                            <p:fltVal val="0"/>
                                          </p:val>
                                        </p:tav>
                                      </p:tavLst>
                                    </p:anim>
                                    <p:animEffect transition="in" filter="fade">
                                      <p:cBhvr>
                                        <p:cTn id="120" dur="1500"/>
                                        <p:tgtEl>
                                          <p:spTgt spid="85"/>
                                        </p:tgtEl>
                                      </p:cBhvr>
                                    </p:animEffect>
                                  </p:childTnLst>
                                </p:cTn>
                              </p:par>
                            </p:childTnLst>
                          </p:cTn>
                        </p:par>
                      </p:childTnLst>
                    </p:cTn>
                  </p:par>
                  <p:par>
                    <p:cTn id="121" fill="hold">
                      <p:stCondLst>
                        <p:cond delay="indefinite"/>
                      </p:stCondLst>
                      <p:childTnLst>
                        <p:par>
                          <p:cTn id="122" fill="hold">
                            <p:stCondLst>
                              <p:cond delay="0"/>
                            </p:stCondLst>
                            <p:childTnLst>
                              <p:par>
                                <p:cTn id="123" presetID="42" presetClass="path" presetSubtype="0" accel="50000" decel="50000" fill="hold" grpId="1" nodeType="clickEffect">
                                  <p:stCondLst>
                                    <p:cond delay="0"/>
                                  </p:stCondLst>
                                  <p:childTnLst>
                                    <p:animMotion origin="layout" path="M 2.08333E-6 4.81481E-6 L -0.00443 0.15023 " pathEditMode="relative" rAng="0" ptsTypes="AA">
                                      <p:cBhvr>
                                        <p:cTn id="124" dur="1000" fill="hold"/>
                                        <p:tgtEl>
                                          <p:spTgt spid="85"/>
                                        </p:tgtEl>
                                        <p:attrNameLst>
                                          <p:attrName>ppt_x</p:attrName>
                                          <p:attrName>ppt_y</p:attrName>
                                        </p:attrNameLst>
                                      </p:cBhvr>
                                      <p:rCtr x="-221" y="7500"/>
                                    </p:animMotion>
                                  </p:childTnLst>
                                </p:cTn>
                              </p:par>
                            </p:childTnLst>
                          </p:cTn>
                        </p:par>
                      </p:childTnLst>
                    </p:cTn>
                  </p:par>
                  <p:par>
                    <p:cTn id="125" fill="hold">
                      <p:stCondLst>
                        <p:cond delay="indefinite"/>
                      </p:stCondLst>
                      <p:childTnLst>
                        <p:par>
                          <p:cTn id="126" fill="hold">
                            <p:stCondLst>
                              <p:cond delay="0"/>
                            </p:stCondLst>
                            <p:childTnLst>
                              <p:par>
                                <p:cTn id="127" presetID="10" presetClass="exit" presetSubtype="0" fill="hold" grpId="1" nodeType="clickEffect">
                                  <p:stCondLst>
                                    <p:cond delay="0"/>
                                  </p:stCondLst>
                                  <p:childTnLst>
                                    <p:animEffect transition="out" filter="fade">
                                      <p:cBhvr>
                                        <p:cTn id="128" dur="500"/>
                                        <p:tgtEl>
                                          <p:spTgt spid="84"/>
                                        </p:tgtEl>
                                      </p:cBhvr>
                                    </p:animEffect>
                                    <p:set>
                                      <p:cBhvr>
                                        <p:cTn id="129" dur="1" fill="hold">
                                          <p:stCondLst>
                                            <p:cond delay="499"/>
                                          </p:stCondLst>
                                        </p:cTn>
                                        <p:tgtEl>
                                          <p:spTgt spid="84"/>
                                        </p:tgtEl>
                                        <p:attrNameLst>
                                          <p:attrName>style.visibility</p:attrName>
                                        </p:attrNameLst>
                                      </p:cBhvr>
                                      <p:to>
                                        <p:strVal val="hidden"/>
                                      </p:to>
                                    </p:set>
                                  </p:childTnLst>
                                </p:cTn>
                              </p:par>
                            </p:childTnLst>
                          </p:cTn>
                        </p:par>
                        <p:par>
                          <p:cTn id="130" fill="hold">
                            <p:stCondLst>
                              <p:cond delay="500"/>
                            </p:stCondLst>
                            <p:childTnLst>
                              <p:par>
                                <p:cTn id="131" presetID="10" presetClass="entr" presetSubtype="0" fill="hold" grpId="0" nodeType="afterEffect">
                                  <p:stCondLst>
                                    <p:cond delay="0"/>
                                  </p:stCondLst>
                                  <p:childTnLst>
                                    <p:set>
                                      <p:cBhvr>
                                        <p:cTn id="132" dur="1" fill="hold">
                                          <p:stCondLst>
                                            <p:cond delay="0"/>
                                          </p:stCondLst>
                                        </p:cTn>
                                        <p:tgtEl>
                                          <p:spTgt spid="10"/>
                                        </p:tgtEl>
                                        <p:attrNameLst>
                                          <p:attrName>style.visibility</p:attrName>
                                        </p:attrNameLst>
                                      </p:cBhvr>
                                      <p:to>
                                        <p:strVal val="visible"/>
                                      </p:to>
                                    </p:set>
                                    <p:animEffect transition="in" filter="fade">
                                      <p:cBhvr>
                                        <p:cTn id="133" dur="500"/>
                                        <p:tgtEl>
                                          <p:spTgt spid="10"/>
                                        </p:tgtEl>
                                      </p:cBhvr>
                                    </p:animEffect>
                                  </p:childTnLst>
                                </p:cTn>
                              </p:par>
                            </p:childTnLst>
                          </p:cTn>
                        </p:par>
                        <p:par>
                          <p:cTn id="134" fill="hold">
                            <p:stCondLst>
                              <p:cond delay="1000"/>
                            </p:stCondLst>
                            <p:childTnLst>
                              <p:par>
                                <p:cTn id="135" presetID="22" presetClass="exit" presetSubtype="2" fill="hold" nodeType="afterEffect">
                                  <p:stCondLst>
                                    <p:cond delay="0"/>
                                  </p:stCondLst>
                                  <p:childTnLst>
                                    <p:animEffect transition="out" filter="wipe(right)">
                                      <p:cBhvr>
                                        <p:cTn id="136" dur="500"/>
                                        <p:tgtEl>
                                          <p:spTgt spid="80"/>
                                        </p:tgtEl>
                                      </p:cBhvr>
                                    </p:animEffect>
                                    <p:set>
                                      <p:cBhvr>
                                        <p:cTn id="137" dur="1" fill="hold">
                                          <p:stCondLst>
                                            <p:cond delay="499"/>
                                          </p:stCondLst>
                                        </p:cTn>
                                        <p:tgtEl>
                                          <p:spTgt spid="80"/>
                                        </p:tgtEl>
                                        <p:attrNameLst>
                                          <p:attrName>style.visibility</p:attrName>
                                        </p:attrNameLst>
                                      </p:cBhvr>
                                      <p:to>
                                        <p:strVal val="hidden"/>
                                      </p:to>
                                    </p:set>
                                  </p:childTnLst>
                                </p:cTn>
                              </p:par>
                            </p:childTnLst>
                          </p:cTn>
                        </p:par>
                        <p:par>
                          <p:cTn id="138" fill="hold">
                            <p:stCondLst>
                              <p:cond delay="1500"/>
                            </p:stCondLst>
                            <p:childTnLst>
                              <p:par>
                                <p:cTn id="139" presetID="22" presetClass="entr" presetSubtype="8" fill="hold" nodeType="afterEffect">
                                  <p:stCondLst>
                                    <p:cond delay="0"/>
                                  </p:stCondLst>
                                  <p:childTnLst>
                                    <p:set>
                                      <p:cBhvr>
                                        <p:cTn id="140" dur="1" fill="hold">
                                          <p:stCondLst>
                                            <p:cond delay="0"/>
                                          </p:stCondLst>
                                        </p:cTn>
                                        <p:tgtEl>
                                          <p:spTgt spid="3"/>
                                        </p:tgtEl>
                                        <p:attrNameLst>
                                          <p:attrName>style.visibility</p:attrName>
                                        </p:attrNameLst>
                                      </p:cBhvr>
                                      <p:to>
                                        <p:strVal val="visible"/>
                                      </p:to>
                                    </p:set>
                                    <p:animEffect transition="in" filter="wipe(left)">
                                      <p:cBhvr>
                                        <p:cTn id="141" dur="1000"/>
                                        <p:tgtEl>
                                          <p:spTgt spid="3"/>
                                        </p:tgtEl>
                                      </p:cBhvr>
                                    </p:animEffect>
                                  </p:childTnLst>
                                </p:cTn>
                              </p:par>
                            </p:childTnLst>
                          </p:cTn>
                        </p:par>
                        <p:par>
                          <p:cTn id="142" fill="hold">
                            <p:stCondLst>
                              <p:cond delay="2500"/>
                            </p:stCondLst>
                            <p:childTnLst>
                              <p:par>
                                <p:cTn id="143" presetID="49" presetClass="entr" presetSubtype="0" decel="100000" fill="hold" grpId="0" nodeType="afterEffect">
                                  <p:stCondLst>
                                    <p:cond delay="0"/>
                                  </p:stCondLst>
                                  <p:childTnLst>
                                    <p:set>
                                      <p:cBhvr>
                                        <p:cTn id="144" dur="1" fill="hold">
                                          <p:stCondLst>
                                            <p:cond delay="0"/>
                                          </p:stCondLst>
                                        </p:cTn>
                                        <p:tgtEl>
                                          <p:spTgt spid="87"/>
                                        </p:tgtEl>
                                        <p:attrNameLst>
                                          <p:attrName>style.visibility</p:attrName>
                                        </p:attrNameLst>
                                      </p:cBhvr>
                                      <p:to>
                                        <p:strVal val="visible"/>
                                      </p:to>
                                    </p:set>
                                    <p:anim calcmode="lin" valueType="num">
                                      <p:cBhvr>
                                        <p:cTn id="145" dur="1000" fill="hold"/>
                                        <p:tgtEl>
                                          <p:spTgt spid="87"/>
                                        </p:tgtEl>
                                        <p:attrNameLst>
                                          <p:attrName>ppt_w</p:attrName>
                                        </p:attrNameLst>
                                      </p:cBhvr>
                                      <p:tavLst>
                                        <p:tav tm="0">
                                          <p:val>
                                            <p:fltVal val="0"/>
                                          </p:val>
                                        </p:tav>
                                        <p:tav tm="100000">
                                          <p:val>
                                            <p:strVal val="#ppt_w"/>
                                          </p:val>
                                        </p:tav>
                                      </p:tavLst>
                                    </p:anim>
                                    <p:anim calcmode="lin" valueType="num">
                                      <p:cBhvr>
                                        <p:cTn id="146" dur="1000" fill="hold"/>
                                        <p:tgtEl>
                                          <p:spTgt spid="87"/>
                                        </p:tgtEl>
                                        <p:attrNameLst>
                                          <p:attrName>ppt_h</p:attrName>
                                        </p:attrNameLst>
                                      </p:cBhvr>
                                      <p:tavLst>
                                        <p:tav tm="0">
                                          <p:val>
                                            <p:fltVal val="0"/>
                                          </p:val>
                                        </p:tav>
                                        <p:tav tm="100000">
                                          <p:val>
                                            <p:strVal val="#ppt_h"/>
                                          </p:val>
                                        </p:tav>
                                      </p:tavLst>
                                    </p:anim>
                                    <p:anim calcmode="lin" valueType="num">
                                      <p:cBhvr>
                                        <p:cTn id="147" dur="1000" fill="hold"/>
                                        <p:tgtEl>
                                          <p:spTgt spid="87"/>
                                        </p:tgtEl>
                                        <p:attrNameLst>
                                          <p:attrName>style.rotation</p:attrName>
                                        </p:attrNameLst>
                                      </p:cBhvr>
                                      <p:tavLst>
                                        <p:tav tm="0">
                                          <p:val>
                                            <p:fltVal val="360"/>
                                          </p:val>
                                        </p:tav>
                                        <p:tav tm="100000">
                                          <p:val>
                                            <p:fltVal val="0"/>
                                          </p:val>
                                        </p:tav>
                                      </p:tavLst>
                                    </p:anim>
                                    <p:animEffect transition="in" filter="fade">
                                      <p:cBhvr>
                                        <p:cTn id="148" dur="1000"/>
                                        <p:tgtEl>
                                          <p:spTgt spid="87"/>
                                        </p:tgtEl>
                                      </p:cBhvr>
                                    </p:animEffect>
                                  </p:childTnLst>
                                </p:cTn>
                              </p:par>
                            </p:childTnLst>
                          </p:cTn>
                        </p:par>
                      </p:childTnLst>
                    </p:cTn>
                  </p:par>
                  <p:par>
                    <p:cTn id="149" fill="hold">
                      <p:stCondLst>
                        <p:cond delay="indefinite"/>
                      </p:stCondLst>
                      <p:childTnLst>
                        <p:par>
                          <p:cTn id="150" fill="hold">
                            <p:stCondLst>
                              <p:cond delay="0"/>
                            </p:stCondLst>
                            <p:childTnLst>
                              <p:par>
                                <p:cTn id="151" presetID="42" presetClass="path" presetSubtype="0" accel="50000" decel="50000" fill="hold" grpId="1" nodeType="clickEffect">
                                  <p:stCondLst>
                                    <p:cond delay="0"/>
                                  </p:stCondLst>
                                  <p:childTnLst>
                                    <p:animMotion origin="layout" path="M -1.45833E-6 -2.22222E-6 L -0.00443 0.15023 " pathEditMode="relative" rAng="0" ptsTypes="AA">
                                      <p:cBhvr>
                                        <p:cTn id="152" dur="1000" fill="hold"/>
                                        <p:tgtEl>
                                          <p:spTgt spid="87"/>
                                        </p:tgtEl>
                                        <p:attrNameLst>
                                          <p:attrName>ppt_x</p:attrName>
                                          <p:attrName>ppt_y</p:attrName>
                                        </p:attrNameLst>
                                      </p:cBhvr>
                                      <p:rCtr x="-221" y="7500"/>
                                    </p:animMotion>
                                  </p:childTnLst>
                                </p:cTn>
                              </p:par>
                            </p:childTnLst>
                          </p:cTn>
                        </p:par>
                      </p:childTnLst>
                    </p:cTn>
                  </p:par>
                  <p:par>
                    <p:cTn id="153" fill="hold">
                      <p:stCondLst>
                        <p:cond delay="indefinite"/>
                      </p:stCondLst>
                      <p:childTnLst>
                        <p:par>
                          <p:cTn id="154" fill="hold">
                            <p:stCondLst>
                              <p:cond delay="0"/>
                            </p:stCondLst>
                            <p:childTnLst>
                              <p:par>
                                <p:cTn id="155" presetID="10" presetClass="exit" presetSubtype="0" fill="hold" grpId="1" nodeType="clickEffect">
                                  <p:stCondLst>
                                    <p:cond delay="0"/>
                                  </p:stCondLst>
                                  <p:childTnLst>
                                    <p:animEffect transition="out" filter="fade">
                                      <p:cBhvr>
                                        <p:cTn id="156" dur="500"/>
                                        <p:tgtEl>
                                          <p:spTgt spid="10"/>
                                        </p:tgtEl>
                                      </p:cBhvr>
                                    </p:animEffect>
                                    <p:set>
                                      <p:cBhvr>
                                        <p:cTn id="157" dur="1" fill="hold">
                                          <p:stCondLst>
                                            <p:cond delay="499"/>
                                          </p:stCondLst>
                                        </p:cTn>
                                        <p:tgtEl>
                                          <p:spTgt spid="10"/>
                                        </p:tgtEl>
                                        <p:attrNameLst>
                                          <p:attrName>style.visibility</p:attrName>
                                        </p:attrNameLst>
                                      </p:cBhvr>
                                      <p:to>
                                        <p:strVal val="hidden"/>
                                      </p:to>
                                    </p:set>
                                  </p:childTnLst>
                                </p:cTn>
                              </p:par>
                            </p:childTnLst>
                          </p:cTn>
                        </p:par>
                        <p:par>
                          <p:cTn id="158" fill="hold">
                            <p:stCondLst>
                              <p:cond delay="500"/>
                            </p:stCondLst>
                            <p:childTnLst>
                              <p:par>
                                <p:cTn id="159" presetID="10" presetClass="entr" presetSubtype="0" fill="hold" grpId="0" nodeType="afterEffect">
                                  <p:stCondLst>
                                    <p:cond delay="0"/>
                                  </p:stCondLst>
                                  <p:childTnLst>
                                    <p:set>
                                      <p:cBhvr>
                                        <p:cTn id="160" dur="1" fill="hold">
                                          <p:stCondLst>
                                            <p:cond delay="0"/>
                                          </p:stCondLst>
                                        </p:cTn>
                                        <p:tgtEl>
                                          <p:spTgt spid="14"/>
                                        </p:tgtEl>
                                        <p:attrNameLst>
                                          <p:attrName>style.visibility</p:attrName>
                                        </p:attrNameLst>
                                      </p:cBhvr>
                                      <p:to>
                                        <p:strVal val="visible"/>
                                      </p:to>
                                    </p:set>
                                    <p:animEffect transition="in" filter="fade">
                                      <p:cBhvr>
                                        <p:cTn id="161" dur="500"/>
                                        <p:tgtEl>
                                          <p:spTgt spid="14"/>
                                        </p:tgtEl>
                                      </p:cBhvr>
                                    </p:animEffect>
                                  </p:childTnLst>
                                </p:cTn>
                              </p:par>
                            </p:childTnLst>
                          </p:cTn>
                        </p:par>
                        <p:par>
                          <p:cTn id="162" fill="hold">
                            <p:stCondLst>
                              <p:cond delay="1000"/>
                            </p:stCondLst>
                            <p:childTnLst>
                              <p:par>
                                <p:cTn id="163" presetID="22" presetClass="exit" presetSubtype="2" fill="hold" nodeType="afterEffect">
                                  <p:stCondLst>
                                    <p:cond delay="0"/>
                                  </p:stCondLst>
                                  <p:childTnLst>
                                    <p:animEffect transition="out" filter="wipe(right)">
                                      <p:cBhvr>
                                        <p:cTn id="164" dur="500"/>
                                        <p:tgtEl>
                                          <p:spTgt spid="3"/>
                                        </p:tgtEl>
                                      </p:cBhvr>
                                    </p:animEffect>
                                    <p:set>
                                      <p:cBhvr>
                                        <p:cTn id="165" dur="1" fill="hold">
                                          <p:stCondLst>
                                            <p:cond delay="499"/>
                                          </p:stCondLst>
                                        </p:cTn>
                                        <p:tgtEl>
                                          <p:spTgt spid="3"/>
                                        </p:tgtEl>
                                        <p:attrNameLst>
                                          <p:attrName>style.visibility</p:attrName>
                                        </p:attrNameLst>
                                      </p:cBhvr>
                                      <p:to>
                                        <p:strVal val="hidden"/>
                                      </p:to>
                                    </p:set>
                                  </p:childTnLst>
                                </p:cTn>
                              </p:par>
                            </p:childTnLst>
                          </p:cTn>
                        </p:par>
                        <p:par>
                          <p:cTn id="166" fill="hold">
                            <p:stCondLst>
                              <p:cond delay="1500"/>
                            </p:stCondLst>
                            <p:childTnLst>
                              <p:par>
                                <p:cTn id="167" presetID="22" presetClass="entr" presetSubtype="8" fill="hold" nodeType="afterEffect">
                                  <p:stCondLst>
                                    <p:cond delay="0"/>
                                  </p:stCondLst>
                                  <p:childTnLst>
                                    <p:set>
                                      <p:cBhvr>
                                        <p:cTn id="168" dur="1" fill="hold">
                                          <p:stCondLst>
                                            <p:cond delay="0"/>
                                          </p:stCondLst>
                                        </p:cTn>
                                        <p:tgtEl>
                                          <p:spTgt spid="17"/>
                                        </p:tgtEl>
                                        <p:attrNameLst>
                                          <p:attrName>style.visibility</p:attrName>
                                        </p:attrNameLst>
                                      </p:cBhvr>
                                      <p:to>
                                        <p:strVal val="visible"/>
                                      </p:to>
                                    </p:set>
                                    <p:animEffect transition="in" filter="wipe(left)">
                                      <p:cBhvr>
                                        <p:cTn id="169" dur="1000"/>
                                        <p:tgtEl>
                                          <p:spTgt spid="17"/>
                                        </p:tgtEl>
                                      </p:cBhvr>
                                    </p:animEffect>
                                  </p:childTnLst>
                                </p:cTn>
                              </p:par>
                            </p:childTnLst>
                          </p:cTn>
                        </p:par>
                        <p:par>
                          <p:cTn id="170" fill="hold">
                            <p:stCondLst>
                              <p:cond delay="2500"/>
                            </p:stCondLst>
                            <p:childTnLst>
                              <p:par>
                                <p:cTn id="171" presetID="49" presetClass="entr" presetSubtype="0" decel="100000" fill="hold" grpId="0" nodeType="afterEffect">
                                  <p:stCondLst>
                                    <p:cond delay="0"/>
                                  </p:stCondLst>
                                  <p:childTnLst>
                                    <p:set>
                                      <p:cBhvr>
                                        <p:cTn id="172" dur="1" fill="hold">
                                          <p:stCondLst>
                                            <p:cond delay="0"/>
                                          </p:stCondLst>
                                        </p:cTn>
                                        <p:tgtEl>
                                          <p:spTgt spid="89"/>
                                        </p:tgtEl>
                                        <p:attrNameLst>
                                          <p:attrName>style.visibility</p:attrName>
                                        </p:attrNameLst>
                                      </p:cBhvr>
                                      <p:to>
                                        <p:strVal val="visible"/>
                                      </p:to>
                                    </p:set>
                                    <p:anim calcmode="lin" valueType="num">
                                      <p:cBhvr>
                                        <p:cTn id="173" dur="1000" fill="hold"/>
                                        <p:tgtEl>
                                          <p:spTgt spid="89"/>
                                        </p:tgtEl>
                                        <p:attrNameLst>
                                          <p:attrName>ppt_w</p:attrName>
                                        </p:attrNameLst>
                                      </p:cBhvr>
                                      <p:tavLst>
                                        <p:tav tm="0">
                                          <p:val>
                                            <p:fltVal val="0"/>
                                          </p:val>
                                        </p:tav>
                                        <p:tav tm="100000">
                                          <p:val>
                                            <p:strVal val="#ppt_w"/>
                                          </p:val>
                                        </p:tav>
                                      </p:tavLst>
                                    </p:anim>
                                    <p:anim calcmode="lin" valueType="num">
                                      <p:cBhvr>
                                        <p:cTn id="174" dur="1000" fill="hold"/>
                                        <p:tgtEl>
                                          <p:spTgt spid="89"/>
                                        </p:tgtEl>
                                        <p:attrNameLst>
                                          <p:attrName>ppt_h</p:attrName>
                                        </p:attrNameLst>
                                      </p:cBhvr>
                                      <p:tavLst>
                                        <p:tav tm="0">
                                          <p:val>
                                            <p:fltVal val="0"/>
                                          </p:val>
                                        </p:tav>
                                        <p:tav tm="100000">
                                          <p:val>
                                            <p:strVal val="#ppt_h"/>
                                          </p:val>
                                        </p:tav>
                                      </p:tavLst>
                                    </p:anim>
                                    <p:anim calcmode="lin" valueType="num">
                                      <p:cBhvr>
                                        <p:cTn id="175" dur="1000" fill="hold"/>
                                        <p:tgtEl>
                                          <p:spTgt spid="89"/>
                                        </p:tgtEl>
                                        <p:attrNameLst>
                                          <p:attrName>style.rotation</p:attrName>
                                        </p:attrNameLst>
                                      </p:cBhvr>
                                      <p:tavLst>
                                        <p:tav tm="0">
                                          <p:val>
                                            <p:fltVal val="360"/>
                                          </p:val>
                                        </p:tav>
                                        <p:tav tm="100000">
                                          <p:val>
                                            <p:fltVal val="0"/>
                                          </p:val>
                                        </p:tav>
                                      </p:tavLst>
                                    </p:anim>
                                    <p:animEffect transition="in" filter="fade">
                                      <p:cBhvr>
                                        <p:cTn id="176" dur="1000"/>
                                        <p:tgtEl>
                                          <p:spTgt spid="89"/>
                                        </p:tgtEl>
                                      </p:cBhvr>
                                    </p:animEffect>
                                  </p:childTnLst>
                                </p:cTn>
                              </p:par>
                            </p:childTnLst>
                          </p:cTn>
                        </p:par>
                      </p:childTnLst>
                    </p:cTn>
                  </p:par>
                  <p:par>
                    <p:cTn id="177" fill="hold">
                      <p:stCondLst>
                        <p:cond delay="indefinite"/>
                      </p:stCondLst>
                      <p:childTnLst>
                        <p:par>
                          <p:cTn id="178" fill="hold">
                            <p:stCondLst>
                              <p:cond delay="0"/>
                            </p:stCondLst>
                            <p:childTnLst>
                              <p:par>
                                <p:cTn id="179" presetID="42" presetClass="path" presetSubtype="0" accel="50000" decel="50000" fill="hold" grpId="1" nodeType="clickEffect">
                                  <p:stCondLst>
                                    <p:cond delay="0"/>
                                  </p:stCondLst>
                                  <p:childTnLst>
                                    <p:animMotion origin="layout" path="M -4.16667E-6 -2.22222E-6 L -0.00442 0.15023 " pathEditMode="relative" rAng="0" ptsTypes="AA">
                                      <p:cBhvr>
                                        <p:cTn id="180" dur="1000" fill="hold"/>
                                        <p:tgtEl>
                                          <p:spTgt spid="89"/>
                                        </p:tgtEl>
                                        <p:attrNameLst>
                                          <p:attrName>ppt_x</p:attrName>
                                          <p:attrName>ppt_y</p:attrName>
                                        </p:attrNameLst>
                                      </p:cBhvr>
                                      <p:rCtr x="-221" y="7500"/>
                                    </p:animMotion>
                                  </p:childTnLst>
                                </p:cTn>
                              </p:par>
                            </p:childTnLst>
                          </p:cTn>
                        </p:par>
                      </p:childTnLst>
                    </p:cTn>
                  </p:par>
                  <p:par>
                    <p:cTn id="181" fill="hold">
                      <p:stCondLst>
                        <p:cond delay="indefinite"/>
                      </p:stCondLst>
                      <p:childTnLst>
                        <p:par>
                          <p:cTn id="182" fill="hold">
                            <p:stCondLst>
                              <p:cond delay="0"/>
                            </p:stCondLst>
                            <p:childTnLst>
                              <p:par>
                                <p:cTn id="183" presetID="10" presetClass="exit" presetSubtype="0" fill="hold" grpId="1" nodeType="clickEffect">
                                  <p:stCondLst>
                                    <p:cond delay="0"/>
                                  </p:stCondLst>
                                  <p:childTnLst>
                                    <p:animEffect transition="out" filter="fade">
                                      <p:cBhvr>
                                        <p:cTn id="184" dur="500"/>
                                        <p:tgtEl>
                                          <p:spTgt spid="14"/>
                                        </p:tgtEl>
                                      </p:cBhvr>
                                    </p:animEffect>
                                    <p:set>
                                      <p:cBhvr>
                                        <p:cTn id="185" dur="1" fill="hold">
                                          <p:stCondLst>
                                            <p:cond delay="499"/>
                                          </p:stCondLst>
                                        </p:cTn>
                                        <p:tgtEl>
                                          <p:spTgt spid="14"/>
                                        </p:tgtEl>
                                        <p:attrNameLst>
                                          <p:attrName>style.visibility</p:attrName>
                                        </p:attrNameLst>
                                      </p:cBhvr>
                                      <p:to>
                                        <p:strVal val="hidden"/>
                                      </p:to>
                                    </p:set>
                                  </p:childTnLst>
                                </p:cTn>
                              </p:par>
                            </p:childTnLst>
                          </p:cTn>
                        </p:par>
                        <p:par>
                          <p:cTn id="186" fill="hold">
                            <p:stCondLst>
                              <p:cond delay="500"/>
                            </p:stCondLst>
                            <p:childTnLst>
                              <p:par>
                                <p:cTn id="187" presetID="10" presetClass="entr" presetSubtype="0" fill="hold" grpId="0" nodeType="afterEffect">
                                  <p:stCondLst>
                                    <p:cond delay="0"/>
                                  </p:stCondLst>
                                  <p:childTnLst>
                                    <p:set>
                                      <p:cBhvr>
                                        <p:cTn id="188" dur="1" fill="hold">
                                          <p:stCondLst>
                                            <p:cond delay="0"/>
                                          </p:stCondLst>
                                        </p:cTn>
                                        <p:tgtEl>
                                          <p:spTgt spid="90"/>
                                        </p:tgtEl>
                                        <p:attrNameLst>
                                          <p:attrName>style.visibility</p:attrName>
                                        </p:attrNameLst>
                                      </p:cBhvr>
                                      <p:to>
                                        <p:strVal val="visible"/>
                                      </p:to>
                                    </p:set>
                                    <p:animEffect transition="in" filter="fade">
                                      <p:cBhvr>
                                        <p:cTn id="189" dur="500"/>
                                        <p:tgtEl>
                                          <p:spTgt spid="90"/>
                                        </p:tgtEl>
                                      </p:cBhvr>
                                    </p:animEffect>
                                  </p:childTnLst>
                                </p:cTn>
                              </p:par>
                            </p:childTnLst>
                          </p:cTn>
                        </p:par>
                        <p:par>
                          <p:cTn id="190" fill="hold">
                            <p:stCondLst>
                              <p:cond delay="1000"/>
                            </p:stCondLst>
                            <p:childTnLst>
                              <p:par>
                                <p:cTn id="191" presetID="22" presetClass="exit" presetSubtype="2" fill="hold" nodeType="afterEffect">
                                  <p:stCondLst>
                                    <p:cond delay="0"/>
                                  </p:stCondLst>
                                  <p:childTnLst>
                                    <p:animEffect transition="out" filter="wipe(right)">
                                      <p:cBhvr>
                                        <p:cTn id="192" dur="500"/>
                                        <p:tgtEl>
                                          <p:spTgt spid="17"/>
                                        </p:tgtEl>
                                      </p:cBhvr>
                                    </p:animEffect>
                                    <p:set>
                                      <p:cBhvr>
                                        <p:cTn id="193" dur="1" fill="hold">
                                          <p:stCondLst>
                                            <p:cond delay="499"/>
                                          </p:stCondLst>
                                        </p:cTn>
                                        <p:tgtEl>
                                          <p:spTgt spid="17"/>
                                        </p:tgtEl>
                                        <p:attrNameLst>
                                          <p:attrName>style.visibility</p:attrName>
                                        </p:attrNameLst>
                                      </p:cBhvr>
                                      <p:to>
                                        <p:strVal val="hidden"/>
                                      </p:to>
                                    </p:set>
                                  </p:childTnLst>
                                </p:cTn>
                              </p:par>
                            </p:childTnLst>
                          </p:cTn>
                        </p:par>
                        <p:par>
                          <p:cTn id="194" fill="hold">
                            <p:stCondLst>
                              <p:cond delay="1500"/>
                            </p:stCondLst>
                            <p:childTnLst>
                              <p:par>
                                <p:cTn id="195" presetID="22" presetClass="entr" presetSubtype="8" fill="hold" nodeType="afterEffect">
                                  <p:stCondLst>
                                    <p:cond delay="0"/>
                                  </p:stCondLst>
                                  <p:childTnLst>
                                    <p:set>
                                      <p:cBhvr>
                                        <p:cTn id="196" dur="1" fill="hold">
                                          <p:stCondLst>
                                            <p:cond delay="0"/>
                                          </p:stCondLst>
                                        </p:cTn>
                                        <p:tgtEl>
                                          <p:spTgt spid="91"/>
                                        </p:tgtEl>
                                        <p:attrNameLst>
                                          <p:attrName>style.visibility</p:attrName>
                                        </p:attrNameLst>
                                      </p:cBhvr>
                                      <p:to>
                                        <p:strVal val="visible"/>
                                      </p:to>
                                    </p:set>
                                    <p:animEffect transition="in" filter="wipe(left)">
                                      <p:cBhvr>
                                        <p:cTn id="197" dur="500"/>
                                        <p:tgtEl>
                                          <p:spTgt spid="91"/>
                                        </p:tgtEl>
                                      </p:cBhvr>
                                    </p:animEffect>
                                  </p:childTnLst>
                                </p:cTn>
                              </p:par>
                            </p:childTnLst>
                          </p:cTn>
                        </p:par>
                      </p:childTnLst>
                    </p:cTn>
                  </p:par>
                  <p:par>
                    <p:cTn id="198" fill="hold">
                      <p:stCondLst>
                        <p:cond delay="indefinite"/>
                      </p:stCondLst>
                      <p:childTnLst>
                        <p:par>
                          <p:cTn id="199" fill="hold">
                            <p:stCondLst>
                              <p:cond delay="0"/>
                            </p:stCondLst>
                            <p:childTnLst>
                              <p:par>
                                <p:cTn id="200" presetID="26" presetClass="emph" presetSubtype="0" fill="hold" nodeType="clickEffect">
                                  <p:stCondLst>
                                    <p:cond delay="0"/>
                                  </p:stCondLst>
                                  <p:childTnLst>
                                    <p:animEffect transition="out" filter="fade">
                                      <p:cBhvr>
                                        <p:cTn id="201" dur="1500" tmFilter="0, 0; .2, .5; .8, .5; 1, 0"/>
                                        <p:tgtEl>
                                          <p:spTgt spid="95"/>
                                        </p:tgtEl>
                                      </p:cBhvr>
                                    </p:animEffect>
                                    <p:animScale>
                                      <p:cBhvr>
                                        <p:cTn id="202" dur="750" autoRev="1" fill="hold"/>
                                        <p:tgtEl>
                                          <p:spTgt spid="95"/>
                                        </p:tgtEl>
                                      </p:cBhvr>
                                      <p:by x="105000" y="105000"/>
                                    </p:animScale>
                                  </p:childTnLst>
                                </p:cTn>
                              </p:par>
                            </p:childTnLst>
                          </p:cTn>
                        </p:par>
                        <p:par>
                          <p:cTn id="203" fill="hold">
                            <p:stCondLst>
                              <p:cond delay="1500"/>
                            </p:stCondLst>
                            <p:childTnLst>
                              <p:par>
                                <p:cTn id="204" presetID="49" presetClass="entr" presetSubtype="0" decel="100000" fill="hold" grpId="0" nodeType="afterEffect">
                                  <p:stCondLst>
                                    <p:cond delay="0"/>
                                  </p:stCondLst>
                                  <p:iterate type="lt">
                                    <p:tmPct val="0"/>
                                  </p:iterate>
                                  <p:childTnLst>
                                    <p:set>
                                      <p:cBhvr>
                                        <p:cTn id="205" dur="1" fill="hold">
                                          <p:stCondLst>
                                            <p:cond delay="0"/>
                                          </p:stCondLst>
                                        </p:cTn>
                                        <p:tgtEl>
                                          <p:spTgt spid="96"/>
                                        </p:tgtEl>
                                        <p:attrNameLst>
                                          <p:attrName>style.visibility</p:attrName>
                                        </p:attrNameLst>
                                      </p:cBhvr>
                                      <p:to>
                                        <p:strVal val="visible"/>
                                      </p:to>
                                    </p:set>
                                    <p:anim calcmode="lin" valueType="num">
                                      <p:cBhvr>
                                        <p:cTn id="206" dur="1000" fill="hold"/>
                                        <p:tgtEl>
                                          <p:spTgt spid="96"/>
                                        </p:tgtEl>
                                        <p:attrNameLst>
                                          <p:attrName>ppt_w</p:attrName>
                                        </p:attrNameLst>
                                      </p:cBhvr>
                                      <p:tavLst>
                                        <p:tav tm="0">
                                          <p:val>
                                            <p:fltVal val="0"/>
                                          </p:val>
                                        </p:tav>
                                        <p:tav tm="100000">
                                          <p:val>
                                            <p:strVal val="#ppt_w"/>
                                          </p:val>
                                        </p:tav>
                                      </p:tavLst>
                                    </p:anim>
                                    <p:anim calcmode="lin" valueType="num">
                                      <p:cBhvr>
                                        <p:cTn id="207" dur="1000" fill="hold"/>
                                        <p:tgtEl>
                                          <p:spTgt spid="96"/>
                                        </p:tgtEl>
                                        <p:attrNameLst>
                                          <p:attrName>ppt_h</p:attrName>
                                        </p:attrNameLst>
                                      </p:cBhvr>
                                      <p:tavLst>
                                        <p:tav tm="0">
                                          <p:val>
                                            <p:fltVal val="0"/>
                                          </p:val>
                                        </p:tav>
                                        <p:tav tm="100000">
                                          <p:val>
                                            <p:strVal val="#ppt_h"/>
                                          </p:val>
                                        </p:tav>
                                      </p:tavLst>
                                    </p:anim>
                                    <p:anim calcmode="lin" valueType="num">
                                      <p:cBhvr>
                                        <p:cTn id="208" dur="1000" fill="hold"/>
                                        <p:tgtEl>
                                          <p:spTgt spid="96"/>
                                        </p:tgtEl>
                                        <p:attrNameLst>
                                          <p:attrName>style.rotation</p:attrName>
                                        </p:attrNameLst>
                                      </p:cBhvr>
                                      <p:tavLst>
                                        <p:tav tm="0">
                                          <p:val>
                                            <p:fltVal val="360"/>
                                          </p:val>
                                        </p:tav>
                                        <p:tav tm="100000">
                                          <p:val>
                                            <p:fltVal val="0"/>
                                          </p:val>
                                        </p:tav>
                                      </p:tavLst>
                                    </p:anim>
                                    <p:animEffect transition="in" filter="fade">
                                      <p:cBhvr>
                                        <p:cTn id="209" dur="1000"/>
                                        <p:tgtEl>
                                          <p:spTgt spid="96"/>
                                        </p:tgtEl>
                                      </p:cBhvr>
                                    </p:animEffect>
                                  </p:childTnLst>
                                </p:cTn>
                              </p:par>
                              <p:par>
                                <p:cTn id="210" presetID="22" presetClass="entr" presetSubtype="8" fill="hold" nodeType="withEffect">
                                  <p:stCondLst>
                                    <p:cond delay="0"/>
                                  </p:stCondLst>
                                  <p:childTnLst>
                                    <p:set>
                                      <p:cBhvr>
                                        <p:cTn id="211" dur="1" fill="hold">
                                          <p:stCondLst>
                                            <p:cond delay="0"/>
                                          </p:stCondLst>
                                        </p:cTn>
                                        <p:tgtEl>
                                          <p:spTgt spid="98"/>
                                        </p:tgtEl>
                                        <p:attrNameLst>
                                          <p:attrName>style.visibility</p:attrName>
                                        </p:attrNameLst>
                                      </p:cBhvr>
                                      <p:to>
                                        <p:strVal val="visible"/>
                                      </p:to>
                                    </p:set>
                                    <p:animEffect transition="in" filter="wipe(left)">
                                      <p:cBhvr>
                                        <p:cTn id="212" dur="500"/>
                                        <p:tgtEl>
                                          <p:spTgt spid="98"/>
                                        </p:tgtEl>
                                      </p:cBhvr>
                                    </p:animEffect>
                                  </p:childTnLst>
                                </p:cTn>
                              </p:par>
                            </p:childTnLst>
                          </p:cTn>
                        </p:par>
                      </p:childTnLst>
                    </p:cTn>
                  </p:par>
                  <p:par>
                    <p:cTn id="213" fill="hold">
                      <p:stCondLst>
                        <p:cond delay="indefinite"/>
                      </p:stCondLst>
                      <p:childTnLst>
                        <p:par>
                          <p:cTn id="214" fill="hold">
                            <p:stCondLst>
                              <p:cond delay="0"/>
                            </p:stCondLst>
                            <p:childTnLst>
                              <p:par>
                                <p:cTn id="215" presetID="22" presetClass="entr" presetSubtype="8" fill="hold" nodeType="clickEffect">
                                  <p:stCondLst>
                                    <p:cond delay="0"/>
                                  </p:stCondLst>
                                  <p:childTnLst>
                                    <p:set>
                                      <p:cBhvr>
                                        <p:cTn id="216" dur="1" fill="hold">
                                          <p:stCondLst>
                                            <p:cond delay="0"/>
                                          </p:stCondLst>
                                        </p:cTn>
                                        <p:tgtEl>
                                          <p:spTgt spid="99"/>
                                        </p:tgtEl>
                                        <p:attrNameLst>
                                          <p:attrName>style.visibility</p:attrName>
                                        </p:attrNameLst>
                                      </p:cBhvr>
                                      <p:to>
                                        <p:strVal val="visible"/>
                                      </p:to>
                                    </p:set>
                                    <p:animEffect transition="in" filter="wipe(left)">
                                      <p:cBhvr>
                                        <p:cTn id="217" dur="500"/>
                                        <p:tgtEl>
                                          <p:spTgt spid="99"/>
                                        </p:tgtEl>
                                      </p:cBhvr>
                                    </p:animEffect>
                                  </p:childTnLst>
                                </p:cTn>
                              </p:par>
                            </p:childTnLst>
                          </p:cTn>
                        </p:par>
                        <p:par>
                          <p:cTn id="218" fill="hold">
                            <p:stCondLst>
                              <p:cond delay="500"/>
                            </p:stCondLst>
                            <p:childTnLst>
                              <p:par>
                                <p:cTn id="219" presetID="34" presetClass="emph" presetSubtype="0" fill="hold" grpId="4" nodeType="afterEffect">
                                  <p:stCondLst>
                                    <p:cond delay="0"/>
                                  </p:stCondLst>
                                  <p:iterate type="lt">
                                    <p:tmPct val="10000"/>
                                  </p:iterate>
                                  <p:childTnLst>
                                    <p:animMotion origin="layout" path="M 4.16667E-6 -2.22222E-6 L 0.00104 0.07477 " pathEditMode="relative" rAng="0" ptsTypes="AA">
                                      <p:cBhvr>
                                        <p:cTn id="220" dur="375" accel="50000" decel="50000" autoRev="1" fill="hold">
                                          <p:stCondLst>
                                            <p:cond delay="0"/>
                                          </p:stCondLst>
                                        </p:cTn>
                                        <p:tgtEl>
                                          <p:spTgt spid="96"/>
                                        </p:tgtEl>
                                        <p:attrNameLst>
                                          <p:attrName>ppt_x</p:attrName>
                                          <p:attrName>ppt_y</p:attrName>
                                        </p:attrNameLst>
                                      </p:cBhvr>
                                      <p:rCtr x="52" y="3727"/>
                                    </p:animMotion>
                                    <p:animRot by="1500000">
                                      <p:cBhvr>
                                        <p:cTn id="221" dur="188" fill="hold">
                                          <p:stCondLst>
                                            <p:cond delay="0"/>
                                          </p:stCondLst>
                                        </p:cTn>
                                        <p:tgtEl>
                                          <p:spTgt spid="96"/>
                                        </p:tgtEl>
                                        <p:attrNameLst>
                                          <p:attrName>r</p:attrName>
                                        </p:attrNameLst>
                                      </p:cBhvr>
                                    </p:animRot>
                                    <p:animRot by="-1500000">
                                      <p:cBhvr>
                                        <p:cTn id="222" dur="188" fill="hold">
                                          <p:stCondLst>
                                            <p:cond delay="188"/>
                                          </p:stCondLst>
                                        </p:cTn>
                                        <p:tgtEl>
                                          <p:spTgt spid="96"/>
                                        </p:tgtEl>
                                        <p:attrNameLst>
                                          <p:attrName>r</p:attrName>
                                        </p:attrNameLst>
                                      </p:cBhvr>
                                    </p:animRot>
                                    <p:animRot by="-1500000">
                                      <p:cBhvr>
                                        <p:cTn id="223" dur="188" fill="hold">
                                          <p:stCondLst>
                                            <p:cond delay="375"/>
                                          </p:stCondLst>
                                        </p:cTn>
                                        <p:tgtEl>
                                          <p:spTgt spid="96"/>
                                        </p:tgtEl>
                                        <p:attrNameLst>
                                          <p:attrName>r</p:attrName>
                                        </p:attrNameLst>
                                      </p:cBhvr>
                                    </p:animRot>
                                    <p:animRot by="1500000">
                                      <p:cBhvr>
                                        <p:cTn id="224" dur="188" fill="hold">
                                          <p:stCondLst>
                                            <p:cond delay="563"/>
                                          </p:stCondLst>
                                        </p:cTn>
                                        <p:tgtEl>
                                          <p:spTgt spid="96"/>
                                        </p:tgtEl>
                                        <p:attrNameLst>
                                          <p:attrName>r</p:attrName>
                                        </p:attrNameLst>
                                      </p:cBhvr>
                                    </p:animRot>
                                  </p:childTnLst>
                                </p:cTn>
                              </p:par>
                            </p:childTnLst>
                          </p:cTn>
                        </p:par>
                        <p:par>
                          <p:cTn id="225" fill="hold">
                            <p:stCondLst>
                              <p:cond delay="1400"/>
                            </p:stCondLst>
                            <p:childTnLst>
                              <p:par>
                                <p:cTn id="226" presetID="3" presetClass="emph" presetSubtype="2" fill="hold" grpId="1" nodeType="afterEffect">
                                  <p:stCondLst>
                                    <p:cond delay="0"/>
                                  </p:stCondLst>
                                  <p:iterate type="lt">
                                    <p:tmPct val="0"/>
                                  </p:iterate>
                                  <p:childTnLst>
                                    <p:animClr clrSpc="rgb" dir="cw">
                                      <p:cBhvr override="childStyle">
                                        <p:cTn id="227" dur="750" fill="hold"/>
                                        <p:tgtEl>
                                          <p:spTgt spid="96"/>
                                        </p:tgtEl>
                                        <p:attrNameLst>
                                          <p:attrName>style.color</p:attrName>
                                        </p:attrNameLst>
                                      </p:cBhvr>
                                      <p:to>
                                        <a:srgbClr val="60CBF3"/>
                                      </p:to>
                                    </p:animClr>
                                  </p:childTnLst>
                                </p:cTn>
                              </p:par>
                            </p:childTnLst>
                          </p:cTn>
                        </p:par>
                      </p:childTnLst>
                    </p:cTn>
                  </p:par>
                  <p:par>
                    <p:cTn id="228" fill="hold">
                      <p:stCondLst>
                        <p:cond delay="indefinite"/>
                      </p:stCondLst>
                      <p:childTnLst>
                        <p:par>
                          <p:cTn id="229" fill="hold">
                            <p:stCondLst>
                              <p:cond delay="0"/>
                            </p:stCondLst>
                            <p:childTnLst>
                              <p:par>
                                <p:cTn id="230" presetID="22" presetClass="exit" presetSubtype="2" fill="hold" nodeType="clickEffect">
                                  <p:stCondLst>
                                    <p:cond delay="0"/>
                                  </p:stCondLst>
                                  <p:childTnLst>
                                    <p:animEffect transition="out" filter="wipe(right)">
                                      <p:cBhvr>
                                        <p:cTn id="231" dur="500"/>
                                        <p:tgtEl>
                                          <p:spTgt spid="99"/>
                                        </p:tgtEl>
                                      </p:cBhvr>
                                    </p:animEffect>
                                    <p:set>
                                      <p:cBhvr>
                                        <p:cTn id="232" dur="1" fill="hold">
                                          <p:stCondLst>
                                            <p:cond delay="499"/>
                                          </p:stCondLst>
                                        </p:cTn>
                                        <p:tgtEl>
                                          <p:spTgt spid="99"/>
                                        </p:tgtEl>
                                        <p:attrNameLst>
                                          <p:attrName>style.visibility</p:attrName>
                                        </p:attrNameLst>
                                      </p:cBhvr>
                                      <p:to>
                                        <p:strVal val="hidden"/>
                                      </p:to>
                                    </p:set>
                                  </p:childTnLst>
                                </p:cTn>
                              </p:par>
                              <p:par>
                                <p:cTn id="233" presetID="22" presetClass="exit" presetSubtype="2" fill="hold" nodeType="withEffect">
                                  <p:stCondLst>
                                    <p:cond delay="0"/>
                                  </p:stCondLst>
                                  <p:childTnLst>
                                    <p:animEffect transition="out" filter="wipe(right)">
                                      <p:cBhvr>
                                        <p:cTn id="234" dur="500"/>
                                        <p:tgtEl>
                                          <p:spTgt spid="98"/>
                                        </p:tgtEl>
                                      </p:cBhvr>
                                    </p:animEffect>
                                    <p:set>
                                      <p:cBhvr>
                                        <p:cTn id="235" dur="1" fill="hold">
                                          <p:stCondLst>
                                            <p:cond delay="499"/>
                                          </p:stCondLst>
                                        </p:cTn>
                                        <p:tgtEl>
                                          <p:spTgt spid="98"/>
                                        </p:tgtEl>
                                        <p:attrNameLst>
                                          <p:attrName>style.visibility</p:attrName>
                                        </p:attrNameLst>
                                      </p:cBhvr>
                                      <p:to>
                                        <p:strVal val="hidden"/>
                                      </p:to>
                                    </p:set>
                                  </p:childTnLst>
                                </p:cTn>
                              </p:par>
                            </p:childTnLst>
                          </p:cTn>
                        </p:par>
                        <p:par>
                          <p:cTn id="236" fill="hold">
                            <p:stCondLst>
                              <p:cond delay="500"/>
                            </p:stCondLst>
                            <p:childTnLst>
                              <p:par>
                                <p:cTn id="237" presetID="22" presetClass="entr" presetSubtype="8" fill="hold" nodeType="afterEffect">
                                  <p:stCondLst>
                                    <p:cond delay="0"/>
                                  </p:stCondLst>
                                  <p:childTnLst>
                                    <p:set>
                                      <p:cBhvr>
                                        <p:cTn id="238" dur="1" fill="hold">
                                          <p:stCondLst>
                                            <p:cond delay="0"/>
                                          </p:stCondLst>
                                        </p:cTn>
                                        <p:tgtEl>
                                          <p:spTgt spid="103"/>
                                        </p:tgtEl>
                                        <p:attrNameLst>
                                          <p:attrName>style.visibility</p:attrName>
                                        </p:attrNameLst>
                                      </p:cBhvr>
                                      <p:to>
                                        <p:strVal val="visible"/>
                                      </p:to>
                                    </p:set>
                                    <p:animEffect transition="in" filter="wipe(left)">
                                      <p:cBhvr>
                                        <p:cTn id="239" dur="500"/>
                                        <p:tgtEl>
                                          <p:spTgt spid="103"/>
                                        </p:tgtEl>
                                      </p:cBhvr>
                                    </p:animEffect>
                                  </p:childTnLst>
                                </p:cTn>
                              </p:par>
                            </p:childTnLst>
                          </p:cTn>
                        </p:par>
                        <p:par>
                          <p:cTn id="240" fill="hold">
                            <p:stCondLst>
                              <p:cond delay="1000"/>
                            </p:stCondLst>
                            <p:childTnLst>
                              <p:par>
                                <p:cTn id="241" presetID="31" presetClass="entr" presetSubtype="0" fill="hold" grpId="0" nodeType="afterEffect">
                                  <p:stCondLst>
                                    <p:cond delay="0"/>
                                  </p:stCondLst>
                                  <p:childTnLst>
                                    <p:set>
                                      <p:cBhvr>
                                        <p:cTn id="242" dur="1" fill="hold">
                                          <p:stCondLst>
                                            <p:cond delay="0"/>
                                          </p:stCondLst>
                                        </p:cTn>
                                        <p:tgtEl>
                                          <p:spTgt spid="102"/>
                                        </p:tgtEl>
                                        <p:attrNameLst>
                                          <p:attrName>style.visibility</p:attrName>
                                        </p:attrNameLst>
                                      </p:cBhvr>
                                      <p:to>
                                        <p:strVal val="visible"/>
                                      </p:to>
                                    </p:set>
                                    <p:anim calcmode="lin" valueType="num">
                                      <p:cBhvr>
                                        <p:cTn id="243" dur="1000" fill="hold"/>
                                        <p:tgtEl>
                                          <p:spTgt spid="102"/>
                                        </p:tgtEl>
                                        <p:attrNameLst>
                                          <p:attrName>ppt_w</p:attrName>
                                        </p:attrNameLst>
                                      </p:cBhvr>
                                      <p:tavLst>
                                        <p:tav tm="0">
                                          <p:val>
                                            <p:fltVal val="0"/>
                                          </p:val>
                                        </p:tav>
                                        <p:tav tm="100000">
                                          <p:val>
                                            <p:strVal val="#ppt_w"/>
                                          </p:val>
                                        </p:tav>
                                      </p:tavLst>
                                    </p:anim>
                                    <p:anim calcmode="lin" valueType="num">
                                      <p:cBhvr>
                                        <p:cTn id="244" dur="1000" fill="hold"/>
                                        <p:tgtEl>
                                          <p:spTgt spid="102"/>
                                        </p:tgtEl>
                                        <p:attrNameLst>
                                          <p:attrName>ppt_h</p:attrName>
                                        </p:attrNameLst>
                                      </p:cBhvr>
                                      <p:tavLst>
                                        <p:tav tm="0">
                                          <p:val>
                                            <p:fltVal val="0"/>
                                          </p:val>
                                        </p:tav>
                                        <p:tav tm="100000">
                                          <p:val>
                                            <p:strVal val="#ppt_h"/>
                                          </p:val>
                                        </p:tav>
                                      </p:tavLst>
                                    </p:anim>
                                    <p:anim calcmode="lin" valueType="num">
                                      <p:cBhvr>
                                        <p:cTn id="245" dur="1000" fill="hold"/>
                                        <p:tgtEl>
                                          <p:spTgt spid="102"/>
                                        </p:tgtEl>
                                        <p:attrNameLst>
                                          <p:attrName>style.rotation</p:attrName>
                                        </p:attrNameLst>
                                      </p:cBhvr>
                                      <p:tavLst>
                                        <p:tav tm="0">
                                          <p:val>
                                            <p:fltVal val="90"/>
                                          </p:val>
                                        </p:tav>
                                        <p:tav tm="100000">
                                          <p:val>
                                            <p:fltVal val="0"/>
                                          </p:val>
                                        </p:tav>
                                      </p:tavLst>
                                    </p:anim>
                                    <p:animEffect transition="in" filter="fade">
                                      <p:cBhvr>
                                        <p:cTn id="246" dur="1000"/>
                                        <p:tgtEl>
                                          <p:spTgt spid="102"/>
                                        </p:tgtEl>
                                      </p:cBhvr>
                                    </p:animEffect>
                                  </p:childTnLst>
                                </p:cTn>
                              </p:par>
                            </p:childTnLst>
                          </p:cTn>
                        </p:par>
                        <p:par>
                          <p:cTn id="247" fill="hold">
                            <p:stCondLst>
                              <p:cond delay="2000"/>
                            </p:stCondLst>
                            <p:childTnLst>
                              <p:par>
                                <p:cTn id="248" presetID="31" presetClass="entr" presetSubtype="0" fill="hold" grpId="2" nodeType="afterEffect">
                                  <p:stCondLst>
                                    <p:cond delay="0"/>
                                  </p:stCondLst>
                                  <p:childTnLst>
                                    <p:set>
                                      <p:cBhvr>
                                        <p:cTn id="249" dur="1" fill="hold">
                                          <p:stCondLst>
                                            <p:cond delay="0"/>
                                          </p:stCondLst>
                                        </p:cTn>
                                        <p:tgtEl>
                                          <p:spTgt spid="78"/>
                                        </p:tgtEl>
                                        <p:attrNameLst>
                                          <p:attrName>style.visibility</p:attrName>
                                        </p:attrNameLst>
                                      </p:cBhvr>
                                      <p:to>
                                        <p:strVal val="visible"/>
                                      </p:to>
                                    </p:set>
                                    <p:anim calcmode="lin" valueType="num">
                                      <p:cBhvr>
                                        <p:cTn id="250" dur="1000" fill="hold"/>
                                        <p:tgtEl>
                                          <p:spTgt spid="78"/>
                                        </p:tgtEl>
                                        <p:attrNameLst>
                                          <p:attrName>ppt_w</p:attrName>
                                        </p:attrNameLst>
                                      </p:cBhvr>
                                      <p:tavLst>
                                        <p:tav tm="0">
                                          <p:val>
                                            <p:fltVal val="0"/>
                                          </p:val>
                                        </p:tav>
                                        <p:tav tm="100000">
                                          <p:val>
                                            <p:strVal val="#ppt_w"/>
                                          </p:val>
                                        </p:tav>
                                      </p:tavLst>
                                    </p:anim>
                                    <p:anim calcmode="lin" valueType="num">
                                      <p:cBhvr>
                                        <p:cTn id="251" dur="1000" fill="hold"/>
                                        <p:tgtEl>
                                          <p:spTgt spid="78"/>
                                        </p:tgtEl>
                                        <p:attrNameLst>
                                          <p:attrName>ppt_h</p:attrName>
                                        </p:attrNameLst>
                                      </p:cBhvr>
                                      <p:tavLst>
                                        <p:tav tm="0">
                                          <p:val>
                                            <p:fltVal val="0"/>
                                          </p:val>
                                        </p:tav>
                                        <p:tav tm="100000">
                                          <p:val>
                                            <p:strVal val="#ppt_h"/>
                                          </p:val>
                                        </p:tav>
                                      </p:tavLst>
                                    </p:anim>
                                    <p:anim calcmode="lin" valueType="num">
                                      <p:cBhvr>
                                        <p:cTn id="252" dur="1000" fill="hold"/>
                                        <p:tgtEl>
                                          <p:spTgt spid="78"/>
                                        </p:tgtEl>
                                        <p:attrNameLst>
                                          <p:attrName>style.rotation</p:attrName>
                                        </p:attrNameLst>
                                      </p:cBhvr>
                                      <p:tavLst>
                                        <p:tav tm="0">
                                          <p:val>
                                            <p:fltVal val="90"/>
                                          </p:val>
                                        </p:tav>
                                        <p:tav tm="100000">
                                          <p:val>
                                            <p:fltVal val="0"/>
                                          </p:val>
                                        </p:tav>
                                      </p:tavLst>
                                    </p:anim>
                                    <p:animEffect transition="in" filter="fade">
                                      <p:cBhvr>
                                        <p:cTn id="253" dur="1000"/>
                                        <p:tgtEl>
                                          <p:spTgt spid="78"/>
                                        </p:tgtEl>
                                      </p:cBhvr>
                                    </p:animEffect>
                                  </p:childTnLst>
                                </p:cTn>
                              </p:par>
                            </p:childTnLst>
                          </p:cTn>
                        </p:par>
                      </p:childTnLst>
                    </p:cTn>
                  </p:par>
                  <p:par>
                    <p:cTn id="254" fill="hold">
                      <p:stCondLst>
                        <p:cond delay="indefinite"/>
                      </p:stCondLst>
                      <p:childTnLst>
                        <p:par>
                          <p:cTn id="255" fill="hold">
                            <p:stCondLst>
                              <p:cond delay="0"/>
                            </p:stCondLst>
                            <p:childTnLst>
                              <p:par>
                                <p:cTn id="256" presetID="42" presetClass="path" presetSubtype="0" accel="50000" decel="50000" fill="hold" grpId="3" nodeType="clickEffect">
                                  <p:stCondLst>
                                    <p:cond delay="0"/>
                                  </p:stCondLst>
                                  <p:childTnLst>
                                    <p:animMotion origin="layout" path="M -0.00442 0.15024 L -0.00312 0.32061 " pathEditMode="relative" rAng="0" ptsTypes="AA">
                                      <p:cBhvr>
                                        <p:cTn id="257" dur="2000" fill="hold"/>
                                        <p:tgtEl>
                                          <p:spTgt spid="78"/>
                                        </p:tgtEl>
                                        <p:attrNameLst>
                                          <p:attrName>ppt_x</p:attrName>
                                          <p:attrName>ppt_y</p:attrName>
                                        </p:attrNameLst>
                                      </p:cBhvr>
                                      <p:rCtr x="65" y="8519"/>
                                    </p:animMotion>
                                  </p:childTnLst>
                                </p:cTn>
                              </p:par>
                            </p:childTnLst>
                          </p:cTn>
                        </p:par>
                      </p:childTnLst>
                    </p:cTn>
                  </p:par>
                  <p:par>
                    <p:cTn id="258" fill="hold">
                      <p:stCondLst>
                        <p:cond delay="indefinite"/>
                      </p:stCondLst>
                      <p:childTnLst>
                        <p:par>
                          <p:cTn id="259" fill="hold">
                            <p:stCondLst>
                              <p:cond delay="0"/>
                            </p:stCondLst>
                            <p:childTnLst>
                              <p:par>
                                <p:cTn id="260" presetID="31" presetClass="exit" presetSubtype="0" fill="hold" grpId="1" nodeType="clickEffect">
                                  <p:stCondLst>
                                    <p:cond delay="0"/>
                                  </p:stCondLst>
                                  <p:childTnLst>
                                    <p:anim calcmode="lin" valueType="num">
                                      <p:cBhvr>
                                        <p:cTn id="261" dur="1000"/>
                                        <p:tgtEl>
                                          <p:spTgt spid="64"/>
                                        </p:tgtEl>
                                        <p:attrNameLst>
                                          <p:attrName>ppt_w</p:attrName>
                                        </p:attrNameLst>
                                      </p:cBhvr>
                                      <p:tavLst>
                                        <p:tav tm="0">
                                          <p:val>
                                            <p:strVal val="ppt_w"/>
                                          </p:val>
                                        </p:tav>
                                        <p:tav tm="100000">
                                          <p:val>
                                            <p:fltVal val="0"/>
                                          </p:val>
                                        </p:tav>
                                      </p:tavLst>
                                    </p:anim>
                                    <p:anim calcmode="lin" valueType="num">
                                      <p:cBhvr>
                                        <p:cTn id="262" dur="1000"/>
                                        <p:tgtEl>
                                          <p:spTgt spid="64"/>
                                        </p:tgtEl>
                                        <p:attrNameLst>
                                          <p:attrName>ppt_h</p:attrName>
                                        </p:attrNameLst>
                                      </p:cBhvr>
                                      <p:tavLst>
                                        <p:tav tm="0">
                                          <p:val>
                                            <p:strVal val="ppt_h"/>
                                          </p:val>
                                        </p:tav>
                                        <p:tav tm="100000">
                                          <p:val>
                                            <p:fltVal val="0"/>
                                          </p:val>
                                        </p:tav>
                                      </p:tavLst>
                                    </p:anim>
                                    <p:anim calcmode="lin" valueType="num">
                                      <p:cBhvr>
                                        <p:cTn id="263" dur="1000"/>
                                        <p:tgtEl>
                                          <p:spTgt spid="64"/>
                                        </p:tgtEl>
                                        <p:attrNameLst>
                                          <p:attrName>style.rotation</p:attrName>
                                        </p:attrNameLst>
                                      </p:cBhvr>
                                      <p:tavLst>
                                        <p:tav tm="0">
                                          <p:val>
                                            <p:fltVal val="0"/>
                                          </p:val>
                                        </p:tav>
                                        <p:tav tm="100000">
                                          <p:val>
                                            <p:fltVal val="90"/>
                                          </p:val>
                                        </p:tav>
                                      </p:tavLst>
                                    </p:anim>
                                    <p:animEffect transition="out" filter="fade">
                                      <p:cBhvr>
                                        <p:cTn id="264" dur="1000"/>
                                        <p:tgtEl>
                                          <p:spTgt spid="64"/>
                                        </p:tgtEl>
                                      </p:cBhvr>
                                    </p:animEffect>
                                    <p:set>
                                      <p:cBhvr>
                                        <p:cTn id="265" dur="1" fill="hold">
                                          <p:stCondLst>
                                            <p:cond delay="999"/>
                                          </p:stCondLst>
                                        </p:cTn>
                                        <p:tgtEl>
                                          <p:spTgt spid="64"/>
                                        </p:tgtEl>
                                        <p:attrNameLst>
                                          <p:attrName>style.visibility</p:attrName>
                                        </p:attrNameLst>
                                      </p:cBhvr>
                                      <p:to>
                                        <p:strVal val="hidden"/>
                                      </p:to>
                                    </p:set>
                                  </p:childTnLst>
                                </p:cTn>
                              </p:par>
                            </p:childTnLst>
                          </p:cTn>
                        </p:par>
                        <p:par>
                          <p:cTn id="266" fill="hold">
                            <p:stCondLst>
                              <p:cond delay="1000"/>
                            </p:stCondLst>
                            <p:childTnLst>
                              <p:par>
                                <p:cTn id="267" presetID="31" presetClass="entr" presetSubtype="0" fill="hold" grpId="0" nodeType="afterEffect">
                                  <p:stCondLst>
                                    <p:cond delay="0"/>
                                  </p:stCondLst>
                                  <p:childTnLst>
                                    <p:set>
                                      <p:cBhvr>
                                        <p:cTn id="268" dur="1" fill="hold">
                                          <p:stCondLst>
                                            <p:cond delay="0"/>
                                          </p:stCondLst>
                                        </p:cTn>
                                        <p:tgtEl>
                                          <p:spTgt spid="108"/>
                                        </p:tgtEl>
                                        <p:attrNameLst>
                                          <p:attrName>style.visibility</p:attrName>
                                        </p:attrNameLst>
                                      </p:cBhvr>
                                      <p:to>
                                        <p:strVal val="visible"/>
                                      </p:to>
                                    </p:set>
                                    <p:anim calcmode="lin" valueType="num">
                                      <p:cBhvr>
                                        <p:cTn id="269" dur="1000" fill="hold"/>
                                        <p:tgtEl>
                                          <p:spTgt spid="108"/>
                                        </p:tgtEl>
                                        <p:attrNameLst>
                                          <p:attrName>ppt_w</p:attrName>
                                        </p:attrNameLst>
                                      </p:cBhvr>
                                      <p:tavLst>
                                        <p:tav tm="0">
                                          <p:val>
                                            <p:fltVal val="0"/>
                                          </p:val>
                                        </p:tav>
                                        <p:tav tm="100000">
                                          <p:val>
                                            <p:strVal val="#ppt_w"/>
                                          </p:val>
                                        </p:tav>
                                      </p:tavLst>
                                    </p:anim>
                                    <p:anim calcmode="lin" valueType="num">
                                      <p:cBhvr>
                                        <p:cTn id="270" dur="1000" fill="hold"/>
                                        <p:tgtEl>
                                          <p:spTgt spid="108"/>
                                        </p:tgtEl>
                                        <p:attrNameLst>
                                          <p:attrName>ppt_h</p:attrName>
                                        </p:attrNameLst>
                                      </p:cBhvr>
                                      <p:tavLst>
                                        <p:tav tm="0">
                                          <p:val>
                                            <p:fltVal val="0"/>
                                          </p:val>
                                        </p:tav>
                                        <p:tav tm="100000">
                                          <p:val>
                                            <p:strVal val="#ppt_h"/>
                                          </p:val>
                                        </p:tav>
                                      </p:tavLst>
                                    </p:anim>
                                    <p:anim calcmode="lin" valueType="num">
                                      <p:cBhvr>
                                        <p:cTn id="271" dur="1000" fill="hold"/>
                                        <p:tgtEl>
                                          <p:spTgt spid="108"/>
                                        </p:tgtEl>
                                        <p:attrNameLst>
                                          <p:attrName>style.rotation</p:attrName>
                                        </p:attrNameLst>
                                      </p:cBhvr>
                                      <p:tavLst>
                                        <p:tav tm="0">
                                          <p:val>
                                            <p:fltVal val="90"/>
                                          </p:val>
                                        </p:tav>
                                        <p:tav tm="100000">
                                          <p:val>
                                            <p:fltVal val="0"/>
                                          </p:val>
                                        </p:tav>
                                      </p:tavLst>
                                    </p:anim>
                                    <p:animEffect transition="in" filter="fade">
                                      <p:cBhvr>
                                        <p:cTn id="272" dur="1000"/>
                                        <p:tgtEl>
                                          <p:spTgt spid="108"/>
                                        </p:tgtEl>
                                      </p:cBhvr>
                                    </p:animEffect>
                                  </p:childTnLst>
                                </p:cTn>
                              </p:par>
                            </p:childTnLst>
                          </p:cTn>
                        </p:par>
                        <p:par>
                          <p:cTn id="273" fill="hold">
                            <p:stCondLst>
                              <p:cond delay="2000"/>
                            </p:stCondLst>
                            <p:childTnLst>
                              <p:par>
                                <p:cTn id="274" presetID="22" presetClass="exit" presetSubtype="2" fill="hold" nodeType="afterEffect">
                                  <p:stCondLst>
                                    <p:cond delay="0"/>
                                  </p:stCondLst>
                                  <p:childTnLst>
                                    <p:animEffect transition="out" filter="wipe(right)">
                                      <p:cBhvr>
                                        <p:cTn id="275" dur="500"/>
                                        <p:tgtEl>
                                          <p:spTgt spid="58"/>
                                        </p:tgtEl>
                                      </p:cBhvr>
                                    </p:animEffect>
                                    <p:set>
                                      <p:cBhvr>
                                        <p:cTn id="276" dur="1" fill="hold">
                                          <p:stCondLst>
                                            <p:cond delay="499"/>
                                          </p:stCondLst>
                                        </p:cTn>
                                        <p:tgtEl>
                                          <p:spTgt spid="58"/>
                                        </p:tgtEl>
                                        <p:attrNameLst>
                                          <p:attrName>style.visibility</p:attrName>
                                        </p:attrNameLst>
                                      </p:cBhvr>
                                      <p:to>
                                        <p:strVal val="hidden"/>
                                      </p:to>
                                    </p:set>
                                  </p:childTnLst>
                                </p:cTn>
                              </p:par>
                              <p:par>
                                <p:cTn id="277" presetID="22" presetClass="entr" presetSubtype="8" fill="hold" nodeType="withEffect">
                                  <p:stCondLst>
                                    <p:cond delay="0"/>
                                  </p:stCondLst>
                                  <p:childTnLst>
                                    <p:set>
                                      <p:cBhvr>
                                        <p:cTn id="278" dur="1" fill="hold">
                                          <p:stCondLst>
                                            <p:cond delay="0"/>
                                          </p:stCondLst>
                                        </p:cTn>
                                        <p:tgtEl>
                                          <p:spTgt spid="69"/>
                                        </p:tgtEl>
                                        <p:attrNameLst>
                                          <p:attrName>style.visibility</p:attrName>
                                        </p:attrNameLst>
                                      </p:cBhvr>
                                      <p:to>
                                        <p:strVal val="visible"/>
                                      </p:to>
                                    </p:set>
                                    <p:animEffect transition="in" filter="wipe(left)">
                                      <p:cBhvr>
                                        <p:cTn id="279" dur="1000"/>
                                        <p:tgtEl>
                                          <p:spTgt spid="69"/>
                                        </p:tgtEl>
                                      </p:cBhvr>
                                    </p:animEffect>
                                  </p:childTnLst>
                                </p:cTn>
                              </p:par>
                            </p:childTnLst>
                          </p:cTn>
                        </p:par>
                      </p:childTnLst>
                    </p:cTn>
                  </p:par>
                  <p:par>
                    <p:cTn id="280" fill="hold">
                      <p:stCondLst>
                        <p:cond delay="indefinite"/>
                      </p:stCondLst>
                      <p:childTnLst>
                        <p:par>
                          <p:cTn id="281" fill="hold">
                            <p:stCondLst>
                              <p:cond delay="0"/>
                            </p:stCondLst>
                            <p:childTnLst>
                              <p:par>
                                <p:cTn id="282" presetID="26" presetClass="emph" presetSubtype="0" fill="hold" nodeType="clickEffect">
                                  <p:stCondLst>
                                    <p:cond delay="0"/>
                                  </p:stCondLst>
                                  <p:childTnLst>
                                    <p:animEffect transition="out" filter="fade">
                                      <p:cBhvr>
                                        <p:cTn id="283" dur="1500" tmFilter="0, 0; .2, .5; .8, .5; 1, 0"/>
                                        <p:tgtEl>
                                          <p:spTgt spid="103"/>
                                        </p:tgtEl>
                                      </p:cBhvr>
                                    </p:animEffect>
                                    <p:animScale>
                                      <p:cBhvr>
                                        <p:cTn id="284" dur="750" autoRev="1" fill="hold"/>
                                        <p:tgtEl>
                                          <p:spTgt spid="103"/>
                                        </p:tgtEl>
                                      </p:cBhvr>
                                      <p:by x="105000" y="105000"/>
                                    </p:animScale>
                                  </p:childTnLst>
                                </p:cTn>
                              </p:par>
                            </p:childTnLst>
                          </p:cTn>
                        </p:par>
                        <p:par>
                          <p:cTn id="285" fill="hold">
                            <p:stCondLst>
                              <p:cond delay="1500"/>
                            </p:stCondLst>
                            <p:childTnLst>
                              <p:par>
                                <p:cTn id="286" presetID="31" presetClass="entr" presetSubtype="0" fill="hold" grpId="2" nodeType="afterEffect">
                                  <p:stCondLst>
                                    <p:cond delay="0"/>
                                  </p:stCondLst>
                                  <p:childTnLst>
                                    <p:set>
                                      <p:cBhvr>
                                        <p:cTn id="287" dur="1" fill="hold">
                                          <p:stCondLst>
                                            <p:cond delay="0"/>
                                          </p:stCondLst>
                                        </p:cTn>
                                        <p:tgtEl>
                                          <p:spTgt spid="83"/>
                                        </p:tgtEl>
                                        <p:attrNameLst>
                                          <p:attrName>style.visibility</p:attrName>
                                        </p:attrNameLst>
                                      </p:cBhvr>
                                      <p:to>
                                        <p:strVal val="visible"/>
                                      </p:to>
                                    </p:set>
                                    <p:anim calcmode="lin" valueType="num">
                                      <p:cBhvr>
                                        <p:cTn id="288" dur="1000" fill="hold"/>
                                        <p:tgtEl>
                                          <p:spTgt spid="83"/>
                                        </p:tgtEl>
                                        <p:attrNameLst>
                                          <p:attrName>ppt_w</p:attrName>
                                        </p:attrNameLst>
                                      </p:cBhvr>
                                      <p:tavLst>
                                        <p:tav tm="0">
                                          <p:val>
                                            <p:fltVal val="0"/>
                                          </p:val>
                                        </p:tav>
                                        <p:tav tm="100000">
                                          <p:val>
                                            <p:strVal val="#ppt_w"/>
                                          </p:val>
                                        </p:tav>
                                      </p:tavLst>
                                    </p:anim>
                                    <p:anim calcmode="lin" valueType="num">
                                      <p:cBhvr>
                                        <p:cTn id="289" dur="1000" fill="hold"/>
                                        <p:tgtEl>
                                          <p:spTgt spid="83"/>
                                        </p:tgtEl>
                                        <p:attrNameLst>
                                          <p:attrName>ppt_h</p:attrName>
                                        </p:attrNameLst>
                                      </p:cBhvr>
                                      <p:tavLst>
                                        <p:tav tm="0">
                                          <p:val>
                                            <p:fltVal val="0"/>
                                          </p:val>
                                        </p:tav>
                                        <p:tav tm="100000">
                                          <p:val>
                                            <p:strVal val="#ppt_h"/>
                                          </p:val>
                                        </p:tav>
                                      </p:tavLst>
                                    </p:anim>
                                    <p:anim calcmode="lin" valueType="num">
                                      <p:cBhvr>
                                        <p:cTn id="290" dur="1000" fill="hold"/>
                                        <p:tgtEl>
                                          <p:spTgt spid="83"/>
                                        </p:tgtEl>
                                        <p:attrNameLst>
                                          <p:attrName>style.rotation</p:attrName>
                                        </p:attrNameLst>
                                      </p:cBhvr>
                                      <p:tavLst>
                                        <p:tav tm="0">
                                          <p:val>
                                            <p:fltVal val="90"/>
                                          </p:val>
                                        </p:tav>
                                        <p:tav tm="100000">
                                          <p:val>
                                            <p:fltVal val="0"/>
                                          </p:val>
                                        </p:tav>
                                      </p:tavLst>
                                    </p:anim>
                                    <p:animEffect transition="in" filter="fade">
                                      <p:cBhvr>
                                        <p:cTn id="291" dur="1000"/>
                                        <p:tgtEl>
                                          <p:spTgt spid="83"/>
                                        </p:tgtEl>
                                      </p:cBhvr>
                                    </p:animEffect>
                                  </p:childTnLst>
                                </p:cTn>
                              </p:par>
                            </p:childTnLst>
                          </p:cTn>
                        </p:par>
                      </p:childTnLst>
                    </p:cTn>
                  </p:par>
                  <p:par>
                    <p:cTn id="292" fill="hold">
                      <p:stCondLst>
                        <p:cond delay="indefinite"/>
                      </p:stCondLst>
                      <p:childTnLst>
                        <p:par>
                          <p:cTn id="293" fill="hold">
                            <p:stCondLst>
                              <p:cond delay="0"/>
                            </p:stCondLst>
                            <p:childTnLst>
                              <p:par>
                                <p:cTn id="294" presetID="42" presetClass="path" presetSubtype="0" accel="50000" decel="50000" fill="hold" grpId="3" nodeType="clickEffect">
                                  <p:stCondLst>
                                    <p:cond delay="0"/>
                                  </p:stCondLst>
                                  <p:childTnLst>
                                    <p:animMotion origin="layout" path="M -0.00377 0.15115 L -0.00169 0.3199 " pathEditMode="relative" rAng="0" ptsTypes="AA">
                                      <p:cBhvr>
                                        <p:cTn id="295" dur="2000" fill="hold"/>
                                        <p:tgtEl>
                                          <p:spTgt spid="83"/>
                                        </p:tgtEl>
                                        <p:attrNameLst>
                                          <p:attrName>ppt_x</p:attrName>
                                          <p:attrName>ppt_y</p:attrName>
                                        </p:attrNameLst>
                                      </p:cBhvr>
                                      <p:rCtr x="104" y="8426"/>
                                    </p:animMotion>
                                  </p:childTnLst>
                                </p:cTn>
                              </p:par>
                            </p:childTnLst>
                          </p:cTn>
                        </p:par>
                      </p:childTnLst>
                    </p:cTn>
                  </p:par>
                  <p:par>
                    <p:cTn id="296" fill="hold">
                      <p:stCondLst>
                        <p:cond delay="indefinite"/>
                      </p:stCondLst>
                      <p:childTnLst>
                        <p:par>
                          <p:cTn id="297" fill="hold">
                            <p:stCondLst>
                              <p:cond delay="0"/>
                            </p:stCondLst>
                            <p:childTnLst>
                              <p:par>
                                <p:cTn id="298" presetID="31" presetClass="exit" presetSubtype="0" fill="hold" grpId="1" nodeType="clickEffect">
                                  <p:stCondLst>
                                    <p:cond delay="0"/>
                                  </p:stCondLst>
                                  <p:childTnLst>
                                    <p:anim calcmode="lin" valueType="num">
                                      <p:cBhvr>
                                        <p:cTn id="299" dur="1000"/>
                                        <p:tgtEl>
                                          <p:spTgt spid="108"/>
                                        </p:tgtEl>
                                        <p:attrNameLst>
                                          <p:attrName>ppt_w</p:attrName>
                                        </p:attrNameLst>
                                      </p:cBhvr>
                                      <p:tavLst>
                                        <p:tav tm="0">
                                          <p:val>
                                            <p:strVal val="ppt_w"/>
                                          </p:val>
                                        </p:tav>
                                        <p:tav tm="100000">
                                          <p:val>
                                            <p:fltVal val="0"/>
                                          </p:val>
                                        </p:tav>
                                      </p:tavLst>
                                    </p:anim>
                                    <p:anim calcmode="lin" valueType="num">
                                      <p:cBhvr>
                                        <p:cTn id="300" dur="1000"/>
                                        <p:tgtEl>
                                          <p:spTgt spid="108"/>
                                        </p:tgtEl>
                                        <p:attrNameLst>
                                          <p:attrName>ppt_h</p:attrName>
                                        </p:attrNameLst>
                                      </p:cBhvr>
                                      <p:tavLst>
                                        <p:tav tm="0">
                                          <p:val>
                                            <p:strVal val="ppt_h"/>
                                          </p:val>
                                        </p:tav>
                                        <p:tav tm="100000">
                                          <p:val>
                                            <p:fltVal val="0"/>
                                          </p:val>
                                        </p:tav>
                                      </p:tavLst>
                                    </p:anim>
                                    <p:anim calcmode="lin" valueType="num">
                                      <p:cBhvr>
                                        <p:cTn id="301" dur="1000"/>
                                        <p:tgtEl>
                                          <p:spTgt spid="108"/>
                                        </p:tgtEl>
                                        <p:attrNameLst>
                                          <p:attrName>style.rotation</p:attrName>
                                        </p:attrNameLst>
                                      </p:cBhvr>
                                      <p:tavLst>
                                        <p:tav tm="0">
                                          <p:val>
                                            <p:fltVal val="0"/>
                                          </p:val>
                                        </p:tav>
                                        <p:tav tm="100000">
                                          <p:val>
                                            <p:fltVal val="90"/>
                                          </p:val>
                                        </p:tav>
                                      </p:tavLst>
                                    </p:anim>
                                    <p:animEffect transition="out" filter="fade">
                                      <p:cBhvr>
                                        <p:cTn id="302" dur="1000"/>
                                        <p:tgtEl>
                                          <p:spTgt spid="108"/>
                                        </p:tgtEl>
                                      </p:cBhvr>
                                    </p:animEffect>
                                    <p:set>
                                      <p:cBhvr>
                                        <p:cTn id="303" dur="1" fill="hold">
                                          <p:stCondLst>
                                            <p:cond delay="999"/>
                                          </p:stCondLst>
                                        </p:cTn>
                                        <p:tgtEl>
                                          <p:spTgt spid="108"/>
                                        </p:tgtEl>
                                        <p:attrNameLst>
                                          <p:attrName>style.visibility</p:attrName>
                                        </p:attrNameLst>
                                      </p:cBhvr>
                                      <p:to>
                                        <p:strVal val="hidden"/>
                                      </p:to>
                                    </p:set>
                                  </p:childTnLst>
                                </p:cTn>
                              </p:par>
                            </p:childTnLst>
                          </p:cTn>
                        </p:par>
                        <p:par>
                          <p:cTn id="304" fill="hold">
                            <p:stCondLst>
                              <p:cond delay="1000"/>
                            </p:stCondLst>
                            <p:childTnLst>
                              <p:par>
                                <p:cTn id="305" presetID="31" presetClass="entr" presetSubtype="0" fill="hold" grpId="0" nodeType="afterEffect">
                                  <p:stCondLst>
                                    <p:cond delay="0"/>
                                  </p:stCondLst>
                                  <p:childTnLst>
                                    <p:set>
                                      <p:cBhvr>
                                        <p:cTn id="306" dur="1" fill="hold">
                                          <p:stCondLst>
                                            <p:cond delay="0"/>
                                          </p:stCondLst>
                                        </p:cTn>
                                        <p:tgtEl>
                                          <p:spTgt spid="109"/>
                                        </p:tgtEl>
                                        <p:attrNameLst>
                                          <p:attrName>style.visibility</p:attrName>
                                        </p:attrNameLst>
                                      </p:cBhvr>
                                      <p:to>
                                        <p:strVal val="visible"/>
                                      </p:to>
                                    </p:set>
                                    <p:anim calcmode="lin" valueType="num">
                                      <p:cBhvr>
                                        <p:cTn id="307" dur="1000" fill="hold"/>
                                        <p:tgtEl>
                                          <p:spTgt spid="109"/>
                                        </p:tgtEl>
                                        <p:attrNameLst>
                                          <p:attrName>ppt_w</p:attrName>
                                        </p:attrNameLst>
                                      </p:cBhvr>
                                      <p:tavLst>
                                        <p:tav tm="0">
                                          <p:val>
                                            <p:fltVal val="0"/>
                                          </p:val>
                                        </p:tav>
                                        <p:tav tm="100000">
                                          <p:val>
                                            <p:strVal val="#ppt_w"/>
                                          </p:val>
                                        </p:tav>
                                      </p:tavLst>
                                    </p:anim>
                                    <p:anim calcmode="lin" valueType="num">
                                      <p:cBhvr>
                                        <p:cTn id="308" dur="1000" fill="hold"/>
                                        <p:tgtEl>
                                          <p:spTgt spid="109"/>
                                        </p:tgtEl>
                                        <p:attrNameLst>
                                          <p:attrName>ppt_h</p:attrName>
                                        </p:attrNameLst>
                                      </p:cBhvr>
                                      <p:tavLst>
                                        <p:tav tm="0">
                                          <p:val>
                                            <p:fltVal val="0"/>
                                          </p:val>
                                        </p:tav>
                                        <p:tav tm="100000">
                                          <p:val>
                                            <p:strVal val="#ppt_h"/>
                                          </p:val>
                                        </p:tav>
                                      </p:tavLst>
                                    </p:anim>
                                    <p:anim calcmode="lin" valueType="num">
                                      <p:cBhvr>
                                        <p:cTn id="309" dur="1000" fill="hold"/>
                                        <p:tgtEl>
                                          <p:spTgt spid="109"/>
                                        </p:tgtEl>
                                        <p:attrNameLst>
                                          <p:attrName>style.rotation</p:attrName>
                                        </p:attrNameLst>
                                      </p:cBhvr>
                                      <p:tavLst>
                                        <p:tav tm="0">
                                          <p:val>
                                            <p:fltVal val="90"/>
                                          </p:val>
                                        </p:tav>
                                        <p:tav tm="100000">
                                          <p:val>
                                            <p:fltVal val="0"/>
                                          </p:val>
                                        </p:tav>
                                      </p:tavLst>
                                    </p:anim>
                                    <p:animEffect transition="in" filter="fade">
                                      <p:cBhvr>
                                        <p:cTn id="310" dur="1000"/>
                                        <p:tgtEl>
                                          <p:spTgt spid="109"/>
                                        </p:tgtEl>
                                      </p:cBhvr>
                                    </p:animEffect>
                                  </p:childTnLst>
                                </p:cTn>
                              </p:par>
                            </p:childTnLst>
                          </p:cTn>
                        </p:par>
                        <p:par>
                          <p:cTn id="311" fill="hold">
                            <p:stCondLst>
                              <p:cond delay="2000"/>
                            </p:stCondLst>
                            <p:childTnLst>
                              <p:par>
                                <p:cTn id="312" presetID="22" presetClass="exit" presetSubtype="2" fill="hold" nodeType="afterEffect">
                                  <p:stCondLst>
                                    <p:cond delay="0"/>
                                  </p:stCondLst>
                                  <p:childTnLst>
                                    <p:animEffect transition="out" filter="wipe(right)">
                                      <p:cBhvr>
                                        <p:cTn id="313" dur="500"/>
                                        <p:tgtEl>
                                          <p:spTgt spid="69"/>
                                        </p:tgtEl>
                                      </p:cBhvr>
                                    </p:animEffect>
                                    <p:set>
                                      <p:cBhvr>
                                        <p:cTn id="314" dur="1" fill="hold">
                                          <p:stCondLst>
                                            <p:cond delay="499"/>
                                          </p:stCondLst>
                                        </p:cTn>
                                        <p:tgtEl>
                                          <p:spTgt spid="69"/>
                                        </p:tgtEl>
                                        <p:attrNameLst>
                                          <p:attrName>style.visibility</p:attrName>
                                        </p:attrNameLst>
                                      </p:cBhvr>
                                      <p:to>
                                        <p:strVal val="hidden"/>
                                      </p:to>
                                    </p:set>
                                  </p:childTnLst>
                                </p:cTn>
                              </p:par>
                            </p:childTnLst>
                          </p:cTn>
                        </p:par>
                        <p:par>
                          <p:cTn id="315" fill="hold">
                            <p:stCondLst>
                              <p:cond delay="2500"/>
                            </p:stCondLst>
                            <p:childTnLst>
                              <p:par>
                                <p:cTn id="316" presetID="22" presetClass="entr" presetSubtype="8" fill="hold" nodeType="afterEffect">
                                  <p:stCondLst>
                                    <p:cond delay="0"/>
                                  </p:stCondLst>
                                  <p:childTnLst>
                                    <p:set>
                                      <p:cBhvr>
                                        <p:cTn id="317" dur="1" fill="hold">
                                          <p:stCondLst>
                                            <p:cond delay="0"/>
                                          </p:stCondLst>
                                        </p:cTn>
                                        <p:tgtEl>
                                          <p:spTgt spid="105"/>
                                        </p:tgtEl>
                                        <p:attrNameLst>
                                          <p:attrName>style.visibility</p:attrName>
                                        </p:attrNameLst>
                                      </p:cBhvr>
                                      <p:to>
                                        <p:strVal val="visible"/>
                                      </p:to>
                                    </p:set>
                                    <p:animEffect transition="in" filter="wipe(left)">
                                      <p:cBhvr>
                                        <p:cTn id="318" dur="1000"/>
                                        <p:tgtEl>
                                          <p:spTgt spid="105"/>
                                        </p:tgtEl>
                                      </p:cBhvr>
                                    </p:animEffect>
                                  </p:childTnLst>
                                </p:cTn>
                              </p:par>
                            </p:childTnLst>
                          </p:cTn>
                        </p:par>
                      </p:childTnLst>
                    </p:cTn>
                  </p:par>
                  <p:par>
                    <p:cTn id="319" fill="hold">
                      <p:stCondLst>
                        <p:cond delay="indefinite"/>
                      </p:stCondLst>
                      <p:childTnLst>
                        <p:par>
                          <p:cTn id="320" fill="hold">
                            <p:stCondLst>
                              <p:cond delay="0"/>
                            </p:stCondLst>
                            <p:childTnLst>
                              <p:par>
                                <p:cTn id="321" presetID="26" presetClass="emph" presetSubtype="0" fill="hold" nodeType="clickEffect">
                                  <p:stCondLst>
                                    <p:cond delay="0"/>
                                  </p:stCondLst>
                                  <p:childTnLst>
                                    <p:animEffect transition="out" filter="fade">
                                      <p:cBhvr>
                                        <p:cTn id="322" dur="1500" tmFilter="0, 0; .2, .5; .8, .5; 1, 0"/>
                                        <p:tgtEl>
                                          <p:spTgt spid="103"/>
                                        </p:tgtEl>
                                      </p:cBhvr>
                                    </p:animEffect>
                                    <p:animScale>
                                      <p:cBhvr>
                                        <p:cTn id="323" dur="750" autoRev="1" fill="hold"/>
                                        <p:tgtEl>
                                          <p:spTgt spid="103"/>
                                        </p:tgtEl>
                                      </p:cBhvr>
                                      <p:by x="105000" y="105000"/>
                                    </p:animScale>
                                  </p:childTnLst>
                                </p:cTn>
                              </p:par>
                            </p:childTnLst>
                          </p:cTn>
                        </p:par>
                        <p:par>
                          <p:cTn id="324" fill="hold">
                            <p:stCondLst>
                              <p:cond delay="1500"/>
                            </p:stCondLst>
                            <p:childTnLst>
                              <p:par>
                                <p:cTn id="325" presetID="31" presetClass="entr" presetSubtype="0" fill="hold" grpId="2" nodeType="afterEffect">
                                  <p:stCondLst>
                                    <p:cond delay="0"/>
                                  </p:stCondLst>
                                  <p:childTnLst>
                                    <p:set>
                                      <p:cBhvr>
                                        <p:cTn id="326" dur="1" fill="hold">
                                          <p:stCondLst>
                                            <p:cond delay="0"/>
                                          </p:stCondLst>
                                        </p:cTn>
                                        <p:tgtEl>
                                          <p:spTgt spid="85"/>
                                        </p:tgtEl>
                                        <p:attrNameLst>
                                          <p:attrName>style.visibility</p:attrName>
                                        </p:attrNameLst>
                                      </p:cBhvr>
                                      <p:to>
                                        <p:strVal val="visible"/>
                                      </p:to>
                                    </p:set>
                                    <p:anim calcmode="lin" valueType="num">
                                      <p:cBhvr>
                                        <p:cTn id="327" dur="1000" fill="hold"/>
                                        <p:tgtEl>
                                          <p:spTgt spid="85"/>
                                        </p:tgtEl>
                                        <p:attrNameLst>
                                          <p:attrName>ppt_w</p:attrName>
                                        </p:attrNameLst>
                                      </p:cBhvr>
                                      <p:tavLst>
                                        <p:tav tm="0">
                                          <p:val>
                                            <p:fltVal val="0"/>
                                          </p:val>
                                        </p:tav>
                                        <p:tav tm="100000">
                                          <p:val>
                                            <p:strVal val="#ppt_w"/>
                                          </p:val>
                                        </p:tav>
                                      </p:tavLst>
                                    </p:anim>
                                    <p:anim calcmode="lin" valueType="num">
                                      <p:cBhvr>
                                        <p:cTn id="328" dur="1000" fill="hold"/>
                                        <p:tgtEl>
                                          <p:spTgt spid="85"/>
                                        </p:tgtEl>
                                        <p:attrNameLst>
                                          <p:attrName>ppt_h</p:attrName>
                                        </p:attrNameLst>
                                      </p:cBhvr>
                                      <p:tavLst>
                                        <p:tav tm="0">
                                          <p:val>
                                            <p:fltVal val="0"/>
                                          </p:val>
                                        </p:tav>
                                        <p:tav tm="100000">
                                          <p:val>
                                            <p:strVal val="#ppt_h"/>
                                          </p:val>
                                        </p:tav>
                                      </p:tavLst>
                                    </p:anim>
                                    <p:anim calcmode="lin" valueType="num">
                                      <p:cBhvr>
                                        <p:cTn id="329" dur="1000" fill="hold"/>
                                        <p:tgtEl>
                                          <p:spTgt spid="85"/>
                                        </p:tgtEl>
                                        <p:attrNameLst>
                                          <p:attrName>style.rotation</p:attrName>
                                        </p:attrNameLst>
                                      </p:cBhvr>
                                      <p:tavLst>
                                        <p:tav tm="0">
                                          <p:val>
                                            <p:fltVal val="90"/>
                                          </p:val>
                                        </p:tav>
                                        <p:tav tm="100000">
                                          <p:val>
                                            <p:fltVal val="0"/>
                                          </p:val>
                                        </p:tav>
                                      </p:tavLst>
                                    </p:anim>
                                    <p:animEffect transition="in" filter="fade">
                                      <p:cBhvr>
                                        <p:cTn id="330" dur="1000"/>
                                        <p:tgtEl>
                                          <p:spTgt spid="85"/>
                                        </p:tgtEl>
                                      </p:cBhvr>
                                    </p:animEffect>
                                  </p:childTnLst>
                                </p:cTn>
                              </p:par>
                            </p:childTnLst>
                          </p:cTn>
                        </p:par>
                      </p:childTnLst>
                    </p:cTn>
                  </p:par>
                  <p:par>
                    <p:cTn id="331" fill="hold">
                      <p:stCondLst>
                        <p:cond delay="indefinite"/>
                      </p:stCondLst>
                      <p:childTnLst>
                        <p:par>
                          <p:cTn id="332" fill="hold">
                            <p:stCondLst>
                              <p:cond delay="0"/>
                            </p:stCondLst>
                            <p:childTnLst>
                              <p:par>
                                <p:cTn id="333" presetID="42" presetClass="path" presetSubtype="0" accel="50000" decel="50000" fill="hold" grpId="3" nodeType="clickEffect">
                                  <p:stCondLst>
                                    <p:cond delay="0"/>
                                  </p:stCondLst>
                                  <p:childTnLst>
                                    <p:animMotion origin="layout" path="M -0.00443 0.15023 L -0.00261 0.31875 " pathEditMode="relative" rAng="0" ptsTypes="AA">
                                      <p:cBhvr>
                                        <p:cTn id="334" dur="2000" fill="hold"/>
                                        <p:tgtEl>
                                          <p:spTgt spid="85"/>
                                        </p:tgtEl>
                                        <p:attrNameLst>
                                          <p:attrName>ppt_x</p:attrName>
                                          <p:attrName>ppt_y</p:attrName>
                                        </p:attrNameLst>
                                      </p:cBhvr>
                                      <p:rCtr x="91" y="8426"/>
                                    </p:animMotion>
                                  </p:childTnLst>
                                </p:cTn>
                              </p:par>
                            </p:childTnLst>
                          </p:cTn>
                        </p:par>
                      </p:childTnLst>
                    </p:cTn>
                  </p:par>
                  <p:par>
                    <p:cTn id="335" fill="hold">
                      <p:stCondLst>
                        <p:cond delay="indefinite"/>
                      </p:stCondLst>
                      <p:childTnLst>
                        <p:par>
                          <p:cTn id="336" fill="hold">
                            <p:stCondLst>
                              <p:cond delay="0"/>
                            </p:stCondLst>
                            <p:childTnLst>
                              <p:par>
                                <p:cTn id="337" presetID="31" presetClass="exit" presetSubtype="0" fill="hold" grpId="1" nodeType="clickEffect">
                                  <p:stCondLst>
                                    <p:cond delay="0"/>
                                  </p:stCondLst>
                                  <p:childTnLst>
                                    <p:anim calcmode="lin" valueType="num">
                                      <p:cBhvr>
                                        <p:cTn id="338" dur="1000"/>
                                        <p:tgtEl>
                                          <p:spTgt spid="109"/>
                                        </p:tgtEl>
                                        <p:attrNameLst>
                                          <p:attrName>ppt_w</p:attrName>
                                        </p:attrNameLst>
                                      </p:cBhvr>
                                      <p:tavLst>
                                        <p:tav tm="0">
                                          <p:val>
                                            <p:strVal val="ppt_w"/>
                                          </p:val>
                                        </p:tav>
                                        <p:tav tm="100000">
                                          <p:val>
                                            <p:fltVal val="0"/>
                                          </p:val>
                                        </p:tav>
                                      </p:tavLst>
                                    </p:anim>
                                    <p:anim calcmode="lin" valueType="num">
                                      <p:cBhvr>
                                        <p:cTn id="339" dur="1000"/>
                                        <p:tgtEl>
                                          <p:spTgt spid="109"/>
                                        </p:tgtEl>
                                        <p:attrNameLst>
                                          <p:attrName>ppt_h</p:attrName>
                                        </p:attrNameLst>
                                      </p:cBhvr>
                                      <p:tavLst>
                                        <p:tav tm="0">
                                          <p:val>
                                            <p:strVal val="ppt_h"/>
                                          </p:val>
                                        </p:tav>
                                        <p:tav tm="100000">
                                          <p:val>
                                            <p:fltVal val="0"/>
                                          </p:val>
                                        </p:tav>
                                      </p:tavLst>
                                    </p:anim>
                                    <p:anim calcmode="lin" valueType="num">
                                      <p:cBhvr>
                                        <p:cTn id="340" dur="1000"/>
                                        <p:tgtEl>
                                          <p:spTgt spid="109"/>
                                        </p:tgtEl>
                                        <p:attrNameLst>
                                          <p:attrName>style.rotation</p:attrName>
                                        </p:attrNameLst>
                                      </p:cBhvr>
                                      <p:tavLst>
                                        <p:tav tm="0">
                                          <p:val>
                                            <p:fltVal val="0"/>
                                          </p:val>
                                        </p:tav>
                                        <p:tav tm="100000">
                                          <p:val>
                                            <p:fltVal val="90"/>
                                          </p:val>
                                        </p:tav>
                                      </p:tavLst>
                                    </p:anim>
                                    <p:animEffect transition="out" filter="fade">
                                      <p:cBhvr>
                                        <p:cTn id="341" dur="1000"/>
                                        <p:tgtEl>
                                          <p:spTgt spid="109"/>
                                        </p:tgtEl>
                                      </p:cBhvr>
                                    </p:animEffect>
                                    <p:set>
                                      <p:cBhvr>
                                        <p:cTn id="342" dur="1" fill="hold">
                                          <p:stCondLst>
                                            <p:cond delay="999"/>
                                          </p:stCondLst>
                                        </p:cTn>
                                        <p:tgtEl>
                                          <p:spTgt spid="109"/>
                                        </p:tgtEl>
                                        <p:attrNameLst>
                                          <p:attrName>style.visibility</p:attrName>
                                        </p:attrNameLst>
                                      </p:cBhvr>
                                      <p:to>
                                        <p:strVal val="hidden"/>
                                      </p:to>
                                    </p:set>
                                  </p:childTnLst>
                                </p:cTn>
                              </p:par>
                            </p:childTnLst>
                          </p:cTn>
                        </p:par>
                        <p:par>
                          <p:cTn id="343" fill="hold">
                            <p:stCondLst>
                              <p:cond delay="1000"/>
                            </p:stCondLst>
                            <p:childTnLst>
                              <p:par>
                                <p:cTn id="344" presetID="31" presetClass="entr" presetSubtype="0" fill="hold" grpId="0" nodeType="afterEffect">
                                  <p:stCondLst>
                                    <p:cond delay="0"/>
                                  </p:stCondLst>
                                  <p:childTnLst>
                                    <p:set>
                                      <p:cBhvr>
                                        <p:cTn id="345" dur="1" fill="hold">
                                          <p:stCondLst>
                                            <p:cond delay="0"/>
                                          </p:stCondLst>
                                        </p:cTn>
                                        <p:tgtEl>
                                          <p:spTgt spid="110"/>
                                        </p:tgtEl>
                                        <p:attrNameLst>
                                          <p:attrName>style.visibility</p:attrName>
                                        </p:attrNameLst>
                                      </p:cBhvr>
                                      <p:to>
                                        <p:strVal val="visible"/>
                                      </p:to>
                                    </p:set>
                                    <p:anim calcmode="lin" valueType="num">
                                      <p:cBhvr>
                                        <p:cTn id="346" dur="1000" fill="hold"/>
                                        <p:tgtEl>
                                          <p:spTgt spid="110"/>
                                        </p:tgtEl>
                                        <p:attrNameLst>
                                          <p:attrName>ppt_w</p:attrName>
                                        </p:attrNameLst>
                                      </p:cBhvr>
                                      <p:tavLst>
                                        <p:tav tm="0">
                                          <p:val>
                                            <p:fltVal val="0"/>
                                          </p:val>
                                        </p:tav>
                                        <p:tav tm="100000">
                                          <p:val>
                                            <p:strVal val="#ppt_w"/>
                                          </p:val>
                                        </p:tav>
                                      </p:tavLst>
                                    </p:anim>
                                    <p:anim calcmode="lin" valueType="num">
                                      <p:cBhvr>
                                        <p:cTn id="347" dur="1000" fill="hold"/>
                                        <p:tgtEl>
                                          <p:spTgt spid="110"/>
                                        </p:tgtEl>
                                        <p:attrNameLst>
                                          <p:attrName>ppt_h</p:attrName>
                                        </p:attrNameLst>
                                      </p:cBhvr>
                                      <p:tavLst>
                                        <p:tav tm="0">
                                          <p:val>
                                            <p:fltVal val="0"/>
                                          </p:val>
                                        </p:tav>
                                        <p:tav tm="100000">
                                          <p:val>
                                            <p:strVal val="#ppt_h"/>
                                          </p:val>
                                        </p:tav>
                                      </p:tavLst>
                                    </p:anim>
                                    <p:anim calcmode="lin" valueType="num">
                                      <p:cBhvr>
                                        <p:cTn id="348" dur="1000" fill="hold"/>
                                        <p:tgtEl>
                                          <p:spTgt spid="110"/>
                                        </p:tgtEl>
                                        <p:attrNameLst>
                                          <p:attrName>style.rotation</p:attrName>
                                        </p:attrNameLst>
                                      </p:cBhvr>
                                      <p:tavLst>
                                        <p:tav tm="0">
                                          <p:val>
                                            <p:fltVal val="90"/>
                                          </p:val>
                                        </p:tav>
                                        <p:tav tm="100000">
                                          <p:val>
                                            <p:fltVal val="0"/>
                                          </p:val>
                                        </p:tav>
                                      </p:tavLst>
                                    </p:anim>
                                    <p:animEffect transition="in" filter="fade">
                                      <p:cBhvr>
                                        <p:cTn id="349" dur="1000"/>
                                        <p:tgtEl>
                                          <p:spTgt spid="110"/>
                                        </p:tgtEl>
                                      </p:cBhvr>
                                    </p:animEffect>
                                  </p:childTnLst>
                                </p:cTn>
                              </p:par>
                            </p:childTnLst>
                          </p:cTn>
                        </p:par>
                      </p:childTnLst>
                    </p:cTn>
                  </p:par>
                  <p:par>
                    <p:cTn id="350" fill="hold">
                      <p:stCondLst>
                        <p:cond delay="indefinite"/>
                      </p:stCondLst>
                      <p:childTnLst>
                        <p:par>
                          <p:cTn id="351" fill="hold">
                            <p:stCondLst>
                              <p:cond delay="0"/>
                            </p:stCondLst>
                            <p:childTnLst>
                              <p:par>
                                <p:cTn id="352" presetID="22" presetClass="exit" presetSubtype="2" fill="hold" nodeType="clickEffect">
                                  <p:stCondLst>
                                    <p:cond delay="0"/>
                                  </p:stCondLst>
                                  <p:childTnLst>
                                    <p:animEffect transition="out" filter="wipe(right)">
                                      <p:cBhvr>
                                        <p:cTn id="353" dur="500"/>
                                        <p:tgtEl>
                                          <p:spTgt spid="105"/>
                                        </p:tgtEl>
                                      </p:cBhvr>
                                    </p:animEffect>
                                    <p:set>
                                      <p:cBhvr>
                                        <p:cTn id="354" dur="1" fill="hold">
                                          <p:stCondLst>
                                            <p:cond delay="499"/>
                                          </p:stCondLst>
                                        </p:cTn>
                                        <p:tgtEl>
                                          <p:spTgt spid="105"/>
                                        </p:tgtEl>
                                        <p:attrNameLst>
                                          <p:attrName>style.visibility</p:attrName>
                                        </p:attrNameLst>
                                      </p:cBhvr>
                                      <p:to>
                                        <p:strVal val="hidden"/>
                                      </p:to>
                                    </p:set>
                                  </p:childTnLst>
                                </p:cTn>
                              </p:par>
                            </p:childTnLst>
                          </p:cTn>
                        </p:par>
                        <p:par>
                          <p:cTn id="355" fill="hold">
                            <p:stCondLst>
                              <p:cond delay="500"/>
                            </p:stCondLst>
                            <p:childTnLst>
                              <p:par>
                                <p:cTn id="356" presetID="22" presetClass="entr" presetSubtype="8" fill="hold" nodeType="afterEffect">
                                  <p:stCondLst>
                                    <p:cond delay="0"/>
                                  </p:stCondLst>
                                  <p:childTnLst>
                                    <p:set>
                                      <p:cBhvr>
                                        <p:cTn id="357" dur="1" fill="hold">
                                          <p:stCondLst>
                                            <p:cond delay="0"/>
                                          </p:stCondLst>
                                        </p:cTn>
                                        <p:tgtEl>
                                          <p:spTgt spid="111"/>
                                        </p:tgtEl>
                                        <p:attrNameLst>
                                          <p:attrName>style.visibility</p:attrName>
                                        </p:attrNameLst>
                                      </p:cBhvr>
                                      <p:to>
                                        <p:strVal val="visible"/>
                                      </p:to>
                                    </p:set>
                                    <p:animEffect transition="in" filter="wipe(left)">
                                      <p:cBhvr>
                                        <p:cTn id="358" dur="1000"/>
                                        <p:tgtEl>
                                          <p:spTgt spid="111"/>
                                        </p:tgtEl>
                                      </p:cBhvr>
                                    </p:animEffect>
                                  </p:childTnLst>
                                </p:cTn>
                              </p:par>
                            </p:childTnLst>
                          </p:cTn>
                        </p:par>
                        <p:par>
                          <p:cTn id="359" fill="hold">
                            <p:stCondLst>
                              <p:cond delay="1500"/>
                            </p:stCondLst>
                            <p:childTnLst>
                              <p:par>
                                <p:cTn id="360" presetID="22" presetClass="entr" presetSubtype="8" fill="hold" nodeType="afterEffect">
                                  <p:stCondLst>
                                    <p:cond delay="0"/>
                                  </p:stCondLst>
                                  <p:childTnLst>
                                    <p:set>
                                      <p:cBhvr>
                                        <p:cTn id="361" dur="1" fill="hold">
                                          <p:stCondLst>
                                            <p:cond delay="0"/>
                                          </p:stCondLst>
                                        </p:cTn>
                                        <p:tgtEl>
                                          <p:spTgt spid="95"/>
                                        </p:tgtEl>
                                        <p:attrNameLst>
                                          <p:attrName>style.visibility</p:attrName>
                                        </p:attrNameLst>
                                      </p:cBhvr>
                                      <p:to>
                                        <p:strVal val="visible"/>
                                      </p:to>
                                    </p:set>
                                    <p:animEffect transition="in" filter="wipe(left)">
                                      <p:cBhvr>
                                        <p:cTn id="362" dur="1000"/>
                                        <p:tgtEl>
                                          <p:spTgt spid="95"/>
                                        </p:tgtEl>
                                      </p:cBhvr>
                                    </p:animEffect>
                                  </p:childTnLst>
                                </p:cTn>
                              </p:par>
                            </p:childTnLst>
                          </p:cTn>
                        </p:par>
                        <p:par>
                          <p:cTn id="363" fill="hold">
                            <p:stCondLst>
                              <p:cond delay="2500"/>
                            </p:stCondLst>
                            <p:childTnLst>
                              <p:par>
                                <p:cTn id="364" presetID="3" presetClass="emph" presetSubtype="2" fill="hold" grpId="2" nodeType="afterEffect">
                                  <p:stCondLst>
                                    <p:cond delay="0"/>
                                  </p:stCondLst>
                                  <p:iterate type="lt">
                                    <p:tmPct val="0"/>
                                  </p:iterate>
                                  <p:childTnLst>
                                    <p:animClr clrSpc="rgb" dir="cw">
                                      <p:cBhvr override="childStyle">
                                        <p:cTn id="365" dur="2000" fill="hold"/>
                                        <p:tgtEl>
                                          <p:spTgt spid="96"/>
                                        </p:tgtEl>
                                        <p:attrNameLst>
                                          <p:attrName>style.color</p:attrName>
                                        </p:attrNameLst>
                                      </p:cBhvr>
                                      <p:to>
                                        <a:srgbClr val="C00000"/>
                                      </p:to>
                                    </p:animClr>
                                  </p:childTnLst>
                                </p:cTn>
                              </p:par>
                            </p:childTnLst>
                          </p:cTn>
                        </p:par>
                      </p:childTnLst>
                    </p:cTn>
                  </p:par>
                  <p:par>
                    <p:cTn id="366" fill="hold">
                      <p:stCondLst>
                        <p:cond delay="indefinite"/>
                      </p:stCondLst>
                      <p:childTnLst>
                        <p:par>
                          <p:cTn id="367" fill="hold">
                            <p:stCondLst>
                              <p:cond delay="0"/>
                            </p:stCondLst>
                            <p:childTnLst>
                              <p:par>
                                <p:cTn id="368" presetID="42" presetClass="path" presetSubtype="0" accel="50000" decel="50000" fill="hold" grpId="3" nodeType="clickEffect">
                                  <p:stCondLst>
                                    <p:cond delay="0"/>
                                  </p:stCondLst>
                                  <p:iterate type="lt">
                                    <p:tmPct val="0"/>
                                  </p:iterate>
                                  <p:childTnLst>
                                    <p:animMotion origin="layout" path="M 4.16667E-6 -2.22222E-6 L -0.00821 0.15047 " pathEditMode="relative" rAng="0" ptsTypes="AA">
                                      <p:cBhvr>
                                        <p:cTn id="369" dur="2000" fill="hold"/>
                                        <p:tgtEl>
                                          <p:spTgt spid="96"/>
                                        </p:tgtEl>
                                        <p:attrNameLst>
                                          <p:attrName>ppt_x</p:attrName>
                                          <p:attrName>ppt_y</p:attrName>
                                        </p:attrNameLst>
                                      </p:cBhvr>
                                      <p:rCtr x="-417" y="7523"/>
                                    </p:animMotion>
                                  </p:childTnLst>
                                </p:cTn>
                              </p:par>
                            </p:childTnLst>
                          </p:cTn>
                        </p:par>
                      </p:childTnLst>
                    </p:cTn>
                  </p:par>
                  <p:par>
                    <p:cTn id="370" fill="hold">
                      <p:stCondLst>
                        <p:cond delay="indefinite"/>
                      </p:stCondLst>
                      <p:childTnLst>
                        <p:par>
                          <p:cTn id="371" fill="hold">
                            <p:stCondLst>
                              <p:cond delay="0"/>
                            </p:stCondLst>
                            <p:childTnLst>
                              <p:par>
                                <p:cTn id="372" presetID="10" presetClass="exit" presetSubtype="0" fill="hold" grpId="1" nodeType="clickEffect">
                                  <p:stCondLst>
                                    <p:cond delay="0"/>
                                  </p:stCondLst>
                                  <p:childTnLst>
                                    <p:animEffect transition="out" filter="fade">
                                      <p:cBhvr>
                                        <p:cTn id="373" dur="500"/>
                                        <p:tgtEl>
                                          <p:spTgt spid="90"/>
                                        </p:tgtEl>
                                      </p:cBhvr>
                                    </p:animEffect>
                                    <p:set>
                                      <p:cBhvr>
                                        <p:cTn id="374" dur="1" fill="hold">
                                          <p:stCondLst>
                                            <p:cond delay="499"/>
                                          </p:stCondLst>
                                        </p:cTn>
                                        <p:tgtEl>
                                          <p:spTgt spid="90"/>
                                        </p:tgtEl>
                                        <p:attrNameLst>
                                          <p:attrName>style.visibility</p:attrName>
                                        </p:attrNameLst>
                                      </p:cBhvr>
                                      <p:to>
                                        <p:strVal val="hidden"/>
                                      </p:to>
                                    </p:set>
                                  </p:childTnLst>
                                </p:cTn>
                              </p:par>
                            </p:childTnLst>
                          </p:cTn>
                        </p:par>
                        <p:par>
                          <p:cTn id="375" fill="hold">
                            <p:stCondLst>
                              <p:cond delay="500"/>
                            </p:stCondLst>
                            <p:childTnLst>
                              <p:par>
                                <p:cTn id="376" presetID="10" presetClass="entr" presetSubtype="0" fill="hold" grpId="0" nodeType="afterEffect">
                                  <p:stCondLst>
                                    <p:cond delay="0"/>
                                  </p:stCondLst>
                                  <p:childTnLst>
                                    <p:set>
                                      <p:cBhvr>
                                        <p:cTn id="377" dur="1" fill="hold">
                                          <p:stCondLst>
                                            <p:cond delay="0"/>
                                          </p:stCondLst>
                                        </p:cTn>
                                        <p:tgtEl>
                                          <p:spTgt spid="114"/>
                                        </p:tgtEl>
                                        <p:attrNameLst>
                                          <p:attrName>style.visibility</p:attrName>
                                        </p:attrNameLst>
                                      </p:cBhvr>
                                      <p:to>
                                        <p:strVal val="visible"/>
                                      </p:to>
                                    </p:set>
                                    <p:animEffect transition="in" filter="fade">
                                      <p:cBhvr>
                                        <p:cTn id="378" dur="500"/>
                                        <p:tgtEl>
                                          <p:spTgt spid="114"/>
                                        </p:tgtEl>
                                      </p:cBhvr>
                                    </p:animEffect>
                                  </p:childTnLst>
                                </p:cTn>
                              </p:par>
                            </p:childTnLst>
                          </p:cTn>
                        </p:par>
                        <p:par>
                          <p:cTn id="379" fill="hold">
                            <p:stCondLst>
                              <p:cond delay="1000"/>
                            </p:stCondLst>
                            <p:childTnLst>
                              <p:par>
                                <p:cTn id="380" presetID="22" presetClass="exit" presetSubtype="2" fill="hold" nodeType="afterEffect">
                                  <p:stCondLst>
                                    <p:cond delay="0"/>
                                  </p:stCondLst>
                                  <p:childTnLst>
                                    <p:animEffect transition="out" filter="wipe(right)">
                                      <p:cBhvr>
                                        <p:cTn id="381" dur="500"/>
                                        <p:tgtEl>
                                          <p:spTgt spid="91"/>
                                        </p:tgtEl>
                                      </p:cBhvr>
                                    </p:animEffect>
                                    <p:set>
                                      <p:cBhvr>
                                        <p:cTn id="382" dur="1" fill="hold">
                                          <p:stCondLst>
                                            <p:cond delay="499"/>
                                          </p:stCondLst>
                                        </p:cTn>
                                        <p:tgtEl>
                                          <p:spTgt spid="91"/>
                                        </p:tgtEl>
                                        <p:attrNameLst>
                                          <p:attrName>style.visibility</p:attrName>
                                        </p:attrNameLst>
                                      </p:cBhvr>
                                      <p:to>
                                        <p:strVal val="hidden"/>
                                      </p:to>
                                    </p:set>
                                  </p:childTnLst>
                                </p:cTn>
                              </p:par>
                            </p:childTnLst>
                          </p:cTn>
                        </p:par>
                        <p:par>
                          <p:cTn id="383" fill="hold">
                            <p:stCondLst>
                              <p:cond delay="1500"/>
                            </p:stCondLst>
                            <p:childTnLst>
                              <p:par>
                                <p:cTn id="384" presetID="22" presetClass="entr" presetSubtype="8" fill="hold" nodeType="afterEffect">
                                  <p:stCondLst>
                                    <p:cond delay="0"/>
                                  </p:stCondLst>
                                  <p:childTnLst>
                                    <p:set>
                                      <p:cBhvr>
                                        <p:cTn id="385" dur="1" fill="hold">
                                          <p:stCondLst>
                                            <p:cond delay="0"/>
                                          </p:stCondLst>
                                        </p:cTn>
                                        <p:tgtEl>
                                          <p:spTgt spid="59"/>
                                        </p:tgtEl>
                                        <p:attrNameLst>
                                          <p:attrName>style.visibility</p:attrName>
                                        </p:attrNameLst>
                                      </p:cBhvr>
                                      <p:to>
                                        <p:strVal val="visible"/>
                                      </p:to>
                                    </p:set>
                                    <p:animEffect transition="in" filter="wipe(left)">
                                      <p:cBhvr>
                                        <p:cTn id="386" dur="1000"/>
                                        <p:tgtEl>
                                          <p:spTgt spid="59"/>
                                        </p:tgtEl>
                                      </p:cBhvr>
                                    </p:animEffect>
                                  </p:childTnLst>
                                </p:cTn>
                              </p:par>
                            </p:childTnLst>
                          </p:cTn>
                        </p:par>
                        <p:par>
                          <p:cTn id="387" fill="hold">
                            <p:stCondLst>
                              <p:cond delay="2500"/>
                            </p:stCondLst>
                            <p:childTnLst>
                              <p:par>
                                <p:cTn id="388" presetID="26" presetClass="emph" presetSubtype="0" fill="hold" nodeType="afterEffect">
                                  <p:stCondLst>
                                    <p:cond delay="0"/>
                                  </p:stCondLst>
                                  <p:childTnLst>
                                    <p:animEffect transition="out" filter="fade">
                                      <p:cBhvr>
                                        <p:cTn id="389" dur="1500" tmFilter="0, 0; .2, .5; .8, .5; 1, 0"/>
                                        <p:tgtEl>
                                          <p:spTgt spid="95"/>
                                        </p:tgtEl>
                                      </p:cBhvr>
                                    </p:animEffect>
                                    <p:animScale>
                                      <p:cBhvr>
                                        <p:cTn id="390" dur="750" autoRev="1" fill="hold"/>
                                        <p:tgtEl>
                                          <p:spTgt spid="95"/>
                                        </p:tgtEl>
                                      </p:cBhvr>
                                      <p:by x="105000" y="105000"/>
                                    </p:animScale>
                                  </p:childTnLst>
                                </p:cTn>
                              </p:par>
                            </p:childTnLst>
                          </p:cTn>
                        </p:par>
                        <p:par>
                          <p:cTn id="391" fill="hold">
                            <p:stCondLst>
                              <p:cond delay="4000"/>
                            </p:stCondLst>
                            <p:childTnLst>
                              <p:par>
                                <p:cTn id="392" presetID="49" presetClass="entr" presetSubtype="0" decel="100000" fill="hold" grpId="0" nodeType="afterEffect">
                                  <p:stCondLst>
                                    <p:cond delay="0"/>
                                  </p:stCondLst>
                                  <p:childTnLst>
                                    <p:set>
                                      <p:cBhvr>
                                        <p:cTn id="393" dur="1" fill="hold">
                                          <p:stCondLst>
                                            <p:cond delay="0"/>
                                          </p:stCondLst>
                                        </p:cTn>
                                        <p:tgtEl>
                                          <p:spTgt spid="115"/>
                                        </p:tgtEl>
                                        <p:attrNameLst>
                                          <p:attrName>style.visibility</p:attrName>
                                        </p:attrNameLst>
                                      </p:cBhvr>
                                      <p:to>
                                        <p:strVal val="visible"/>
                                      </p:to>
                                    </p:set>
                                    <p:anim calcmode="lin" valueType="num">
                                      <p:cBhvr>
                                        <p:cTn id="394" dur="1000" fill="hold"/>
                                        <p:tgtEl>
                                          <p:spTgt spid="115"/>
                                        </p:tgtEl>
                                        <p:attrNameLst>
                                          <p:attrName>ppt_w</p:attrName>
                                        </p:attrNameLst>
                                      </p:cBhvr>
                                      <p:tavLst>
                                        <p:tav tm="0">
                                          <p:val>
                                            <p:fltVal val="0"/>
                                          </p:val>
                                        </p:tav>
                                        <p:tav tm="100000">
                                          <p:val>
                                            <p:strVal val="#ppt_w"/>
                                          </p:val>
                                        </p:tav>
                                      </p:tavLst>
                                    </p:anim>
                                    <p:anim calcmode="lin" valueType="num">
                                      <p:cBhvr>
                                        <p:cTn id="395" dur="1000" fill="hold"/>
                                        <p:tgtEl>
                                          <p:spTgt spid="115"/>
                                        </p:tgtEl>
                                        <p:attrNameLst>
                                          <p:attrName>ppt_h</p:attrName>
                                        </p:attrNameLst>
                                      </p:cBhvr>
                                      <p:tavLst>
                                        <p:tav tm="0">
                                          <p:val>
                                            <p:fltVal val="0"/>
                                          </p:val>
                                        </p:tav>
                                        <p:tav tm="100000">
                                          <p:val>
                                            <p:strVal val="#ppt_h"/>
                                          </p:val>
                                        </p:tav>
                                      </p:tavLst>
                                    </p:anim>
                                    <p:anim calcmode="lin" valueType="num">
                                      <p:cBhvr>
                                        <p:cTn id="396" dur="1000" fill="hold"/>
                                        <p:tgtEl>
                                          <p:spTgt spid="115"/>
                                        </p:tgtEl>
                                        <p:attrNameLst>
                                          <p:attrName>style.rotation</p:attrName>
                                        </p:attrNameLst>
                                      </p:cBhvr>
                                      <p:tavLst>
                                        <p:tav tm="0">
                                          <p:val>
                                            <p:fltVal val="360"/>
                                          </p:val>
                                        </p:tav>
                                        <p:tav tm="100000">
                                          <p:val>
                                            <p:fltVal val="0"/>
                                          </p:val>
                                        </p:tav>
                                      </p:tavLst>
                                    </p:anim>
                                    <p:animEffect transition="in" filter="fade">
                                      <p:cBhvr>
                                        <p:cTn id="397" dur="1000"/>
                                        <p:tgtEl>
                                          <p:spTgt spid="115"/>
                                        </p:tgtEl>
                                      </p:cBhvr>
                                    </p:animEffect>
                                  </p:childTnLst>
                                </p:cTn>
                              </p:par>
                            </p:childTnLst>
                          </p:cTn>
                        </p:par>
                        <p:par>
                          <p:cTn id="398" fill="hold">
                            <p:stCondLst>
                              <p:cond delay="5000"/>
                            </p:stCondLst>
                            <p:childTnLst>
                              <p:par>
                                <p:cTn id="399" presetID="42" presetClass="path" presetSubtype="0" accel="50000" decel="50000" fill="hold" grpId="3" nodeType="afterEffect">
                                  <p:stCondLst>
                                    <p:cond delay="0"/>
                                  </p:stCondLst>
                                  <p:childTnLst>
                                    <p:animMotion origin="layout" path="M -1.45833E-6 2.59259E-6 L -0.00312 0.10903 " pathEditMode="relative" rAng="0" ptsTypes="AA">
                                      <p:cBhvr>
                                        <p:cTn id="400" dur="2000" fill="hold"/>
                                        <p:tgtEl>
                                          <p:spTgt spid="115"/>
                                        </p:tgtEl>
                                        <p:attrNameLst>
                                          <p:attrName>ppt_x</p:attrName>
                                          <p:attrName>ppt_y</p:attrName>
                                        </p:attrNameLst>
                                      </p:cBhvr>
                                      <p:rCtr x="-143" y="5162"/>
                                    </p:animMotion>
                                  </p:childTnLst>
                                </p:cTn>
                              </p:par>
                            </p:childTnLst>
                          </p:cTn>
                        </p:par>
                      </p:childTnLst>
                    </p:cTn>
                  </p:par>
                  <p:par>
                    <p:cTn id="401" fill="hold">
                      <p:stCondLst>
                        <p:cond delay="indefinite"/>
                      </p:stCondLst>
                      <p:childTnLst>
                        <p:par>
                          <p:cTn id="402" fill="hold">
                            <p:stCondLst>
                              <p:cond delay="0"/>
                            </p:stCondLst>
                            <p:childTnLst>
                              <p:par>
                                <p:cTn id="403" presetID="10" presetClass="exit" presetSubtype="0" fill="hold" grpId="1" nodeType="clickEffect">
                                  <p:stCondLst>
                                    <p:cond delay="0"/>
                                  </p:stCondLst>
                                  <p:childTnLst>
                                    <p:animEffect transition="out" filter="fade">
                                      <p:cBhvr>
                                        <p:cTn id="404" dur="500"/>
                                        <p:tgtEl>
                                          <p:spTgt spid="114"/>
                                        </p:tgtEl>
                                      </p:cBhvr>
                                    </p:animEffect>
                                    <p:set>
                                      <p:cBhvr>
                                        <p:cTn id="405" dur="1" fill="hold">
                                          <p:stCondLst>
                                            <p:cond delay="499"/>
                                          </p:stCondLst>
                                        </p:cTn>
                                        <p:tgtEl>
                                          <p:spTgt spid="114"/>
                                        </p:tgtEl>
                                        <p:attrNameLst>
                                          <p:attrName>style.visibility</p:attrName>
                                        </p:attrNameLst>
                                      </p:cBhvr>
                                      <p:to>
                                        <p:strVal val="hidden"/>
                                      </p:to>
                                    </p:set>
                                  </p:childTnLst>
                                </p:cTn>
                              </p:par>
                            </p:childTnLst>
                          </p:cTn>
                        </p:par>
                        <p:par>
                          <p:cTn id="406" fill="hold">
                            <p:stCondLst>
                              <p:cond delay="500"/>
                            </p:stCondLst>
                            <p:childTnLst>
                              <p:par>
                                <p:cTn id="407" presetID="10" presetClass="entr" presetSubtype="0" fill="hold" grpId="0" nodeType="afterEffect">
                                  <p:stCondLst>
                                    <p:cond delay="0"/>
                                  </p:stCondLst>
                                  <p:childTnLst>
                                    <p:set>
                                      <p:cBhvr>
                                        <p:cTn id="408" dur="1" fill="hold">
                                          <p:stCondLst>
                                            <p:cond delay="0"/>
                                          </p:stCondLst>
                                        </p:cTn>
                                        <p:tgtEl>
                                          <p:spTgt spid="116"/>
                                        </p:tgtEl>
                                        <p:attrNameLst>
                                          <p:attrName>style.visibility</p:attrName>
                                        </p:attrNameLst>
                                      </p:cBhvr>
                                      <p:to>
                                        <p:strVal val="visible"/>
                                      </p:to>
                                    </p:set>
                                    <p:animEffect transition="in" filter="fade">
                                      <p:cBhvr>
                                        <p:cTn id="409" dur="500"/>
                                        <p:tgtEl>
                                          <p:spTgt spid="116"/>
                                        </p:tgtEl>
                                      </p:cBhvr>
                                    </p:animEffect>
                                  </p:childTnLst>
                                </p:cTn>
                              </p:par>
                            </p:childTnLst>
                          </p:cTn>
                        </p:par>
                        <p:par>
                          <p:cTn id="410" fill="hold">
                            <p:stCondLst>
                              <p:cond delay="1000"/>
                            </p:stCondLst>
                            <p:childTnLst>
                              <p:par>
                                <p:cTn id="411" presetID="22" presetClass="exit" presetSubtype="2" fill="hold" nodeType="afterEffect">
                                  <p:stCondLst>
                                    <p:cond delay="0"/>
                                  </p:stCondLst>
                                  <p:childTnLst>
                                    <p:animEffect transition="out" filter="wipe(right)">
                                      <p:cBhvr>
                                        <p:cTn id="412" dur="500"/>
                                        <p:tgtEl>
                                          <p:spTgt spid="59"/>
                                        </p:tgtEl>
                                      </p:cBhvr>
                                    </p:animEffect>
                                    <p:set>
                                      <p:cBhvr>
                                        <p:cTn id="413" dur="1" fill="hold">
                                          <p:stCondLst>
                                            <p:cond delay="499"/>
                                          </p:stCondLst>
                                        </p:cTn>
                                        <p:tgtEl>
                                          <p:spTgt spid="59"/>
                                        </p:tgtEl>
                                        <p:attrNameLst>
                                          <p:attrName>style.visibility</p:attrName>
                                        </p:attrNameLst>
                                      </p:cBhvr>
                                      <p:to>
                                        <p:strVal val="hidden"/>
                                      </p:to>
                                    </p:set>
                                  </p:childTnLst>
                                </p:cTn>
                              </p:par>
                            </p:childTnLst>
                          </p:cTn>
                        </p:par>
                        <p:par>
                          <p:cTn id="414" fill="hold">
                            <p:stCondLst>
                              <p:cond delay="1500"/>
                            </p:stCondLst>
                            <p:childTnLst>
                              <p:par>
                                <p:cTn id="415" presetID="22" presetClass="entr" presetSubtype="8" fill="hold" nodeType="afterEffect">
                                  <p:stCondLst>
                                    <p:cond delay="0"/>
                                  </p:stCondLst>
                                  <p:childTnLst>
                                    <p:set>
                                      <p:cBhvr>
                                        <p:cTn id="416" dur="1" fill="hold">
                                          <p:stCondLst>
                                            <p:cond delay="0"/>
                                          </p:stCondLst>
                                        </p:cTn>
                                        <p:tgtEl>
                                          <p:spTgt spid="73"/>
                                        </p:tgtEl>
                                        <p:attrNameLst>
                                          <p:attrName>style.visibility</p:attrName>
                                        </p:attrNameLst>
                                      </p:cBhvr>
                                      <p:to>
                                        <p:strVal val="visible"/>
                                      </p:to>
                                    </p:set>
                                    <p:animEffect transition="in" filter="wipe(left)">
                                      <p:cBhvr>
                                        <p:cTn id="417" dur="1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7" grpId="0"/>
      <p:bldP spid="64" grpId="0"/>
      <p:bldP spid="64" grpId="1"/>
      <p:bldP spid="65" grpId="0"/>
      <p:bldP spid="65" grpId="1"/>
      <p:bldP spid="68" grpId="0"/>
      <p:bldP spid="76" grpId="0"/>
      <p:bldP spid="76" grpId="1"/>
      <p:bldP spid="77" grpId="0"/>
      <p:bldP spid="78" grpId="0"/>
      <p:bldP spid="78" grpId="1"/>
      <p:bldP spid="78" grpId="2"/>
      <p:bldP spid="78" grpId="3"/>
      <p:bldP spid="83" grpId="0"/>
      <p:bldP spid="83" grpId="1"/>
      <p:bldP spid="83" grpId="2"/>
      <p:bldP spid="83" grpId="3"/>
      <p:bldP spid="84" grpId="0"/>
      <p:bldP spid="84" grpId="1"/>
      <p:bldP spid="85" grpId="0"/>
      <p:bldP spid="85" grpId="1"/>
      <p:bldP spid="85" grpId="2"/>
      <p:bldP spid="85" grpId="3"/>
      <p:bldP spid="87" grpId="0"/>
      <p:bldP spid="87" grpId="1"/>
      <p:bldP spid="89" grpId="0"/>
      <p:bldP spid="89" grpId="1"/>
      <p:bldP spid="90" grpId="0"/>
      <p:bldP spid="90" grpId="1"/>
      <p:bldP spid="96" grpId="0"/>
      <p:bldP spid="96" grpId="1"/>
      <p:bldP spid="96" grpId="2"/>
      <p:bldP spid="96" grpId="3"/>
      <p:bldP spid="96" grpId="4"/>
      <p:bldP spid="102" grpId="0"/>
      <p:bldP spid="108" grpId="0"/>
      <p:bldP spid="108" grpId="1"/>
      <p:bldP spid="109" grpId="0"/>
      <p:bldP spid="109" grpId="1"/>
      <p:bldP spid="110" grpId="0"/>
      <p:bldP spid="114" grpId="0"/>
      <p:bldP spid="114" grpId="1"/>
      <p:bldP spid="115" grpId="0"/>
      <p:bldP spid="115" grpId="3"/>
      <p:bldP spid="116" grpId="0"/>
      <p:bldP spid="10" grpId="0"/>
      <p:bldP spid="10" grpId="1"/>
      <p:bldP spid="14" grpId="0"/>
      <p:bldP spid="14"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3E7CBBA-7AD0-0CE8-F7B6-ED691AF9E554}"/>
              </a:ext>
            </a:extLst>
          </p:cNvPr>
          <p:cNvSpPr>
            <a:spLocks noGrp="1"/>
          </p:cNvSpPr>
          <p:nvPr>
            <p:ph type="sldNum" sz="quarter" idx="12"/>
          </p:nvPr>
        </p:nvSpPr>
        <p:spPr/>
        <p:txBody>
          <a:bodyPr/>
          <a:lstStyle/>
          <a:p>
            <a:fld id="{D7C0FE0B-717B-41AE-9FA2-CA4BF851D1C3}" type="slidenum">
              <a:rPr lang="zh-CN" altLang="en-US" smtClean="0"/>
              <a:t>21</a:t>
            </a:fld>
            <a:endParaRPr lang="zh-CN" altLang="en-US"/>
          </a:p>
        </p:txBody>
      </p:sp>
      <p:sp>
        <p:nvSpPr>
          <p:cNvPr id="4" name="文本框 3">
            <a:extLst>
              <a:ext uri="{FF2B5EF4-FFF2-40B4-BE49-F238E27FC236}">
                <a16:creationId xmlns:a16="http://schemas.microsoft.com/office/drawing/2014/main" id="{C0E80198-43BD-2275-9C31-5DE02C634626}"/>
              </a:ext>
            </a:extLst>
          </p:cNvPr>
          <p:cNvSpPr txBox="1"/>
          <p:nvPr/>
        </p:nvSpPr>
        <p:spPr>
          <a:xfrm>
            <a:off x="1224828" y="218913"/>
            <a:ext cx="3560185" cy="523220"/>
          </a:xfrm>
          <a:prstGeom prst="rect">
            <a:avLst/>
          </a:prstGeom>
          <a:noFill/>
        </p:spPr>
        <p:txBody>
          <a:bodyPr wrap="square">
            <a:spAutoFit/>
          </a:bodyPr>
          <a:lstStyle/>
          <a:p>
            <a:pPr algn="ctr">
              <a:buNone/>
            </a:pPr>
            <a:r>
              <a:rPr lang="en-US" altLang="zh-CN" sz="2800" b="1" kern="100" dirty="0">
                <a:solidFill>
                  <a:srgbClr val="C00000"/>
                </a:solidFill>
                <a:effectLst>
                  <a:outerShdw blurRad="38100" dist="38100" dir="2700000" algn="tl">
                    <a:srgbClr val="000000">
                      <a:alpha val="43137"/>
                    </a:srgbClr>
                  </a:outerShdw>
                </a:effectLst>
                <a:latin typeface="宋体" panose="02010600030101010101" pitchFamily="2" charset="-122"/>
                <a:ea typeface="微软雅黑" panose="020B0503020204020204" pitchFamily="34" charset="-122"/>
                <a:cs typeface="Times New Roman" panose="02020603050405020304" pitchFamily="18" charset="0"/>
              </a:rPr>
              <a:t>3.5  </a:t>
            </a:r>
            <a:r>
              <a:rPr lang="zh-CN" altLang="zh-CN" sz="28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cs typeface="Times New Roman" panose="02020603050405020304" pitchFamily="18" charset="0"/>
              </a:rPr>
              <a:t>离散事件模拟</a:t>
            </a:r>
            <a:endParaRPr lang="zh-CN" altLang="zh-CN" sz="28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8E699F0C-30CD-1E5D-1244-D6A3D6F60368}"/>
              </a:ext>
            </a:extLst>
          </p:cNvPr>
          <p:cNvSpPr txBox="1"/>
          <p:nvPr/>
        </p:nvSpPr>
        <p:spPr>
          <a:xfrm>
            <a:off x="511536" y="900080"/>
            <a:ext cx="11168928" cy="5564600"/>
          </a:xfrm>
          <a:prstGeom prst="rect">
            <a:avLst/>
          </a:prstGeom>
          <a:noFill/>
        </p:spPr>
        <p:txBody>
          <a:bodyPr wrap="square">
            <a:spAutoFit/>
          </a:bodyPr>
          <a:lstStyle/>
          <a:p>
            <a:pPr indent="266700" algn="just">
              <a:lnSpc>
                <a:spcPct val="115000"/>
              </a:lnSpc>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某银行</a:t>
            </a:r>
            <a:r>
              <a:rPr lang="en-US"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个柜台对外接待顾客，银行开门</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营业后</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不断有顾客进入银行。每个柜台接待一个顾客，顾客需在每个柜台前</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依次排队。刚进入银行的顾客，</a:t>
            </a:r>
            <a:r>
              <a:rPr lang="zh-CN" altLang="en-US"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若</a:t>
            </a:r>
            <a:r>
              <a:rPr lang="zh-CN" altLang="en-US"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有</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柜台正空闲，可上前办理业务；反之，若</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个柜台均有顾客所占，一般会选择在人数最少的队伍后面</a:t>
            </a:r>
            <a:r>
              <a:rPr lang="zh-CN" altLang="en-US"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排队</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115000"/>
              </a:lnSpc>
              <a:buNone/>
            </a:pP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现要编制程序模拟银行业务活动，计算一天中顾客在银行逗留的</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平均时间</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，以分析柜台服务的繁忙度。</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为计算这个平均时间，需要掌握每个顾客</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到达</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银行和</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离开</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银行这两个</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时刻</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，后者减去前者即为每个顾客在银行的逗留时间；所有顾客逗留时间的总和除以当天进入银行的顾客数就是所求的平均时间。顾客到达和离开银行这两个时刻发生的事情称为“</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事件</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”。模拟程序将按事件发生的先后顺序进行处理，这种模拟称作</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事件驱动模拟</a:t>
            </a:r>
            <a:r>
              <a:rPr lang="zh-CN"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3.6</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描述</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了</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上述银行顾客</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和办理业务</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的离散事件驱动模拟程序。</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39725" algn="just">
              <a:spcBef>
                <a:spcPts val="360"/>
              </a:spcBef>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void</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Bank_Simulation</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算法 </a:t>
            </a:r>
            <a:r>
              <a:rPr lang="en-US" altLang="zh-CN"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 3.6</a:t>
            </a:r>
            <a:r>
              <a:rPr lang="en-US" altLang="zh-CN" b="1"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rPr>
              <a:t>  </a:t>
            </a:r>
            <a:r>
              <a:rPr lang="zh-CN" altLang="zh-CN"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银行业务模拟，并统计当天顾客在银行逗留的平均时长</a:t>
            </a:r>
            <a:endParaRPr lang="zh-CN" altLang="zh-CN"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33845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OpenForDay</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开门营业前的初始化</a:t>
            </a:r>
          </a:p>
          <a:p>
            <a:pPr indent="339725" algn="just">
              <a:spcBef>
                <a:spcPts val="360"/>
              </a:spcBef>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while</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MoreEvent</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获取事件（若无则循环结束）</a:t>
            </a:r>
          </a:p>
          <a:p>
            <a:pPr indent="33845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switch</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EventKind</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区分事件种类</a:t>
            </a:r>
          </a:p>
          <a:p>
            <a:pPr indent="33845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case</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CustomerArrivel</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break</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处理顾客到达事件</a:t>
            </a:r>
          </a:p>
          <a:p>
            <a:pPr indent="33845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case</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'D':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CustomerDeparture</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break</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处理顾客离开事件</a:t>
            </a:r>
          </a:p>
          <a:p>
            <a:pPr indent="33845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indent="338455" algn="just">
              <a:buNone/>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indent="339725" algn="just">
              <a:spcBef>
                <a:spcPts val="360"/>
              </a:spcBef>
            </a:pP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effectLst/>
                <a:latin typeface="Courier New" panose="02070309020205020404" pitchFamily="49" charset="0"/>
                <a:ea typeface="宋体" panose="02010600030101010101" pitchFamily="2" charset="-122"/>
                <a:cs typeface="Times New Roman" panose="02020603050405020304" pitchFamily="18" charset="0"/>
              </a:rPr>
              <a:t>CloseForDay</a:t>
            </a:r>
            <a:r>
              <a:rPr lang="en-US" altLang="zh-CN"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打烊（计算平均逗留时间）</a:t>
            </a:r>
          </a:p>
          <a:p>
            <a:pPr indent="339725" algn="just">
              <a:buNone/>
            </a:pPr>
            <a:r>
              <a:rPr lang="en-US"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064885B8-FDA8-7EC2-3C79-A50E2B6C1B16}"/>
              </a:ext>
            </a:extLst>
          </p:cNvPr>
          <p:cNvSpPr/>
          <p:nvPr/>
        </p:nvSpPr>
        <p:spPr>
          <a:xfrm>
            <a:off x="5105403" y="270790"/>
            <a:ext cx="4397083" cy="47134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41ABC"/>
                </a:solidFill>
                <a:effectLst>
                  <a:outerShdw blurRad="38100" dist="38100" dir="2700000" algn="tl">
                    <a:srgbClr val="000000">
                      <a:alpha val="43137"/>
                    </a:srgbClr>
                  </a:outerShdw>
                </a:effectLst>
              </a:rPr>
              <a:t>建议在</a:t>
            </a:r>
            <a:r>
              <a:rPr lang="en-US" altLang="zh-CN" b="1" dirty="0" err="1">
                <a:solidFill>
                  <a:srgbClr val="C00000"/>
                </a:solidFill>
                <a:effectLst>
                  <a:outerShdw blurRad="38100" dist="38100" dir="2700000" algn="tl">
                    <a:srgbClr val="000000">
                      <a:alpha val="43137"/>
                    </a:srgbClr>
                  </a:outerShdw>
                </a:effectLst>
              </a:rPr>
              <a:t>AnyviewC</a:t>
            </a:r>
            <a:r>
              <a:rPr lang="zh-CN" altLang="en-US" b="1" dirty="0">
                <a:solidFill>
                  <a:srgbClr val="041ABC"/>
                </a:solidFill>
                <a:effectLst>
                  <a:outerShdw blurRad="38100" dist="38100" dir="2700000" algn="tl">
                    <a:srgbClr val="000000">
                      <a:alpha val="43137"/>
                    </a:srgbClr>
                  </a:outerShdw>
                </a:effectLst>
              </a:rPr>
              <a:t>可视交互跟踪模拟过程</a:t>
            </a:r>
          </a:p>
        </p:txBody>
      </p:sp>
    </p:spTree>
    <p:extLst>
      <p:ext uri="{BB962C8B-B14F-4D97-AF65-F5344CB8AC3E}">
        <p14:creationId xmlns:p14="http://schemas.microsoft.com/office/powerpoint/2010/main" val="4079511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1000"/>
                                        <p:tgtEl>
                                          <p:spTgt spid="6">
                                            <p:txEl>
                                              <p:pRg st="3" end="3"/>
                                            </p:txEl>
                                          </p:spTgt>
                                        </p:tgtEl>
                                      </p:cBhvr>
                                    </p:animEffect>
                                    <p:anim calcmode="lin" valueType="num">
                                      <p:cBhvr>
                                        <p:cTn id="27"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Effect transition="in" filter="fade">
                                      <p:cBhvr>
                                        <p:cTn id="31" dur="1000"/>
                                        <p:tgtEl>
                                          <p:spTgt spid="6">
                                            <p:txEl>
                                              <p:pRg st="4" end="4"/>
                                            </p:txEl>
                                          </p:spTgt>
                                        </p:tgtEl>
                                      </p:cBhvr>
                                    </p:animEffect>
                                    <p:anim calcmode="lin" valueType="num">
                                      <p:cBhvr>
                                        <p:cTn id="3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6">
                                            <p:txEl>
                                              <p:pRg st="5" end="5"/>
                                            </p:txEl>
                                          </p:spTgt>
                                        </p:tgtEl>
                                        <p:attrNameLst>
                                          <p:attrName>style.visibility</p:attrName>
                                        </p:attrNameLst>
                                      </p:cBhvr>
                                      <p:to>
                                        <p:strVal val="visible"/>
                                      </p:to>
                                    </p:set>
                                    <p:animEffect transition="in" filter="fade">
                                      <p:cBhvr>
                                        <p:cTn id="36" dur="1000"/>
                                        <p:tgtEl>
                                          <p:spTgt spid="6">
                                            <p:txEl>
                                              <p:pRg st="5" end="5"/>
                                            </p:txEl>
                                          </p:spTgt>
                                        </p:tgtEl>
                                      </p:cBhvr>
                                    </p:animEffect>
                                    <p:anim calcmode="lin" valueType="num">
                                      <p:cBhvr>
                                        <p:cTn id="37"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Effect transition="in" filter="fade">
                                      <p:cBhvr>
                                        <p:cTn id="41" dur="1000"/>
                                        <p:tgtEl>
                                          <p:spTgt spid="6">
                                            <p:txEl>
                                              <p:pRg st="6" end="6"/>
                                            </p:txEl>
                                          </p:spTgt>
                                        </p:tgtEl>
                                      </p:cBhvr>
                                    </p:animEffect>
                                    <p:anim calcmode="lin" valueType="num">
                                      <p:cBhvr>
                                        <p:cTn id="42"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6">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6">
                                            <p:txEl>
                                              <p:pRg st="7" end="7"/>
                                            </p:txEl>
                                          </p:spTgt>
                                        </p:tgtEl>
                                        <p:attrNameLst>
                                          <p:attrName>style.visibility</p:attrName>
                                        </p:attrNameLst>
                                      </p:cBhvr>
                                      <p:to>
                                        <p:strVal val="visible"/>
                                      </p:to>
                                    </p:set>
                                    <p:animEffect transition="in" filter="fade">
                                      <p:cBhvr>
                                        <p:cTn id="46" dur="1000"/>
                                        <p:tgtEl>
                                          <p:spTgt spid="6">
                                            <p:txEl>
                                              <p:pRg st="7" end="7"/>
                                            </p:txEl>
                                          </p:spTgt>
                                        </p:tgtEl>
                                      </p:cBhvr>
                                    </p:animEffect>
                                    <p:anim calcmode="lin" valueType="num">
                                      <p:cBhvr>
                                        <p:cTn id="47"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6">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6">
                                            <p:txEl>
                                              <p:pRg st="8" end="8"/>
                                            </p:txEl>
                                          </p:spTgt>
                                        </p:tgtEl>
                                        <p:attrNameLst>
                                          <p:attrName>style.visibility</p:attrName>
                                        </p:attrNameLst>
                                      </p:cBhvr>
                                      <p:to>
                                        <p:strVal val="visible"/>
                                      </p:to>
                                    </p:set>
                                    <p:animEffect transition="in" filter="fade">
                                      <p:cBhvr>
                                        <p:cTn id="51" dur="1000"/>
                                        <p:tgtEl>
                                          <p:spTgt spid="6">
                                            <p:txEl>
                                              <p:pRg st="8" end="8"/>
                                            </p:txEl>
                                          </p:spTgt>
                                        </p:tgtEl>
                                      </p:cBhvr>
                                    </p:animEffect>
                                    <p:anim calcmode="lin" valueType="num">
                                      <p:cBhvr>
                                        <p:cTn id="52"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6">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6">
                                            <p:txEl>
                                              <p:pRg st="9" end="9"/>
                                            </p:txEl>
                                          </p:spTgt>
                                        </p:tgtEl>
                                        <p:attrNameLst>
                                          <p:attrName>style.visibility</p:attrName>
                                        </p:attrNameLst>
                                      </p:cBhvr>
                                      <p:to>
                                        <p:strVal val="visible"/>
                                      </p:to>
                                    </p:set>
                                    <p:animEffect transition="in" filter="fade">
                                      <p:cBhvr>
                                        <p:cTn id="56" dur="1000"/>
                                        <p:tgtEl>
                                          <p:spTgt spid="6">
                                            <p:txEl>
                                              <p:pRg st="9" end="9"/>
                                            </p:txEl>
                                          </p:spTgt>
                                        </p:tgtEl>
                                      </p:cBhvr>
                                    </p:animEffect>
                                    <p:anim calcmode="lin" valueType="num">
                                      <p:cBhvr>
                                        <p:cTn id="57"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6">
                                            <p:txEl>
                                              <p:pRg st="10" end="10"/>
                                            </p:txEl>
                                          </p:spTgt>
                                        </p:tgtEl>
                                        <p:attrNameLst>
                                          <p:attrName>style.visibility</p:attrName>
                                        </p:attrNameLst>
                                      </p:cBhvr>
                                      <p:to>
                                        <p:strVal val="visible"/>
                                      </p:to>
                                    </p:set>
                                    <p:animEffect transition="in" filter="fade">
                                      <p:cBhvr>
                                        <p:cTn id="61" dur="1000"/>
                                        <p:tgtEl>
                                          <p:spTgt spid="6">
                                            <p:txEl>
                                              <p:pRg st="10" end="10"/>
                                            </p:txEl>
                                          </p:spTgt>
                                        </p:tgtEl>
                                      </p:cBhvr>
                                    </p:animEffect>
                                    <p:anim calcmode="lin" valueType="num">
                                      <p:cBhvr>
                                        <p:cTn id="62"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6">
                                            <p:txEl>
                                              <p:pRg st="11" end="11"/>
                                            </p:txEl>
                                          </p:spTgt>
                                        </p:tgtEl>
                                        <p:attrNameLst>
                                          <p:attrName>style.visibility</p:attrName>
                                        </p:attrNameLst>
                                      </p:cBhvr>
                                      <p:to>
                                        <p:strVal val="visible"/>
                                      </p:to>
                                    </p:set>
                                    <p:animEffect transition="in" filter="fade">
                                      <p:cBhvr>
                                        <p:cTn id="66" dur="1000"/>
                                        <p:tgtEl>
                                          <p:spTgt spid="6">
                                            <p:txEl>
                                              <p:pRg st="11" end="11"/>
                                            </p:txEl>
                                          </p:spTgt>
                                        </p:tgtEl>
                                      </p:cBhvr>
                                    </p:animEffect>
                                    <p:anim calcmode="lin" valueType="num">
                                      <p:cBhvr>
                                        <p:cTn id="67"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6">
                                            <p:txEl>
                                              <p:pRg st="11" end="11"/>
                                            </p:txEl>
                                          </p:spTgt>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6">
                                            <p:txEl>
                                              <p:pRg st="12" end="12"/>
                                            </p:txEl>
                                          </p:spTgt>
                                        </p:tgtEl>
                                        <p:attrNameLst>
                                          <p:attrName>style.visibility</p:attrName>
                                        </p:attrNameLst>
                                      </p:cBhvr>
                                      <p:to>
                                        <p:strVal val="visible"/>
                                      </p:to>
                                    </p:set>
                                    <p:animEffect transition="in" filter="fade">
                                      <p:cBhvr>
                                        <p:cTn id="71" dur="1000"/>
                                        <p:tgtEl>
                                          <p:spTgt spid="6">
                                            <p:txEl>
                                              <p:pRg st="12" end="12"/>
                                            </p:txEl>
                                          </p:spTgt>
                                        </p:tgtEl>
                                      </p:cBhvr>
                                    </p:animEffect>
                                    <p:anim calcmode="lin" valueType="num">
                                      <p:cBhvr>
                                        <p:cTn id="72"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6">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31" presetClass="entr" presetSubtype="0" fill="hold" grpId="0" nodeType="clickEffect">
                                  <p:stCondLst>
                                    <p:cond delay="0"/>
                                  </p:stCondLst>
                                  <p:childTnLst>
                                    <p:set>
                                      <p:cBhvr>
                                        <p:cTn id="77" dur="1" fill="hold">
                                          <p:stCondLst>
                                            <p:cond delay="0"/>
                                          </p:stCondLst>
                                        </p:cTn>
                                        <p:tgtEl>
                                          <p:spTgt spid="7"/>
                                        </p:tgtEl>
                                        <p:attrNameLst>
                                          <p:attrName>style.visibility</p:attrName>
                                        </p:attrNameLst>
                                      </p:cBhvr>
                                      <p:to>
                                        <p:strVal val="visible"/>
                                      </p:to>
                                    </p:set>
                                    <p:anim calcmode="lin" valueType="num">
                                      <p:cBhvr>
                                        <p:cTn id="78" dur="1000" fill="hold"/>
                                        <p:tgtEl>
                                          <p:spTgt spid="7"/>
                                        </p:tgtEl>
                                        <p:attrNameLst>
                                          <p:attrName>ppt_w</p:attrName>
                                        </p:attrNameLst>
                                      </p:cBhvr>
                                      <p:tavLst>
                                        <p:tav tm="0">
                                          <p:val>
                                            <p:fltVal val="0"/>
                                          </p:val>
                                        </p:tav>
                                        <p:tav tm="100000">
                                          <p:val>
                                            <p:strVal val="#ppt_w"/>
                                          </p:val>
                                        </p:tav>
                                      </p:tavLst>
                                    </p:anim>
                                    <p:anim calcmode="lin" valueType="num">
                                      <p:cBhvr>
                                        <p:cTn id="79" dur="1000" fill="hold"/>
                                        <p:tgtEl>
                                          <p:spTgt spid="7"/>
                                        </p:tgtEl>
                                        <p:attrNameLst>
                                          <p:attrName>ppt_h</p:attrName>
                                        </p:attrNameLst>
                                      </p:cBhvr>
                                      <p:tavLst>
                                        <p:tav tm="0">
                                          <p:val>
                                            <p:fltVal val="0"/>
                                          </p:val>
                                        </p:tav>
                                        <p:tav tm="100000">
                                          <p:val>
                                            <p:strVal val="#ppt_h"/>
                                          </p:val>
                                        </p:tav>
                                      </p:tavLst>
                                    </p:anim>
                                    <p:anim calcmode="lin" valueType="num">
                                      <p:cBhvr>
                                        <p:cTn id="80" dur="1000" fill="hold"/>
                                        <p:tgtEl>
                                          <p:spTgt spid="7"/>
                                        </p:tgtEl>
                                        <p:attrNameLst>
                                          <p:attrName>style.rotation</p:attrName>
                                        </p:attrNameLst>
                                      </p:cBhvr>
                                      <p:tavLst>
                                        <p:tav tm="0">
                                          <p:val>
                                            <p:fltVal val="90"/>
                                          </p:val>
                                        </p:tav>
                                        <p:tav tm="100000">
                                          <p:val>
                                            <p:fltVal val="0"/>
                                          </p:val>
                                        </p:tav>
                                      </p:tavLst>
                                    </p:anim>
                                    <p:animEffect transition="in" filter="fade">
                                      <p:cBhvr>
                                        <p:cTn id="8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3273</TotalTime>
  <Words>6332</Words>
  <Application>Microsoft Office PowerPoint</Application>
  <PresentationFormat>宽屏</PresentationFormat>
  <Paragraphs>777</Paragraphs>
  <Slides>21</Slides>
  <Notes>7</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21</vt:i4>
      </vt:variant>
    </vt:vector>
  </HeadingPairs>
  <TitlesOfParts>
    <vt:vector size="40" baseType="lpstr">
      <vt:lpstr>等线</vt:lpstr>
      <vt:lpstr>等线 Light</vt:lpstr>
      <vt:lpstr>黑体</vt:lpstr>
      <vt:lpstr>华文琥珀</vt:lpstr>
      <vt:lpstr>华文行楷</vt:lpstr>
      <vt:lpstr>楷体</vt:lpstr>
      <vt:lpstr>楷体_GB2312</vt:lpstr>
      <vt:lpstr>宋体</vt:lpstr>
      <vt:lpstr>微软雅黑</vt:lpstr>
      <vt:lpstr>Aptos</vt:lpstr>
      <vt:lpstr>Arial</vt:lpstr>
      <vt:lpstr>Arial Rounded MT Bold</vt:lpstr>
      <vt:lpstr>Calibri</vt:lpstr>
      <vt:lpstr>Courier New</vt:lpstr>
      <vt:lpstr>Times New Roman</vt:lpstr>
      <vt:lpstr>Wide Latin</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weimin wu</dc:creator>
  <cp:lastModifiedBy>weimin wu</cp:lastModifiedBy>
  <cp:revision>69</cp:revision>
  <dcterms:created xsi:type="dcterms:W3CDTF">2025-08-08T07:54:05Z</dcterms:created>
  <dcterms:modified xsi:type="dcterms:W3CDTF">2025-10-25T14:58:42Z</dcterms:modified>
</cp:coreProperties>
</file>